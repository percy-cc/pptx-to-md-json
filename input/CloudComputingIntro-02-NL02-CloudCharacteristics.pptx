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376" r:id="rId4"/>
  </p:sldMasterIdLst>
  <p:notesMasterIdLst>
    <p:notesMasterId r:id="rId49"/>
  </p:notesMasterIdLst>
  <p:handoutMasterIdLst>
    <p:handoutMasterId r:id="rId50"/>
  </p:handoutMasterIdLst>
  <p:sldIdLst>
    <p:sldId id="306" r:id="rId5"/>
    <p:sldId id="361" r:id="rId6"/>
    <p:sldId id="304" r:id="rId7"/>
    <p:sldId id="368" r:id="rId8"/>
    <p:sldId id="366" r:id="rId9"/>
    <p:sldId id="387" r:id="rId10"/>
    <p:sldId id="365" r:id="rId11"/>
    <p:sldId id="369" r:id="rId12"/>
    <p:sldId id="386" r:id="rId13"/>
    <p:sldId id="371" r:id="rId14"/>
    <p:sldId id="372" r:id="rId15"/>
    <p:sldId id="323" r:id="rId16"/>
    <p:sldId id="373" r:id="rId17"/>
    <p:sldId id="374" r:id="rId18"/>
    <p:sldId id="331" r:id="rId19"/>
    <p:sldId id="382" r:id="rId20"/>
    <p:sldId id="384" r:id="rId21"/>
    <p:sldId id="383" r:id="rId22"/>
    <p:sldId id="376" r:id="rId23"/>
    <p:sldId id="377" r:id="rId24"/>
    <p:sldId id="378" r:id="rId25"/>
    <p:sldId id="379" r:id="rId26"/>
    <p:sldId id="388" r:id="rId27"/>
    <p:sldId id="389" r:id="rId28"/>
    <p:sldId id="380" r:id="rId29"/>
    <p:sldId id="385" r:id="rId30"/>
    <p:sldId id="381" r:id="rId31"/>
    <p:sldId id="367" r:id="rId32"/>
    <p:sldId id="330" r:id="rId33"/>
    <p:sldId id="318" r:id="rId34"/>
    <p:sldId id="326" r:id="rId35"/>
    <p:sldId id="325" r:id="rId36"/>
    <p:sldId id="359" r:id="rId37"/>
    <p:sldId id="320" r:id="rId38"/>
    <p:sldId id="327" r:id="rId39"/>
    <p:sldId id="328" r:id="rId40"/>
    <p:sldId id="360" r:id="rId41"/>
    <p:sldId id="332" r:id="rId42"/>
    <p:sldId id="334" r:id="rId43"/>
    <p:sldId id="329" r:id="rId44"/>
    <p:sldId id="322" r:id="rId45"/>
    <p:sldId id="324" r:id="rId46"/>
    <p:sldId id="319" r:id="rId47"/>
    <p:sldId id="33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375816-4318-F74F-A2EA-0C80ACA02DB8}">
          <p14:sldIdLst>
            <p14:sldId id="306"/>
            <p14:sldId id="361"/>
            <p14:sldId id="304"/>
            <p14:sldId id="368"/>
            <p14:sldId id="366"/>
            <p14:sldId id="387"/>
            <p14:sldId id="365"/>
            <p14:sldId id="369"/>
            <p14:sldId id="386"/>
            <p14:sldId id="371"/>
            <p14:sldId id="372"/>
            <p14:sldId id="323"/>
            <p14:sldId id="373"/>
            <p14:sldId id="374"/>
            <p14:sldId id="331"/>
            <p14:sldId id="382"/>
            <p14:sldId id="384"/>
            <p14:sldId id="383"/>
            <p14:sldId id="376"/>
            <p14:sldId id="377"/>
            <p14:sldId id="378"/>
            <p14:sldId id="379"/>
            <p14:sldId id="388"/>
            <p14:sldId id="389"/>
            <p14:sldId id="380"/>
            <p14:sldId id="385"/>
            <p14:sldId id="381"/>
            <p14:sldId id="367"/>
            <p14:sldId id="330"/>
            <p14:sldId id="318"/>
            <p14:sldId id="326"/>
            <p14:sldId id="325"/>
            <p14:sldId id="359"/>
            <p14:sldId id="320"/>
            <p14:sldId id="327"/>
            <p14:sldId id="328"/>
            <p14:sldId id="360"/>
            <p14:sldId id="332"/>
            <p14:sldId id="334"/>
            <p14:sldId id="329"/>
            <p14:sldId id="322"/>
            <p14:sldId id="324"/>
            <p14:sldId id="319"/>
            <p14:sldId id="33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2BA467-AD1F-EFDC-263D-BFE640F56210}" name="Ken Lo" initials="KL" userId="S::kenlo@seedfoundation.hk::ff818167-8ad7-47fc-a54a-e1a7cf5bd432" providerId="AD"/>
  <p188:author id="{1C34D7B6-DA88-EE52-4AC1-FA533B47891D}" name="Wanda Yuen" initials="WY" userId="S::wandayuen@seedfoundation.hk::bb9b1490-1670-4dbf-9118-ceef549c87c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E2B"/>
    <a:srgbClr val="4241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395BD2-D53A-40D2-8319-A9427CBA5A54}" v="356" dt="2026-09-23T03:10:32.861"/>
    <p1510:client id="{F01AD058-1231-4F7B-A5BE-78313DF55EF5}" v="34" dt="2026-09-23T09:07:21.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da Yuen" userId="S::wandayuen@seedfoundation.hk::bb9b1490-1670-4dbf-9118-ceef549c87ce" providerId="AD" clId="Web-{AE12B2CF-0594-82CC-EB3B-4C4C71282590}"/>
    <pc:docChg chg="modSld">
      <pc:chgData name="Wanda Yuen" userId="S::wandayuen@seedfoundation.hk::bb9b1490-1670-4dbf-9118-ceef549c87ce" providerId="AD" clId="Web-{AE12B2CF-0594-82CC-EB3B-4C4C71282590}" dt="2026-09-22T08:01:20.725" v="1" actId="20577"/>
      <pc:docMkLst>
        <pc:docMk/>
      </pc:docMkLst>
      <pc:sldChg chg="modSp">
        <pc:chgData name="Wanda Yuen" userId="S::wandayuen@seedfoundation.hk::bb9b1490-1670-4dbf-9118-ceef549c87ce" providerId="AD" clId="Web-{AE12B2CF-0594-82CC-EB3B-4C4C71282590}" dt="2026-09-22T08:01:20.725" v="1" actId="20577"/>
        <pc:sldMkLst>
          <pc:docMk/>
          <pc:sldMk cId="2038779767" sldId="377"/>
        </pc:sldMkLst>
        <pc:spChg chg="mod">
          <ac:chgData name="Wanda Yuen" userId="S::wandayuen@seedfoundation.hk::bb9b1490-1670-4dbf-9118-ceef549c87ce" providerId="AD" clId="Web-{AE12B2CF-0594-82CC-EB3B-4C4C71282590}" dt="2026-09-22T08:01:20.725" v="1" actId="20577"/>
          <ac:spMkLst>
            <pc:docMk/>
            <pc:sldMk cId="2038779767" sldId="377"/>
            <ac:spMk id="3" creationId="{460EAA73-7717-F0B4-9A99-84F40322C8DB}"/>
          </ac:spMkLst>
        </pc:spChg>
      </pc:sldChg>
    </pc:docChg>
  </pc:docChgLst>
  <pc:docChgLst>
    <pc:chgData name="Wanda Yuen" userId="S::wandayuen@seedfoundation.hk::bb9b1490-1670-4dbf-9118-ceef549c87ce" providerId="AD" clId="Web-{91FF1D23-9ED7-BCEE-01A6-B48C7B8613E7}"/>
    <pc:docChg chg="modSld">
      <pc:chgData name="Wanda Yuen" userId="S::wandayuen@seedfoundation.hk::bb9b1490-1670-4dbf-9118-ceef549c87ce" providerId="AD" clId="Web-{91FF1D23-9ED7-BCEE-01A6-B48C7B8613E7}" dt="2026-09-17T06:13:47.515" v="58"/>
      <pc:docMkLst>
        <pc:docMk/>
      </pc:docMkLst>
      <pc:sldChg chg="modNotes">
        <pc:chgData name="Wanda Yuen" userId="S::wandayuen@seedfoundation.hk::bb9b1490-1670-4dbf-9118-ceef549c87ce" providerId="AD" clId="Web-{91FF1D23-9ED7-BCEE-01A6-B48C7B8613E7}" dt="2026-09-17T06:13:12.265" v="19"/>
        <pc:sldMkLst>
          <pc:docMk/>
          <pc:sldMk cId="4254609961" sldId="361"/>
        </pc:sldMkLst>
      </pc:sldChg>
      <pc:sldChg chg="modNotes">
        <pc:chgData name="Wanda Yuen" userId="S::wandayuen@seedfoundation.hk::bb9b1490-1670-4dbf-9118-ceef549c87ce" providerId="AD" clId="Web-{91FF1D23-9ED7-BCEE-01A6-B48C7B8613E7}" dt="2026-09-17T06:13:47.515" v="58"/>
        <pc:sldMkLst>
          <pc:docMk/>
          <pc:sldMk cId="2749393693" sldId="365"/>
        </pc:sldMkLst>
      </pc:sldChg>
    </pc:docChg>
  </pc:docChgLst>
  <pc:docChgLst>
    <pc:chgData name="Wanda Yuen" userId="bb9b1490-1670-4dbf-9118-ceef549c87ce" providerId="ADAL" clId="{C3EC88CB-365E-48A3-B79D-D3E4A362F1B7}"/>
    <pc:docChg chg="modSld">
      <pc:chgData name="Wanda Yuen" userId="bb9b1490-1670-4dbf-9118-ceef549c87ce" providerId="ADAL" clId="{C3EC88CB-365E-48A3-B79D-D3E4A362F1B7}" dt="2026-09-23T09:07:21.987" v="73" actId="20577"/>
      <pc:docMkLst>
        <pc:docMk/>
      </pc:docMkLst>
      <pc:sldChg chg="modSp mod">
        <pc:chgData name="Wanda Yuen" userId="bb9b1490-1670-4dbf-9118-ceef549c87ce" providerId="ADAL" clId="{C3EC88CB-365E-48A3-B79D-D3E4A362F1B7}" dt="2026-09-23T09:07:21.987" v="73" actId="20577"/>
        <pc:sldMkLst>
          <pc:docMk/>
          <pc:sldMk cId="1119391060" sldId="380"/>
        </pc:sldMkLst>
        <pc:spChg chg="mod">
          <ac:chgData name="Wanda Yuen" userId="bb9b1490-1670-4dbf-9118-ceef549c87ce" providerId="ADAL" clId="{C3EC88CB-365E-48A3-B79D-D3E4A362F1B7}" dt="2026-09-23T09:04:21.702" v="58" actId="20577"/>
          <ac:spMkLst>
            <pc:docMk/>
            <pc:sldMk cId="1119391060" sldId="380"/>
            <ac:spMk id="2" creationId="{CD552D14-67CD-DE4B-9A3B-93F9B3490748}"/>
          </ac:spMkLst>
        </pc:spChg>
        <pc:spChg chg="mod">
          <ac:chgData name="Wanda Yuen" userId="bb9b1490-1670-4dbf-9118-ceef549c87ce" providerId="ADAL" clId="{C3EC88CB-365E-48A3-B79D-D3E4A362F1B7}" dt="2026-09-23T09:07:21.987" v="73" actId="20577"/>
          <ac:spMkLst>
            <pc:docMk/>
            <pc:sldMk cId="1119391060" sldId="380"/>
            <ac:spMk id="3" creationId="{D5A04796-232F-7C94-A785-DF4B0D20566A}"/>
          </ac:spMkLst>
        </pc:spChg>
      </pc:sldChg>
      <pc:sldChg chg="modSp mod">
        <pc:chgData name="Wanda Yuen" userId="bb9b1490-1670-4dbf-9118-ceef549c87ce" providerId="ADAL" clId="{C3EC88CB-365E-48A3-B79D-D3E4A362F1B7}" dt="2026-09-23T08:29:20.917" v="39" actId="115"/>
        <pc:sldMkLst>
          <pc:docMk/>
          <pc:sldMk cId="3827364971" sldId="389"/>
        </pc:sldMkLst>
        <pc:spChg chg="mod">
          <ac:chgData name="Wanda Yuen" userId="bb9b1490-1670-4dbf-9118-ceef549c87ce" providerId="ADAL" clId="{C3EC88CB-365E-48A3-B79D-D3E4A362F1B7}" dt="2026-09-23T08:29:20.917" v="39" actId="115"/>
          <ac:spMkLst>
            <pc:docMk/>
            <pc:sldMk cId="3827364971" sldId="389"/>
            <ac:spMk id="3" creationId="{F2ADB5C0-0891-7870-61B8-BDE331E1FCE8}"/>
          </ac:spMkLst>
        </pc:spChg>
      </pc:sldChg>
    </pc:docChg>
  </pc:docChgLst>
  <pc:docChgLst>
    <pc:chgData name="Percy Cheng" userId="S::percycheng@seedfoundation.hk::80d21a9e-6369-43b4-82a5-7a824c783934" providerId="AD" clId="Web-{01C7F671-B6F7-A311-6971-360CDE67BA55}"/>
    <pc:docChg chg="sldOrd">
      <pc:chgData name="Percy Cheng" userId="S::percycheng@seedfoundation.hk::80d21a9e-6369-43b4-82a5-7a824c783934" providerId="AD" clId="Web-{01C7F671-B6F7-A311-6971-360CDE67BA55}" dt="2026-09-16T09:45:04.695" v="0"/>
      <pc:docMkLst>
        <pc:docMk/>
      </pc:docMkLst>
      <pc:sldChg chg="ord">
        <pc:chgData name="Percy Cheng" userId="S::percycheng@seedfoundation.hk::80d21a9e-6369-43b4-82a5-7a824c783934" providerId="AD" clId="Web-{01C7F671-B6F7-A311-6971-360CDE67BA55}" dt="2026-09-16T09:45:04.695" v="0"/>
        <pc:sldMkLst>
          <pc:docMk/>
          <pc:sldMk cId="4162993136" sldId="378"/>
        </pc:sldMkLst>
      </pc:sldChg>
    </pc:docChg>
  </pc:docChgLst>
  <pc:docChgLst>
    <pc:chgData name="Percy Cheng" userId="80d21a9e-6369-43b4-82a5-7a824c783934" providerId="ADAL" clId="{73465DDD-1BA9-44A0-A1ED-3FC404E5F03F}"/>
    <pc:docChg chg="modSld">
      <pc:chgData name="Percy Cheng" userId="80d21a9e-6369-43b4-82a5-7a824c783934" providerId="ADAL" clId="{73465DDD-1BA9-44A0-A1ED-3FC404E5F03F}" dt="2026-09-17T03:59:00.603" v="2" actId="20577"/>
      <pc:docMkLst>
        <pc:docMk/>
      </pc:docMkLst>
      <pc:sldChg chg="modSp mod">
        <pc:chgData name="Percy Cheng" userId="80d21a9e-6369-43b4-82a5-7a824c783934" providerId="ADAL" clId="{73465DDD-1BA9-44A0-A1ED-3FC404E5F03F}" dt="2026-09-17T03:59:00.603" v="2" actId="20577"/>
        <pc:sldMkLst>
          <pc:docMk/>
          <pc:sldMk cId="446553458" sldId="366"/>
        </pc:sldMkLst>
        <pc:spChg chg="mod">
          <ac:chgData name="Percy Cheng" userId="80d21a9e-6369-43b4-82a5-7a824c783934" providerId="ADAL" clId="{73465DDD-1BA9-44A0-A1ED-3FC404E5F03F}" dt="2026-09-17T03:59:00.603" v="2" actId="20577"/>
          <ac:spMkLst>
            <pc:docMk/>
            <pc:sldMk cId="446553458" sldId="366"/>
            <ac:spMk id="2" creationId="{1AE6DA9A-9A35-5917-801D-004E4535AB48}"/>
          </ac:spMkLst>
        </pc:spChg>
      </pc:sldChg>
      <pc:sldChg chg="modSp mod">
        <pc:chgData name="Percy Cheng" userId="80d21a9e-6369-43b4-82a5-7a824c783934" providerId="ADAL" clId="{73465DDD-1BA9-44A0-A1ED-3FC404E5F03F}" dt="2026-09-17T03:57:56.268" v="1" actId="14100"/>
        <pc:sldMkLst>
          <pc:docMk/>
          <pc:sldMk cId="3243978324" sldId="369"/>
        </pc:sldMkLst>
        <pc:spChg chg="mod">
          <ac:chgData name="Percy Cheng" userId="80d21a9e-6369-43b4-82a5-7a824c783934" providerId="ADAL" clId="{73465DDD-1BA9-44A0-A1ED-3FC404E5F03F}" dt="2026-09-17T03:57:56.268" v="1" actId="14100"/>
          <ac:spMkLst>
            <pc:docMk/>
            <pc:sldMk cId="3243978324" sldId="369"/>
            <ac:spMk id="3" creationId="{927E4A7A-0412-B2D7-AD08-5530324D997C}"/>
          </ac:spMkLst>
        </pc:spChg>
      </pc:sldChg>
    </pc:docChg>
  </pc:docChgLst>
  <pc:docChgLst>
    <pc:chgData name="Percy Cheng" userId="S::percycheng@seedfoundation.hk::80d21a9e-6369-43b4-82a5-7a824c783934" providerId="AD" clId="Web-{D0AAE776-F249-C5A7-9307-E45D3B140746}"/>
    <pc:docChg chg="modSld sldOrd">
      <pc:chgData name="Percy Cheng" userId="S::percycheng@seedfoundation.hk::80d21a9e-6369-43b4-82a5-7a824c783934" providerId="AD" clId="Web-{D0AAE776-F249-C5A7-9307-E45D3B140746}" dt="2026-09-14T09:14:53.813" v="9"/>
      <pc:docMkLst>
        <pc:docMk/>
      </pc:docMkLst>
      <pc:sldChg chg="addSp delSp modSp ord">
        <pc:chgData name="Percy Cheng" userId="S::percycheng@seedfoundation.hk::80d21a9e-6369-43b4-82a5-7a824c783934" providerId="AD" clId="Web-{D0AAE776-F249-C5A7-9307-E45D3B140746}" dt="2026-09-14T09:14:53.813" v="9"/>
        <pc:sldMkLst>
          <pc:docMk/>
          <pc:sldMk cId="3841237431" sldId="368"/>
        </pc:sldMkLst>
        <pc:picChg chg="add mod">
          <ac:chgData name="Percy Cheng" userId="S::percycheng@seedfoundation.hk::80d21a9e-6369-43b4-82a5-7a824c783934" providerId="AD" clId="Web-{D0AAE776-F249-C5A7-9307-E45D3B140746}" dt="2026-09-14T09:10:20.411" v="8" actId="1076"/>
          <ac:picMkLst>
            <pc:docMk/>
            <pc:sldMk cId="3841237431" sldId="368"/>
            <ac:picMk id="6" creationId="{1942FC41-3A37-407F-A46C-41B8C95FA889}"/>
          </ac:picMkLst>
        </pc:picChg>
      </pc:sldChg>
    </pc:docChg>
  </pc:docChgLst>
  <pc:docChgLst>
    <pc:chgData name="Percy Cheng" userId="80d21a9e-6369-43b4-82a5-7a824c783934" providerId="ADAL" clId="{C84E1C63-A3C1-4CE9-AA00-2937A243E433}"/>
    <pc:docChg chg="undo custSel addSld delSld modSld sldOrd modSection">
      <pc:chgData name="Percy Cheng" userId="80d21a9e-6369-43b4-82a5-7a824c783934" providerId="ADAL" clId="{C84E1C63-A3C1-4CE9-AA00-2937A243E433}" dt="2026-09-23T03:10:32.860" v="2304" actId="20577"/>
      <pc:docMkLst>
        <pc:docMk/>
      </pc:docMkLst>
      <pc:sldChg chg="mod modShow">
        <pc:chgData name="Percy Cheng" userId="80d21a9e-6369-43b4-82a5-7a824c783934" providerId="ADAL" clId="{C84E1C63-A3C1-4CE9-AA00-2937A243E433}" dt="2026-09-11T09:51:31.993" v="13" actId="729"/>
        <pc:sldMkLst>
          <pc:docMk/>
          <pc:sldMk cId="716901380" sldId="304"/>
        </pc:sldMkLst>
      </pc:sldChg>
      <pc:sldChg chg="mod modShow">
        <pc:chgData name="Percy Cheng" userId="80d21a9e-6369-43b4-82a5-7a824c783934" providerId="ADAL" clId="{C84E1C63-A3C1-4CE9-AA00-2937A243E433}" dt="2026-09-11T09:48:36.292" v="3" actId="729"/>
        <pc:sldMkLst>
          <pc:docMk/>
          <pc:sldMk cId="2567134419" sldId="306"/>
        </pc:sldMkLst>
      </pc:sldChg>
      <pc:sldChg chg="add">
        <pc:chgData name="Percy Cheng" userId="80d21a9e-6369-43b4-82a5-7a824c783934" providerId="ADAL" clId="{C84E1C63-A3C1-4CE9-AA00-2937A243E433}" dt="2026-09-14T04:07:39.767" v="564"/>
        <pc:sldMkLst>
          <pc:docMk/>
          <pc:sldMk cId="4241804293" sldId="318"/>
        </pc:sldMkLst>
      </pc:sldChg>
      <pc:sldChg chg="mod modShow">
        <pc:chgData name="Percy Cheng" userId="80d21a9e-6369-43b4-82a5-7a824c783934" providerId="ADAL" clId="{C84E1C63-A3C1-4CE9-AA00-2937A243E433}" dt="2026-09-11T09:54:11.845" v="58" actId="729"/>
        <pc:sldMkLst>
          <pc:docMk/>
          <pc:sldMk cId="286689110" sldId="319"/>
        </pc:sldMkLst>
      </pc:sldChg>
      <pc:sldChg chg="add">
        <pc:chgData name="Percy Cheng" userId="80d21a9e-6369-43b4-82a5-7a824c783934" providerId="ADAL" clId="{C84E1C63-A3C1-4CE9-AA00-2937A243E433}" dt="2026-09-14T04:07:39.767" v="564"/>
        <pc:sldMkLst>
          <pc:docMk/>
          <pc:sldMk cId="3563041954" sldId="320"/>
        </pc:sldMkLst>
      </pc:sldChg>
      <pc:sldChg chg="mod modShow">
        <pc:chgData name="Percy Cheng" userId="80d21a9e-6369-43b4-82a5-7a824c783934" providerId="ADAL" clId="{C84E1C63-A3C1-4CE9-AA00-2937A243E433}" dt="2026-09-11T09:54:02.002" v="56" actId="729"/>
        <pc:sldMkLst>
          <pc:docMk/>
          <pc:sldMk cId="271343452" sldId="322"/>
        </pc:sldMkLst>
      </pc:sldChg>
      <pc:sldChg chg="modSp ord">
        <pc:chgData name="Percy Cheng" userId="80d21a9e-6369-43b4-82a5-7a824c783934" providerId="ADAL" clId="{C84E1C63-A3C1-4CE9-AA00-2937A243E433}" dt="2026-09-16T04:14:21.031" v="735"/>
        <pc:sldMkLst>
          <pc:docMk/>
          <pc:sldMk cId="3515195922" sldId="323"/>
        </pc:sldMkLst>
        <pc:spChg chg="mod">
          <ac:chgData name="Percy Cheng" userId="80d21a9e-6369-43b4-82a5-7a824c783934" providerId="ADAL" clId="{C84E1C63-A3C1-4CE9-AA00-2937A243E433}" dt="2026-09-16T04:14:21.031" v="735"/>
          <ac:spMkLst>
            <pc:docMk/>
            <pc:sldMk cId="3515195922" sldId="323"/>
            <ac:spMk id="2" creationId="{91B603B7-85DC-7A4A-8A71-F6334A847444}"/>
          </ac:spMkLst>
        </pc:spChg>
      </pc:sldChg>
      <pc:sldChg chg="mod modShow">
        <pc:chgData name="Percy Cheng" userId="80d21a9e-6369-43b4-82a5-7a824c783934" providerId="ADAL" clId="{C84E1C63-A3C1-4CE9-AA00-2937A243E433}" dt="2026-09-11T09:54:08.300" v="57" actId="729"/>
        <pc:sldMkLst>
          <pc:docMk/>
          <pc:sldMk cId="1056421470" sldId="324"/>
        </pc:sldMkLst>
      </pc:sldChg>
      <pc:sldChg chg="add">
        <pc:chgData name="Percy Cheng" userId="80d21a9e-6369-43b4-82a5-7a824c783934" providerId="ADAL" clId="{C84E1C63-A3C1-4CE9-AA00-2937A243E433}" dt="2026-09-14T04:07:39.767" v="564"/>
        <pc:sldMkLst>
          <pc:docMk/>
          <pc:sldMk cId="3852725399" sldId="325"/>
        </pc:sldMkLst>
      </pc:sldChg>
      <pc:sldChg chg="add">
        <pc:chgData name="Percy Cheng" userId="80d21a9e-6369-43b4-82a5-7a824c783934" providerId="ADAL" clId="{C84E1C63-A3C1-4CE9-AA00-2937A243E433}" dt="2026-09-14T04:07:39.767" v="564"/>
        <pc:sldMkLst>
          <pc:docMk/>
          <pc:sldMk cId="2841480084" sldId="326"/>
        </pc:sldMkLst>
      </pc:sldChg>
      <pc:sldChg chg="add">
        <pc:chgData name="Percy Cheng" userId="80d21a9e-6369-43b4-82a5-7a824c783934" providerId="ADAL" clId="{C84E1C63-A3C1-4CE9-AA00-2937A243E433}" dt="2026-09-14T04:07:39.767" v="564"/>
        <pc:sldMkLst>
          <pc:docMk/>
          <pc:sldMk cId="2846221854" sldId="327"/>
        </pc:sldMkLst>
      </pc:sldChg>
      <pc:sldChg chg="add">
        <pc:chgData name="Percy Cheng" userId="80d21a9e-6369-43b4-82a5-7a824c783934" providerId="ADAL" clId="{C84E1C63-A3C1-4CE9-AA00-2937A243E433}" dt="2026-09-14T04:07:39.767" v="564"/>
        <pc:sldMkLst>
          <pc:docMk/>
          <pc:sldMk cId="4262125145" sldId="328"/>
        </pc:sldMkLst>
      </pc:sldChg>
      <pc:sldChg chg="add">
        <pc:chgData name="Percy Cheng" userId="80d21a9e-6369-43b4-82a5-7a824c783934" providerId="ADAL" clId="{C84E1C63-A3C1-4CE9-AA00-2937A243E433}" dt="2026-09-14T04:07:39.767" v="564"/>
        <pc:sldMkLst>
          <pc:docMk/>
          <pc:sldMk cId="3121482248" sldId="329"/>
        </pc:sldMkLst>
      </pc:sldChg>
      <pc:sldChg chg="add">
        <pc:chgData name="Percy Cheng" userId="80d21a9e-6369-43b4-82a5-7a824c783934" providerId="ADAL" clId="{C84E1C63-A3C1-4CE9-AA00-2937A243E433}" dt="2026-09-14T04:07:39.767" v="564"/>
        <pc:sldMkLst>
          <pc:docMk/>
          <pc:sldMk cId="2378737406" sldId="330"/>
        </pc:sldMkLst>
      </pc:sldChg>
      <pc:sldChg chg="ord">
        <pc:chgData name="Percy Cheng" userId="80d21a9e-6369-43b4-82a5-7a824c783934" providerId="ADAL" clId="{C84E1C63-A3C1-4CE9-AA00-2937A243E433}" dt="2026-09-16T04:13:59.762" v="732"/>
        <pc:sldMkLst>
          <pc:docMk/>
          <pc:sldMk cId="1756684640" sldId="331"/>
        </pc:sldMkLst>
      </pc:sldChg>
      <pc:sldChg chg="add">
        <pc:chgData name="Percy Cheng" userId="80d21a9e-6369-43b4-82a5-7a824c783934" providerId="ADAL" clId="{C84E1C63-A3C1-4CE9-AA00-2937A243E433}" dt="2026-09-14T04:07:39.767" v="564"/>
        <pc:sldMkLst>
          <pc:docMk/>
          <pc:sldMk cId="3079220728" sldId="332"/>
        </pc:sldMkLst>
      </pc:sldChg>
      <pc:sldChg chg="mod modShow">
        <pc:chgData name="Percy Cheng" userId="80d21a9e-6369-43b4-82a5-7a824c783934" providerId="ADAL" clId="{C84E1C63-A3C1-4CE9-AA00-2937A243E433}" dt="2026-09-11T09:54:14.067" v="59" actId="729"/>
        <pc:sldMkLst>
          <pc:docMk/>
          <pc:sldMk cId="4166569167" sldId="333"/>
        </pc:sldMkLst>
      </pc:sldChg>
      <pc:sldChg chg="add">
        <pc:chgData name="Percy Cheng" userId="80d21a9e-6369-43b4-82a5-7a824c783934" providerId="ADAL" clId="{C84E1C63-A3C1-4CE9-AA00-2937A243E433}" dt="2026-09-14T04:07:39.767" v="564"/>
        <pc:sldMkLst>
          <pc:docMk/>
          <pc:sldMk cId="3955640641" sldId="334"/>
        </pc:sldMkLst>
      </pc:sldChg>
      <pc:sldChg chg="add">
        <pc:chgData name="Percy Cheng" userId="80d21a9e-6369-43b4-82a5-7a824c783934" providerId="ADAL" clId="{C84E1C63-A3C1-4CE9-AA00-2937A243E433}" dt="2026-09-14T04:07:39.767" v="564"/>
        <pc:sldMkLst>
          <pc:docMk/>
          <pc:sldMk cId="2486745200" sldId="359"/>
        </pc:sldMkLst>
      </pc:sldChg>
      <pc:sldChg chg="modSp add">
        <pc:chgData name="Percy Cheng" userId="80d21a9e-6369-43b4-82a5-7a824c783934" providerId="ADAL" clId="{C84E1C63-A3C1-4CE9-AA00-2937A243E433}" dt="2026-09-16T04:20:34.231" v="769"/>
        <pc:sldMkLst>
          <pc:docMk/>
          <pc:sldMk cId="3244135194" sldId="360"/>
        </pc:sldMkLst>
        <pc:spChg chg="mod">
          <ac:chgData name="Percy Cheng" userId="80d21a9e-6369-43b4-82a5-7a824c783934" providerId="ADAL" clId="{C84E1C63-A3C1-4CE9-AA00-2937A243E433}" dt="2026-09-16T04:20:34.231" v="769"/>
          <ac:spMkLst>
            <pc:docMk/>
            <pc:sldMk cId="3244135194" sldId="360"/>
            <ac:spMk id="43" creationId="{F62EF459-8BAC-DF9B-ABB0-9432BBD41310}"/>
          </ac:spMkLst>
        </pc:spChg>
      </pc:sldChg>
      <pc:sldChg chg="addSp delSp modSp add mod setBg">
        <pc:chgData name="Percy Cheng" userId="80d21a9e-6369-43b4-82a5-7a824c783934" providerId="ADAL" clId="{C84E1C63-A3C1-4CE9-AA00-2937A243E433}" dt="2026-09-22T08:12:30.678" v="1947"/>
        <pc:sldMkLst>
          <pc:docMk/>
          <pc:sldMk cId="4254609961" sldId="361"/>
        </pc:sldMkLst>
        <pc:spChg chg="mod">
          <ac:chgData name="Percy Cheng" userId="80d21a9e-6369-43b4-82a5-7a824c783934" providerId="ADAL" clId="{C84E1C63-A3C1-4CE9-AA00-2937A243E433}" dt="2026-09-16T03:22:24.720" v="586" actId="20577"/>
          <ac:spMkLst>
            <pc:docMk/>
            <pc:sldMk cId="4254609961" sldId="361"/>
            <ac:spMk id="2" creationId="{38327B25-75C0-03B4-DA1A-9C51001886D3}"/>
          </ac:spMkLst>
        </pc:spChg>
        <pc:spChg chg="mod">
          <ac:chgData name="Percy Cheng" userId="80d21a9e-6369-43b4-82a5-7a824c783934" providerId="ADAL" clId="{C84E1C63-A3C1-4CE9-AA00-2937A243E433}" dt="2026-09-11T09:52:21.422" v="38" actId="113"/>
          <ac:spMkLst>
            <pc:docMk/>
            <pc:sldMk cId="4254609961" sldId="361"/>
            <ac:spMk id="5" creationId="{B02E0073-813D-175E-6B38-D4C19012DAEF}"/>
          </ac:spMkLst>
        </pc:spChg>
        <pc:spChg chg="mod">
          <ac:chgData name="Percy Cheng" userId="80d21a9e-6369-43b4-82a5-7a824c783934" providerId="ADAL" clId="{C84E1C63-A3C1-4CE9-AA00-2937A243E433}" dt="2026-09-11T09:52:28.522" v="41"/>
          <ac:spMkLst>
            <pc:docMk/>
            <pc:sldMk cId="4254609961" sldId="361"/>
            <ac:spMk id="12" creationId="{2BF0D76C-6CBB-86C1-F274-C7E8B5591D2D}"/>
          </ac:spMkLst>
        </pc:spChg>
      </pc:sldChg>
      <pc:sldChg chg="addSp delSp modSp add del mod ord modClrScheme modShow chgLayout">
        <pc:chgData name="Percy Cheng" userId="80d21a9e-6369-43b4-82a5-7a824c783934" providerId="ADAL" clId="{C84E1C63-A3C1-4CE9-AA00-2937A243E433}" dt="2026-09-21T06:11:09.846" v="1611" actId="729"/>
        <pc:sldMkLst>
          <pc:docMk/>
          <pc:sldMk cId="2749393693" sldId="365"/>
        </pc:sldMkLst>
        <pc:spChg chg="mod">
          <ac:chgData name="Percy Cheng" userId="80d21a9e-6369-43b4-82a5-7a824c783934" providerId="ADAL" clId="{C84E1C63-A3C1-4CE9-AA00-2937A243E433}" dt="2026-09-16T03:55:57.251" v="665" actId="2711"/>
          <ac:spMkLst>
            <pc:docMk/>
            <pc:sldMk cId="2749393693" sldId="365"/>
            <ac:spMk id="2" creationId="{BF873087-D61A-4BB3-880E-CB4DB0E6234C}"/>
          </ac:spMkLst>
        </pc:spChg>
        <pc:spChg chg="mod">
          <ac:chgData name="Percy Cheng" userId="80d21a9e-6369-43b4-82a5-7a824c783934" providerId="ADAL" clId="{C84E1C63-A3C1-4CE9-AA00-2937A243E433}" dt="2026-09-21T06:06:23.123" v="1549" actId="20577"/>
          <ac:spMkLst>
            <pc:docMk/>
            <pc:sldMk cId="2749393693" sldId="365"/>
            <ac:spMk id="3" creationId="{9120FED7-A19F-C92A-1011-084AD2B92143}"/>
          </ac:spMkLst>
        </pc:spChg>
        <pc:spChg chg="mod ord modVis">
          <ac:chgData name="Percy Cheng" userId="80d21a9e-6369-43b4-82a5-7a824c783934" providerId="ADAL" clId="{C84E1C63-A3C1-4CE9-AA00-2937A243E433}" dt="2026-09-16T03:55:29.090" v="660" actId="26606"/>
          <ac:spMkLst>
            <pc:docMk/>
            <pc:sldMk cId="2749393693" sldId="365"/>
            <ac:spMk id="4" creationId="{81A265EB-8C03-9EF2-6CF6-D6C6EBF147C1}"/>
          </ac:spMkLst>
        </pc:spChg>
        <pc:picChg chg="add mod ord modCrop">
          <ac:chgData name="Percy Cheng" userId="80d21a9e-6369-43b4-82a5-7a824c783934" providerId="ADAL" clId="{C84E1C63-A3C1-4CE9-AA00-2937A243E433}" dt="2026-09-16T03:56:22.955" v="671" actId="1076"/>
          <ac:picMkLst>
            <pc:docMk/>
            <pc:sldMk cId="2749393693" sldId="365"/>
            <ac:picMk id="5" creationId="{5D84286B-18BE-031C-42E8-3286209F69FA}"/>
          </ac:picMkLst>
        </pc:picChg>
        <pc:picChg chg="add mod">
          <ac:chgData name="Percy Cheng" userId="80d21a9e-6369-43b4-82a5-7a824c783934" providerId="ADAL" clId="{C84E1C63-A3C1-4CE9-AA00-2937A243E433}" dt="2026-09-16T03:57:11.810" v="682" actId="1036"/>
          <ac:picMkLst>
            <pc:docMk/>
            <pc:sldMk cId="2749393693" sldId="365"/>
            <ac:picMk id="7" creationId="{B5906B4C-E4A0-9936-DF9D-5DB2BBE5530B}"/>
          </ac:picMkLst>
        </pc:picChg>
        <pc:picChg chg="add mod">
          <ac:chgData name="Percy Cheng" userId="80d21a9e-6369-43b4-82a5-7a824c783934" providerId="ADAL" clId="{C84E1C63-A3C1-4CE9-AA00-2937A243E433}" dt="2026-09-16T03:57:25.136" v="685" actId="1035"/>
          <ac:picMkLst>
            <pc:docMk/>
            <pc:sldMk cId="2749393693" sldId="365"/>
            <ac:picMk id="9" creationId="{27C978FF-3CA0-5329-5D5A-05E754260CC8}"/>
          </ac:picMkLst>
        </pc:picChg>
      </pc:sldChg>
      <pc:sldChg chg="addSp delSp modSp add mod">
        <pc:chgData name="Percy Cheng" userId="80d21a9e-6369-43b4-82a5-7a824c783934" providerId="ADAL" clId="{C84E1C63-A3C1-4CE9-AA00-2937A243E433}" dt="2026-09-22T09:09:37.114" v="2156" actId="20577"/>
        <pc:sldMkLst>
          <pc:docMk/>
          <pc:sldMk cId="446553458" sldId="366"/>
        </pc:sldMkLst>
        <pc:spChg chg="mod">
          <ac:chgData name="Percy Cheng" userId="80d21a9e-6369-43b4-82a5-7a824c783934" providerId="ADAL" clId="{C84E1C63-A3C1-4CE9-AA00-2937A243E433}" dt="2026-09-11T09:52:02.527" v="34" actId="113"/>
          <ac:spMkLst>
            <pc:docMk/>
            <pc:sldMk cId="446553458" sldId="366"/>
            <ac:spMk id="2" creationId="{1AE6DA9A-9A35-5917-801D-004E4535AB48}"/>
          </ac:spMkLst>
        </pc:spChg>
        <pc:spChg chg="mod">
          <ac:chgData name="Percy Cheng" userId="80d21a9e-6369-43b4-82a5-7a824c783934" providerId="ADAL" clId="{C84E1C63-A3C1-4CE9-AA00-2937A243E433}" dt="2026-09-22T09:09:37.114" v="2156" actId="20577"/>
          <ac:spMkLst>
            <pc:docMk/>
            <pc:sldMk cId="446553458" sldId="366"/>
            <ac:spMk id="3" creationId="{871BF08F-4AE0-7A0C-59F6-1469D09F3FD3}"/>
          </ac:spMkLst>
        </pc:spChg>
        <pc:spChg chg="mod">
          <ac:chgData name="Percy Cheng" userId="80d21a9e-6369-43b4-82a5-7a824c783934" providerId="ADAL" clId="{C84E1C63-A3C1-4CE9-AA00-2937A243E433}" dt="2026-09-11T09:52:00.520" v="33" actId="2711"/>
          <ac:spMkLst>
            <pc:docMk/>
            <pc:sldMk cId="446553458" sldId="366"/>
            <ac:spMk id="4" creationId="{2D97E6B7-A4DE-3F3E-14C0-A92AD96AE592}"/>
          </ac:spMkLst>
        </pc:spChg>
        <pc:spChg chg="mod">
          <ac:chgData name="Percy Cheng" userId="80d21a9e-6369-43b4-82a5-7a824c783934" providerId="ADAL" clId="{C84E1C63-A3C1-4CE9-AA00-2937A243E433}" dt="2026-09-21T04:16:54.855" v="1378" actId="20577"/>
          <ac:spMkLst>
            <pc:docMk/>
            <pc:sldMk cId="446553458" sldId="366"/>
            <ac:spMk id="5" creationId="{D997A760-84E6-5016-D66B-032FE7BE909E}"/>
          </ac:spMkLst>
        </pc:spChg>
      </pc:sldChg>
      <pc:sldChg chg="modSp add mod">
        <pc:chgData name="Percy Cheng" userId="80d21a9e-6369-43b4-82a5-7a824c783934" providerId="ADAL" clId="{C84E1C63-A3C1-4CE9-AA00-2937A243E433}" dt="2026-09-23T03:10:32.860" v="2304" actId="20577"/>
        <pc:sldMkLst>
          <pc:docMk/>
          <pc:sldMk cId="265627785" sldId="367"/>
        </pc:sldMkLst>
        <pc:spChg chg="mod">
          <ac:chgData name="Percy Cheng" userId="80d21a9e-6369-43b4-82a5-7a824c783934" providerId="ADAL" clId="{C84E1C63-A3C1-4CE9-AA00-2937A243E433}" dt="2026-09-23T03:10:32.860" v="2304" actId="20577"/>
          <ac:spMkLst>
            <pc:docMk/>
            <pc:sldMk cId="265627785" sldId="367"/>
            <ac:spMk id="5" creationId="{217F101E-9DCB-DFCE-8277-CEC1620B7DC6}"/>
          </ac:spMkLst>
        </pc:spChg>
        <pc:spChg chg="mod">
          <ac:chgData name="Percy Cheng" userId="80d21a9e-6369-43b4-82a5-7a824c783934" providerId="ADAL" clId="{C84E1C63-A3C1-4CE9-AA00-2937A243E433}" dt="2026-09-23T03:10:28.569" v="2303" actId="20577"/>
          <ac:spMkLst>
            <pc:docMk/>
            <pc:sldMk cId="265627785" sldId="367"/>
            <ac:spMk id="6" creationId="{B41E3E02-1C0A-0669-5740-B7287879DD35}"/>
          </ac:spMkLst>
        </pc:spChg>
      </pc:sldChg>
      <pc:sldChg chg="modSp add mod">
        <pc:chgData name="Percy Cheng" userId="80d21a9e-6369-43b4-82a5-7a824c783934" providerId="ADAL" clId="{C84E1C63-A3C1-4CE9-AA00-2937A243E433}" dt="2026-09-16T03:26:08.857" v="588" actId="14100"/>
        <pc:sldMkLst>
          <pc:docMk/>
          <pc:sldMk cId="3841237431" sldId="368"/>
        </pc:sldMkLst>
        <pc:spChg chg="mod">
          <ac:chgData name="Percy Cheng" userId="80d21a9e-6369-43b4-82a5-7a824c783934" providerId="ADAL" clId="{C84E1C63-A3C1-4CE9-AA00-2937A243E433}" dt="2026-09-14T09:23:17.394" v="569"/>
          <ac:spMkLst>
            <pc:docMk/>
            <pc:sldMk cId="3841237431" sldId="368"/>
            <ac:spMk id="2" creationId="{ED24CEAA-E13A-2C1C-FDA7-53D730D1147C}"/>
          </ac:spMkLst>
        </pc:spChg>
        <pc:spChg chg="mod">
          <ac:chgData name="Percy Cheng" userId="80d21a9e-6369-43b4-82a5-7a824c783934" providerId="ADAL" clId="{C84E1C63-A3C1-4CE9-AA00-2937A243E433}" dt="2026-09-16T03:26:08.857" v="588" actId="14100"/>
          <ac:spMkLst>
            <pc:docMk/>
            <pc:sldMk cId="3841237431" sldId="368"/>
            <ac:spMk id="3" creationId="{8EF88201-B075-071B-C232-B5BA1A313153}"/>
          </ac:spMkLst>
        </pc:spChg>
        <pc:spChg chg="mod">
          <ac:chgData name="Percy Cheng" userId="80d21a9e-6369-43b4-82a5-7a824c783934" providerId="ADAL" clId="{C84E1C63-A3C1-4CE9-AA00-2937A243E433}" dt="2026-09-11T09:55:32.893" v="73" actId="2711"/>
          <ac:spMkLst>
            <pc:docMk/>
            <pc:sldMk cId="3841237431" sldId="368"/>
            <ac:spMk id="4" creationId="{A4813FAE-10D6-9D8A-C5F2-DECC48B680E0}"/>
          </ac:spMkLst>
        </pc:spChg>
      </pc:sldChg>
      <pc:sldChg chg="addSp delSp modSp add mod modClrScheme chgLayout">
        <pc:chgData name="Percy Cheng" userId="80d21a9e-6369-43b4-82a5-7a824c783934" providerId="ADAL" clId="{C84E1C63-A3C1-4CE9-AA00-2937A243E433}" dt="2026-09-21T06:30:47.298" v="1850" actId="20577"/>
        <pc:sldMkLst>
          <pc:docMk/>
          <pc:sldMk cId="3243978324" sldId="369"/>
        </pc:sldMkLst>
        <pc:spChg chg="mod">
          <ac:chgData name="Percy Cheng" userId="80d21a9e-6369-43b4-82a5-7a824c783934" providerId="ADAL" clId="{C84E1C63-A3C1-4CE9-AA00-2937A243E433}" dt="2026-09-16T03:58:35.131" v="713" actId="27636"/>
          <ac:spMkLst>
            <pc:docMk/>
            <pc:sldMk cId="3243978324" sldId="369"/>
            <ac:spMk id="2" creationId="{29B2E04D-401F-D5F8-6B19-2D5F6D207C7D}"/>
          </ac:spMkLst>
        </pc:spChg>
        <pc:spChg chg="mod">
          <ac:chgData name="Percy Cheng" userId="80d21a9e-6369-43b4-82a5-7a824c783934" providerId="ADAL" clId="{C84E1C63-A3C1-4CE9-AA00-2937A243E433}" dt="2026-09-21T06:30:47.298" v="1850" actId="20577"/>
          <ac:spMkLst>
            <pc:docMk/>
            <pc:sldMk cId="3243978324" sldId="369"/>
            <ac:spMk id="3" creationId="{927E4A7A-0412-B2D7-AD08-5530324D997C}"/>
          </ac:spMkLst>
        </pc:spChg>
        <pc:spChg chg="mod ord modVis">
          <ac:chgData name="Percy Cheng" userId="80d21a9e-6369-43b4-82a5-7a824c783934" providerId="ADAL" clId="{C84E1C63-A3C1-4CE9-AA00-2937A243E433}" dt="2026-09-16T03:58:02.372" v="702" actId="26606"/>
          <ac:spMkLst>
            <pc:docMk/>
            <pc:sldMk cId="3243978324" sldId="369"/>
            <ac:spMk id="4" creationId="{F960FF34-B409-2D79-8B0A-AEA0A68412C6}"/>
          </ac:spMkLst>
        </pc:spChg>
        <pc:picChg chg="add mod ord modCrop">
          <ac:chgData name="Percy Cheng" userId="80d21a9e-6369-43b4-82a5-7a824c783934" providerId="ADAL" clId="{C84E1C63-A3C1-4CE9-AA00-2937A243E433}" dt="2026-09-16T03:58:58.429" v="717" actId="1076"/>
          <ac:picMkLst>
            <pc:docMk/>
            <pc:sldMk cId="3243978324" sldId="369"/>
            <ac:picMk id="7" creationId="{27276269-3BD7-4B9A-4629-E948FA4635E6}"/>
          </ac:picMkLst>
        </pc:picChg>
      </pc:sldChg>
      <pc:sldChg chg="addSp delSp modSp add mod">
        <pc:chgData name="Percy Cheng" userId="80d21a9e-6369-43b4-82a5-7a824c783934" providerId="ADAL" clId="{C84E1C63-A3C1-4CE9-AA00-2937A243E433}" dt="2026-09-21T06:13:16.721" v="1644" actId="20577"/>
        <pc:sldMkLst>
          <pc:docMk/>
          <pc:sldMk cId="4253955839" sldId="371"/>
        </pc:sldMkLst>
        <pc:spChg chg="mod">
          <ac:chgData name="Percy Cheng" userId="80d21a9e-6369-43b4-82a5-7a824c783934" providerId="ADAL" clId="{C84E1C63-A3C1-4CE9-AA00-2937A243E433}" dt="2026-09-21T06:13:16.721" v="1644" actId="20577"/>
          <ac:spMkLst>
            <pc:docMk/>
            <pc:sldMk cId="4253955839" sldId="371"/>
            <ac:spMk id="2" creationId="{09E8C6F0-0A12-316C-266D-81EEFEC9425E}"/>
          </ac:spMkLst>
        </pc:spChg>
        <pc:spChg chg="mod">
          <ac:chgData name="Percy Cheng" userId="80d21a9e-6369-43b4-82a5-7a824c783934" providerId="ADAL" clId="{C84E1C63-A3C1-4CE9-AA00-2937A243E433}" dt="2026-09-21T06:12:58.850" v="1643" actId="20577"/>
          <ac:spMkLst>
            <pc:docMk/>
            <pc:sldMk cId="4253955839" sldId="371"/>
            <ac:spMk id="3" creationId="{2D2DAE96-94CB-04C6-6944-75567E346364}"/>
          </ac:spMkLst>
        </pc:spChg>
        <pc:picChg chg="add mod ord modCrop">
          <ac:chgData name="Percy Cheng" userId="80d21a9e-6369-43b4-82a5-7a824c783934" providerId="ADAL" clId="{C84E1C63-A3C1-4CE9-AA00-2937A243E433}" dt="2026-09-21T04:09:05.974" v="1279" actId="14100"/>
          <ac:picMkLst>
            <pc:docMk/>
            <pc:sldMk cId="4253955839" sldId="371"/>
            <ac:picMk id="8" creationId="{ABB8E219-1F26-CDCE-EC3A-EF0203A7AB23}"/>
          </ac:picMkLst>
        </pc:picChg>
      </pc:sldChg>
      <pc:sldChg chg="addSp modSp add mod">
        <pc:chgData name="Percy Cheng" userId="80d21a9e-6369-43b4-82a5-7a824c783934" providerId="ADAL" clId="{C84E1C63-A3C1-4CE9-AA00-2937A243E433}" dt="2026-09-22T08:34:10.609" v="1949" actId="20577"/>
        <pc:sldMkLst>
          <pc:docMk/>
          <pc:sldMk cId="3705515347" sldId="372"/>
        </pc:sldMkLst>
        <pc:spChg chg="mod">
          <ac:chgData name="Percy Cheng" userId="80d21a9e-6369-43b4-82a5-7a824c783934" providerId="ADAL" clId="{C84E1C63-A3C1-4CE9-AA00-2937A243E433}" dt="2026-09-22T08:34:10.609" v="1949" actId="20577"/>
          <ac:spMkLst>
            <pc:docMk/>
            <pc:sldMk cId="3705515347" sldId="372"/>
            <ac:spMk id="2" creationId="{E97FD0BE-2B28-B21C-715A-BA450B294D10}"/>
          </ac:spMkLst>
        </pc:spChg>
        <pc:spChg chg="mod">
          <ac:chgData name="Percy Cheng" userId="80d21a9e-6369-43b4-82a5-7a824c783934" providerId="ADAL" clId="{C84E1C63-A3C1-4CE9-AA00-2937A243E433}" dt="2026-09-21T06:18:19.507" v="1727" actId="20577"/>
          <ac:spMkLst>
            <pc:docMk/>
            <pc:sldMk cId="3705515347" sldId="372"/>
            <ac:spMk id="3" creationId="{78E2D2AD-F40C-5476-ADDA-468FCC890ADC}"/>
          </ac:spMkLst>
        </pc:spChg>
        <pc:picChg chg="add mod modCrop">
          <ac:chgData name="Percy Cheng" userId="80d21a9e-6369-43b4-82a5-7a824c783934" providerId="ADAL" clId="{C84E1C63-A3C1-4CE9-AA00-2937A243E433}" dt="2026-09-16T04:27:33.747" v="787" actId="1076"/>
          <ac:picMkLst>
            <pc:docMk/>
            <pc:sldMk cId="3705515347" sldId="372"/>
            <ac:picMk id="5" creationId="{36E132A9-6979-EA4A-A277-B89E447274FB}"/>
          </ac:picMkLst>
        </pc:picChg>
      </pc:sldChg>
      <pc:sldChg chg="addSp delSp modSp add mod">
        <pc:chgData name="Percy Cheng" userId="80d21a9e-6369-43b4-82a5-7a824c783934" providerId="ADAL" clId="{C84E1C63-A3C1-4CE9-AA00-2937A243E433}" dt="2026-09-22T08:51:34.695" v="1987" actId="20577"/>
        <pc:sldMkLst>
          <pc:docMk/>
          <pc:sldMk cId="1052191041" sldId="373"/>
        </pc:sldMkLst>
        <pc:spChg chg="mod">
          <ac:chgData name="Percy Cheng" userId="80d21a9e-6369-43b4-82a5-7a824c783934" providerId="ADAL" clId="{C84E1C63-A3C1-4CE9-AA00-2937A243E433}" dt="2026-09-22T08:34:13.131" v="1950" actId="20577"/>
          <ac:spMkLst>
            <pc:docMk/>
            <pc:sldMk cId="1052191041" sldId="373"/>
            <ac:spMk id="2" creationId="{BD51E453-E52B-EB7A-1D15-02B3CA0A47EF}"/>
          </ac:spMkLst>
        </pc:spChg>
        <pc:spChg chg="mod">
          <ac:chgData name="Percy Cheng" userId="80d21a9e-6369-43b4-82a5-7a824c783934" providerId="ADAL" clId="{C84E1C63-A3C1-4CE9-AA00-2937A243E433}" dt="2026-09-22T08:51:34.695" v="1987" actId="20577"/>
          <ac:spMkLst>
            <pc:docMk/>
            <pc:sldMk cId="1052191041" sldId="373"/>
            <ac:spMk id="3" creationId="{2F7BDC00-0CBD-D9EA-5DA2-57771CEDD425}"/>
          </ac:spMkLst>
        </pc:spChg>
        <pc:picChg chg="add mod ord">
          <ac:chgData name="Percy Cheng" userId="80d21a9e-6369-43b4-82a5-7a824c783934" providerId="ADAL" clId="{C84E1C63-A3C1-4CE9-AA00-2937A243E433}" dt="2026-09-21T06:21:47.477" v="1745" actId="1076"/>
          <ac:picMkLst>
            <pc:docMk/>
            <pc:sldMk cId="1052191041" sldId="373"/>
            <ac:picMk id="6" creationId="{83A4D697-271E-518B-CA0A-F6D058E40C64}"/>
          </ac:picMkLst>
        </pc:picChg>
      </pc:sldChg>
      <pc:sldChg chg="modSp add mod">
        <pc:chgData name="Percy Cheng" userId="80d21a9e-6369-43b4-82a5-7a824c783934" providerId="ADAL" clId="{C84E1C63-A3C1-4CE9-AA00-2937A243E433}" dt="2026-09-22T08:34:17.787" v="1953" actId="20577"/>
        <pc:sldMkLst>
          <pc:docMk/>
          <pc:sldMk cId="791091270" sldId="374"/>
        </pc:sldMkLst>
        <pc:spChg chg="mod">
          <ac:chgData name="Percy Cheng" userId="80d21a9e-6369-43b4-82a5-7a824c783934" providerId="ADAL" clId="{C84E1C63-A3C1-4CE9-AA00-2937A243E433}" dt="2026-09-22T08:34:17.787" v="1953" actId="20577"/>
          <ac:spMkLst>
            <pc:docMk/>
            <pc:sldMk cId="791091270" sldId="374"/>
            <ac:spMk id="2" creationId="{B01A3651-D7E4-4F5C-CC07-9A16C0E80ADA}"/>
          </ac:spMkLst>
        </pc:spChg>
        <pc:spChg chg="mod">
          <ac:chgData name="Percy Cheng" userId="80d21a9e-6369-43b4-82a5-7a824c783934" providerId="ADAL" clId="{C84E1C63-A3C1-4CE9-AA00-2937A243E433}" dt="2026-09-21T06:22:55.893" v="1764" actId="14100"/>
          <ac:spMkLst>
            <pc:docMk/>
            <pc:sldMk cId="791091270" sldId="374"/>
            <ac:spMk id="3" creationId="{7C360754-2BF9-55E3-DEB4-E1DF7B0D9E90}"/>
          </ac:spMkLst>
        </pc:spChg>
      </pc:sldChg>
      <pc:sldChg chg="addSp modSp add mod">
        <pc:chgData name="Percy Cheng" userId="80d21a9e-6369-43b4-82a5-7a824c783934" providerId="ADAL" clId="{C84E1C63-A3C1-4CE9-AA00-2937A243E433}" dt="2026-09-16T08:02:30.286" v="987" actId="113"/>
        <pc:sldMkLst>
          <pc:docMk/>
          <pc:sldMk cId="2277835328" sldId="376"/>
        </pc:sldMkLst>
        <pc:spChg chg="mod">
          <ac:chgData name="Percy Cheng" userId="80d21a9e-6369-43b4-82a5-7a824c783934" providerId="ADAL" clId="{C84E1C63-A3C1-4CE9-AA00-2937A243E433}" dt="2026-09-14T03:26:05.921" v="169"/>
          <ac:spMkLst>
            <pc:docMk/>
            <pc:sldMk cId="2277835328" sldId="376"/>
            <ac:spMk id="2" creationId="{4CD1ACCC-4EF1-2069-2BAA-27E02ECA7DE3}"/>
          </ac:spMkLst>
        </pc:spChg>
        <pc:spChg chg="mod">
          <ac:chgData name="Percy Cheng" userId="80d21a9e-6369-43b4-82a5-7a824c783934" providerId="ADAL" clId="{C84E1C63-A3C1-4CE9-AA00-2937A243E433}" dt="2026-09-16T08:02:30.286" v="987" actId="113"/>
          <ac:spMkLst>
            <pc:docMk/>
            <pc:sldMk cId="2277835328" sldId="376"/>
            <ac:spMk id="3" creationId="{772E289D-7BC1-941D-C9AC-AC23194EC841}"/>
          </ac:spMkLst>
        </pc:spChg>
        <pc:picChg chg="add mod modCrop">
          <ac:chgData name="Percy Cheng" userId="80d21a9e-6369-43b4-82a5-7a824c783934" providerId="ADAL" clId="{C84E1C63-A3C1-4CE9-AA00-2937A243E433}" dt="2026-09-16T08:01:47.538" v="981" actId="1076"/>
          <ac:picMkLst>
            <pc:docMk/>
            <pc:sldMk cId="2277835328" sldId="376"/>
            <ac:picMk id="5" creationId="{BE579B6A-54FE-A0C4-DBAB-8F70CB08DD53}"/>
          </ac:picMkLst>
        </pc:picChg>
      </pc:sldChg>
      <pc:sldChg chg="addSp modSp add mod">
        <pc:chgData name="Percy Cheng" userId="80d21a9e-6369-43b4-82a5-7a824c783934" providerId="ADAL" clId="{C84E1C63-A3C1-4CE9-AA00-2937A243E433}" dt="2026-09-22T08:37:21.156" v="1957" actId="14100"/>
        <pc:sldMkLst>
          <pc:docMk/>
          <pc:sldMk cId="2038779767" sldId="377"/>
        </pc:sldMkLst>
        <pc:spChg chg="mod">
          <ac:chgData name="Percy Cheng" userId="80d21a9e-6369-43b4-82a5-7a824c783934" providerId="ADAL" clId="{C84E1C63-A3C1-4CE9-AA00-2937A243E433}" dt="2026-09-16T08:11:34.978" v="1051" actId="1076"/>
          <ac:spMkLst>
            <pc:docMk/>
            <pc:sldMk cId="2038779767" sldId="377"/>
            <ac:spMk id="2" creationId="{F6733184-1905-0720-2399-ABD681A38701}"/>
          </ac:spMkLst>
        </pc:spChg>
        <pc:spChg chg="mod">
          <ac:chgData name="Percy Cheng" userId="80d21a9e-6369-43b4-82a5-7a824c783934" providerId="ADAL" clId="{C84E1C63-A3C1-4CE9-AA00-2937A243E433}" dt="2026-09-21T06:35:45.376" v="1909" actId="1076"/>
          <ac:spMkLst>
            <pc:docMk/>
            <pc:sldMk cId="2038779767" sldId="377"/>
            <ac:spMk id="3" creationId="{460EAA73-7717-F0B4-9A99-84F40322C8DB}"/>
          </ac:spMkLst>
        </pc:spChg>
        <pc:picChg chg="add mod ord modCrop">
          <ac:chgData name="Percy Cheng" userId="80d21a9e-6369-43b4-82a5-7a824c783934" providerId="ADAL" clId="{C84E1C63-A3C1-4CE9-AA00-2937A243E433}" dt="2026-09-22T08:37:21.156" v="1957" actId="14100"/>
          <ac:picMkLst>
            <pc:docMk/>
            <pc:sldMk cId="2038779767" sldId="377"/>
            <ac:picMk id="5" creationId="{F01D154F-6214-6A44-03FE-0173644BD8E9}"/>
          </ac:picMkLst>
        </pc:picChg>
      </pc:sldChg>
      <pc:sldChg chg="addSp modSp add mod">
        <pc:chgData name="Percy Cheng" userId="80d21a9e-6369-43b4-82a5-7a824c783934" providerId="ADAL" clId="{C84E1C63-A3C1-4CE9-AA00-2937A243E433}" dt="2026-09-16T08:13:21.736" v="1063" actId="115"/>
        <pc:sldMkLst>
          <pc:docMk/>
          <pc:sldMk cId="4162993136" sldId="378"/>
        </pc:sldMkLst>
        <pc:spChg chg="mod">
          <ac:chgData name="Percy Cheng" userId="80d21a9e-6369-43b4-82a5-7a824c783934" providerId="ADAL" clId="{C84E1C63-A3C1-4CE9-AA00-2937A243E433}" dt="2026-09-16T07:57:38.905" v="955" actId="20577"/>
          <ac:spMkLst>
            <pc:docMk/>
            <pc:sldMk cId="4162993136" sldId="378"/>
            <ac:spMk id="2" creationId="{AE885F96-47D0-04AE-092E-490EA5A1F4C8}"/>
          </ac:spMkLst>
        </pc:spChg>
        <pc:spChg chg="mod">
          <ac:chgData name="Percy Cheng" userId="80d21a9e-6369-43b4-82a5-7a824c783934" providerId="ADAL" clId="{C84E1C63-A3C1-4CE9-AA00-2937A243E433}" dt="2026-09-16T08:13:21.736" v="1063" actId="115"/>
          <ac:spMkLst>
            <pc:docMk/>
            <pc:sldMk cId="4162993136" sldId="378"/>
            <ac:spMk id="3" creationId="{F9E11E11-0DEA-3D49-0ADD-AA88BB8140AE}"/>
          </ac:spMkLst>
        </pc:spChg>
        <pc:picChg chg="add mod modCrop">
          <ac:chgData name="Percy Cheng" userId="80d21a9e-6369-43b4-82a5-7a824c783934" providerId="ADAL" clId="{C84E1C63-A3C1-4CE9-AA00-2937A243E433}" dt="2026-09-16T08:12:55.809" v="1056" actId="1076"/>
          <ac:picMkLst>
            <pc:docMk/>
            <pc:sldMk cId="4162993136" sldId="378"/>
            <ac:picMk id="5" creationId="{856968DC-2F48-BC86-504E-661E6AD0B68D}"/>
          </ac:picMkLst>
        </pc:picChg>
      </pc:sldChg>
      <pc:sldChg chg="addSp modSp add mod">
        <pc:chgData name="Percy Cheng" userId="80d21a9e-6369-43b4-82a5-7a824c783934" providerId="ADAL" clId="{C84E1C63-A3C1-4CE9-AA00-2937A243E433}" dt="2026-09-21T06:37:12.058" v="1941" actId="1038"/>
        <pc:sldMkLst>
          <pc:docMk/>
          <pc:sldMk cId="2266716278" sldId="379"/>
        </pc:sldMkLst>
        <pc:spChg chg="mod">
          <ac:chgData name="Percy Cheng" userId="80d21a9e-6369-43b4-82a5-7a824c783934" providerId="ADAL" clId="{C84E1C63-A3C1-4CE9-AA00-2937A243E433}" dt="2026-09-21T06:36:36.839" v="1922" actId="2711"/>
          <ac:spMkLst>
            <pc:docMk/>
            <pc:sldMk cId="2266716278" sldId="379"/>
            <ac:spMk id="2" creationId="{5C6D1C4D-7EA9-37E2-565B-610E86FBEE67}"/>
          </ac:spMkLst>
        </pc:spChg>
        <pc:spChg chg="mod">
          <ac:chgData name="Percy Cheng" userId="80d21a9e-6369-43b4-82a5-7a824c783934" providerId="ADAL" clId="{C84E1C63-A3C1-4CE9-AA00-2937A243E433}" dt="2026-09-21T06:36:36.839" v="1922" actId="2711"/>
          <ac:spMkLst>
            <pc:docMk/>
            <pc:sldMk cId="2266716278" sldId="379"/>
            <ac:spMk id="3" creationId="{E1E68897-CE9D-46A7-0D12-E26373A96CD6}"/>
          </ac:spMkLst>
        </pc:spChg>
        <pc:spChg chg="mod">
          <ac:chgData name="Percy Cheng" userId="80d21a9e-6369-43b4-82a5-7a824c783934" providerId="ADAL" clId="{C84E1C63-A3C1-4CE9-AA00-2937A243E433}" dt="2026-09-21T06:36:36.839" v="1922" actId="2711"/>
          <ac:spMkLst>
            <pc:docMk/>
            <pc:sldMk cId="2266716278" sldId="379"/>
            <ac:spMk id="4" creationId="{AD50FCF3-12D5-9507-03B1-D1F190BF7832}"/>
          </ac:spMkLst>
        </pc:spChg>
        <pc:spChg chg="add mod">
          <ac:chgData name="Percy Cheng" userId="80d21a9e-6369-43b4-82a5-7a824c783934" providerId="ADAL" clId="{C84E1C63-A3C1-4CE9-AA00-2937A243E433}" dt="2026-09-21T06:36:45.524" v="1928" actId="113"/>
          <ac:spMkLst>
            <pc:docMk/>
            <pc:sldMk cId="2266716278" sldId="379"/>
            <ac:spMk id="9" creationId="{73B5175E-13FD-0180-1389-02E8EF05738F}"/>
          </ac:spMkLst>
        </pc:spChg>
        <pc:spChg chg="add mod">
          <ac:chgData name="Percy Cheng" userId="80d21a9e-6369-43b4-82a5-7a824c783934" providerId="ADAL" clId="{C84E1C63-A3C1-4CE9-AA00-2937A243E433}" dt="2026-09-21T06:36:59.421" v="1935" actId="1036"/>
          <ac:spMkLst>
            <pc:docMk/>
            <pc:sldMk cId="2266716278" sldId="379"/>
            <ac:spMk id="10" creationId="{6FC782FA-E73E-83D3-1742-5265F6C92EA4}"/>
          </ac:spMkLst>
        </pc:spChg>
        <pc:spChg chg="add mod">
          <ac:chgData name="Percy Cheng" userId="80d21a9e-6369-43b4-82a5-7a824c783934" providerId="ADAL" clId="{C84E1C63-A3C1-4CE9-AA00-2937A243E433}" dt="2026-09-21T06:37:03.276" v="1937" actId="1035"/>
          <ac:spMkLst>
            <pc:docMk/>
            <pc:sldMk cId="2266716278" sldId="379"/>
            <ac:spMk id="11" creationId="{6C7C7CBB-677D-E9C2-0EE2-F5F93D078057}"/>
          </ac:spMkLst>
        </pc:spChg>
        <pc:spChg chg="add mod">
          <ac:chgData name="Percy Cheng" userId="80d21a9e-6369-43b4-82a5-7a824c783934" providerId="ADAL" clId="{C84E1C63-A3C1-4CE9-AA00-2937A243E433}" dt="2026-09-21T06:36:51.611" v="1932" actId="1035"/>
          <ac:spMkLst>
            <pc:docMk/>
            <pc:sldMk cId="2266716278" sldId="379"/>
            <ac:spMk id="13" creationId="{77AC99FA-D5D5-C8B1-68DA-8769F8E475D7}"/>
          </ac:spMkLst>
        </pc:spChg>
        <pc:spChg chg="add mod">
          <ac:chgData name="Percy Cheng" userId="80d21a9e-6369-43b4-82a5-7a824c783934" providerId="ADAL" clId="{C84E1C63-A3C1-4CE9-AA00-2937A243E433}" dt="2026-09-21T06:36:42.050" v="1924" actId="113"/>
          <ac:spMkLst>
            <pc:docMk/>
            <pc:sldMk cId="2266716278" sldId="379"/>
            <ac:spMk id="15" creationId="{0F33453C-D437-FB84-92DE-915339F8B7FC}"/>
          </ac:spMkLst>
        </pc:spChg>
        <pc:spChg chg="add mod">
          <ac:chgData name="Percy Cheng" userId="80d21a9e-6369-43b4-82a5-7a824c783934" providerId="ADAL" clId="{C84E1C63-A3C1-4CE9-AA00-2937A243E433}" dt="2026-09-21T06:36:43.011" v="1925" actId="113"/>
          <ac:spMkLst>
            <pc:docMk/>
            <pc:sldMk cId="2266716278" sldId="379"/>
            <ac:spMk id="17" creationId="{ED1F0577-2FF3-7DC2-E1E8-041EE350382C}"/>
          </ac:spMkLst>
        </pc:spChg>
        <pc:spChg chg="add mod">
          <ac:chgData name="Percy Cheng" userId="80d21a9e-6369-43b4-82a5-7a824c783934" providerId="ADAL" clId="{C84E1C63-A3C1-4CE9-AA00-2937A243E433}" dt="2026-09-21T06:36:43.753" v="1926" actId="113"/>
          <ac:spMkLst>
            <pc:docMk/>
            <pc:sldMk cId="2266716278" sldId="379"/>
            <ac:spMk id="19" creationId="{B18754E7-794D-4197-297F-D59422FDC27E}"/>
          </ac:spMkLst>
        </pc:spChg>
        <pc:spChg chg="add mod">
          <ac:chgData name="Percy Cheng" userId="80d21a9e-6369-43b4-82a5-7a824c783934" providerId="ADAL" clId="{C84E1C63-A3C1-4CE9-AA00-2937A243E433}" dt="2026-09-21T06:37:12.058" v="1941" actId="1038"/>
          <ac:spMkLst>
            <pc:docMk/>
            <pc:sldMk cId="2266716278" sldId="379"/>
            <ac:spMk id="21" creationId="{FA0C2717-F8DF-6A11-5A68-182BA6B29DE4}"/>
          </ac:spMkLst>
        </pc:spChg>
        <pc:picChg chg="add mod">
          <ac:chgData name="Percy Cheng" userId="80d21a9e-6369-43b4-82a5-7a824c783934" providerId="ADAL" clId="{C84E1C63-A3C1-4CE9-AA00-2937A243E433}" dt="2026-09-16T08:00:18.390" v="965" actId="1076"/>
          <ac:picMkLst>
            <pc:docMk/>
            <pc:sldMk cId="2266716278" sldId="379"/>
            <ac:picMk id="5" creationId="{79BAEDA7-86C2-CD8C-5EAA-A0ECA68045BE}"/>
          </ac:picMkLst>
        </pc:picChg>
      </pc:sldChg>
      <pc:sldChg chg="addSp delSp modSp add mod">
        <pc:chgData name="Percy Cheng" userId="80d21a9e-6369-43b4-82a5-7a824c783934" providerId="ADAL" clId="{C84E1C63-A3C1-4CE9-AA00-2937A243E433}" dt="2026-09-21T06:37:48.273" v="1946" actId="167"/>
        <pc:sldMkLst>
          <pc:docMk/>
          <pc:sldMk cId="1119391060" sldId="380"/>
        </pc:sldMkLst>
        <pc:spChg chg="mod">
          <ac:chgData name="Percy Cheng" userId="80d21a9e-6369-43b4-82a5-7a824c783934" providerId="ADAL" clId="{C84E1C63-A3C1-4CE9-AA00-2937A243E433}" dt="2026-09-16T08:20:00.261" v="1146" actId="1076"/>
          <ac:spMkLst>
            <pc:docMk/>
            <pc:sldMk cId="1119391060" sldId="380"/>
            <ac:spMk id="2" creationId="{CD552D14-67CD-DE4B-9A3B-93F9B3490748}"/>
          </ac:spMkLst>
        </pc:spChg>
        <pc:spChg chg="mod">
          <ac:chgData name="Percy Cheng" userId="80d21a9e-6369-43b4-82a5-7a824c783934" providerId="ADAL" clId="{C84E1C63-A3C1-4CE9-AA00-2937A243E433}" dt="2026-09-21T06:37:37.396" v="1945" actId="14100"/>
          <ac:spMkLst>
            <pc:docMk/>
            <pc:sldMk cId="1119391060" sldId="380"/>
            <ac:spMk id="3" creationId="{D5A04796-232F-7C94-A785-DF4B0D20566A}"/>
          </ac:spMkLst>
        </pc:spChg>
        <pc:spChg chg="mod">
          <ac:chgData name="Percy Cheng" userId="80d21a9e-6369-43b4-82a5-7a824c783934" providerId="ADAL" clId="{C84E1C63-A3C1-4CE9-AA00-2937A243E433}" dt="2026-09-16T08:17:15.113" v="1102" actId="2711"/>
          <ac:spMkLst>
            <pc:docMk/>
            <pc:sldMk cId="1119391060" sldId="380"/>
            <ac:spMk id="4" creationId="{16816028-2E5A-F790-A42F-E2AF85D9CDF1}"/>
          </ac:spMkLst>
        </pc:spChg>
        <pc:spChg chg="add mod">
          <ac:chgData name="Percy Cheng" userId="80d21a9e-6369-43b4-82a5-7a824c783934" providerId="ADAL" clId="{C84E1C63-A3C1-4CE9-AA00-2937A243E433}" dt="2026-09-21T06:28:33.903" v="1843"/>
          <ac:spMkLst>
            <pc:docMk/>
            <pc:sldMk cId="1119391060" sldId="380"/>
            <ac:spMk id="9" creationId="{43BADD6C-5DD6-2DC3-E3A0-4375860C145E}"/>
          </ac:spMkLst>
        </pc:spChg>
        <pc:spChg chg="add mod">
          <ac:chgData name="Percy Cheng" userId="80d21a9e-6369-43b4-82a5-7a824c783934" providerId="ADAL" clId="{C84E1C63-A3C1-4CE9-AA00-2937A243E433}" dt="2026-09-21T04:13:53.404" v="1323" actId="1036"/>
          <ac:spMkLst>
            <pc:docMk/>
            <pc:sldMk cId="1119391060" sldId="380"/>
            <ac:spMk id="11" creationId="{855454B7-763B-501A-734A-658AEB4B5A1B}"/>
          </ac:spMkLst>
        </pc:spChg>
        <pc:spChg chg="add mod">
          <ac:chgData name="Percy Cheng" userId="80d21a9e-6369-43b4-82a5-7a824c783934" providerId="ADAL" clId="{C84E1C63-A3C1-4CE9-AA00-2937A243E433}" dt="2026-09-21T04:14:03.553" v="1351" actId="1037"/>
          <ac:spMkLst>
            <pc:docMk/>
            <pc:sldMk cId="1119391060" sldId="380"/>
            <ac:spMk id="13" creationId="{5E96C7D0-5D00-977B-9902-95C13EF9D5E8}"/>
          </ac:spMkLst>
        </pc:spChg>
        <pc:picChg chg="add mod ord modCrop">
          <ac:chgData name="Percy Cheng" userId="80d21a9e-6369-43b4-82a5-7a824c783934" providerId="ADAL" clId="{C84E1C63-A3C1-4CE9-AA00-2937A243E433}" dt="2026-09-21T06:37:48.273" v="1946" actId="167"/>
          <ac:picMkLst>
            <pc:docMk/>
            <pc:sldMk cId="1119391060" sldId="380"/>
            <ac:picMk id="10" creationId="{F6B39343-3C11-7347-C67F-EF54A3701254}"/>
          </ac:picMkLst>
        </pc:picChg>
      </pc:sldChg>
      <pc:sldChg chg="addSp modSp add mod">
        <pc:chgData name="Percy Cheng" userId="80d21a9e-6369-43b4-82a5-7a824c783934" providerId="ADAL" clId="{C84E1C63-A3C1-4CE9-AA00-2937A243E433}" dt="2026-09-16T08:31:11.805" v="1217" actId="20577"/>
        <pc:sldMkLst>
          <pc:docMk/>
          <pc:sldMk cId="2896422439" sldId="381"/>
        </pc:sldMkLst>
        <pc:spChg chg="mod">
          <ac:chgData name="Percy Cheng" userId="80d21a9e-6369-43b4-82a5-7a824c783934" providerId="ADAL" clId="{C84E1C63-A3C1-4CE9-AA00-2937A243E433}" dt="2026-09-14T03:39:49.200" v="487"/>
          <ac:spMkLst>
            <pc:docMk/>
            <pc:sldMk cId="2896422439" sldId="381"/>
            <ac:spMk id="2" creationId="{EA375AB5-6280-0FAF-B53C-4875567A5F03}"/>
          </ac:spMkLst>
        </pc:spChg>
        <pc:spChg chg="mod">
          <ac:chgData name="Percy Cheng" userId="80d21a9e-6369-43b4-82a5-7a824c783934" providerId="ADAL" clId="{C84E1C63-A3C1-4CE9-AA00-2937A243E433}" dt="2026-09-16T08:15:15.748" v="1083"/>
          <ac:spMkLst>
            <pc:docMk/>
            <pc:sldMk cId="2896422439" sldId="381"/>
            <ac:spMk id="3" creationId="{1815C8E5-357D-9A50-7A1E-90EFF2AE10C0}"/>
          </ac:spMkLst>
        </pc:spChg>
        <pc:graphicFrameChg chg="add mod modGraphic">
          <ac:chgData name="Percy Cheng" userId="80d21a9e-6369-43b4-82a5-7a824c783934" providerId="ADAL" clId="{C84E1C63-A3C1-4CE9-AA00-2937A243E433}" dt="2026-09-16T08:31:11.805" v="1217" actId="20577"/>
          <ac:graphicFrameMkLst>
            <pc:docMk/>
            <pc:sldMk cId="2896422439" sldId="381"/>
            <ac:graphicFrameMk id="5" creationId="{D62B8BF4-EC37-BE1C-F27D-745DED6A4958}"/>
          </ac:graphicFrameMkLst>
        </pc:graphicFrameChg>
      </pc:sldChg>
      <pc:sldChg chg="addSp delSp modSp add mod addAnim delAnim modAnim">
        <pc:chgData name="Percy Cheng" userId="80d21a9e-6369-43b4-82a5-7a824c783934" providerId="ADAL" clId="{C84E1C63-A3C1-4CE9-AA00-2937A243E433}" dt="2026-09-21T06:23:58.436" v="1791"/>
        <pc:sldMkLst>
          <pc:docMk/>
          <pc:sldMk cId="2241754336" sldId="382"/>
        </pc:sldMkLst>
        <pc:spChg chg="mod">
          <ac:chgData name="Percy Cheng" userId="80d21a9e-6369-43b4-82a5-7a824c783934" providerId="ADAL" clId="{C84E1C63-A3C1-4CE9-AA00-2937A243E433}" dt="2026-09-21T06:23:58.436" v="1791"/>
          <ac:spMkLst>
            <pc:docMk/>
            <pc:sldMk cId="2241754336" sldId="382"/>
            <ac:spMk id="3" creationId="{A1FE689D-8028-BE04-82BC-F2AC154E06BA}"/>
          </ac:spMkLst>
        </pc:spChg>
        <pc:picChg chg="add mod ord modCrop">
          <ac:chgData name="Percy Cheng" userId="80d21a9e-6369-43b4-82a5-7a824c783934" providerId="ADAL" clId="{C84E1C63-A3C1-4CE9-AA00-2937A243E433}" dt="2026-09-21T04:10:57.257" v="1288" actId="732"/>
          <ac:picMkLst>
            <pc:docMk/>
            <pc:sldMk cId="2241754336" sldId="382"/>
            <ac:picMk id="8" creationId="{FD5ED287-A43C-5490-8BFB-D6799C7EA890}"/>
          </ac:picMkLst>
        </pc:picChg>
      </pc:sldChg>
      <pc:sldChg chg="add mod modShow">
        <pc:chgData name="Percy Cheng" userId="80d21a9e-6369-43b4-82a5-7a824c783934" providerId="ADAL" clId="{C84E1C63-A3C1-4CE9-AA00-2937A243E433}" dt="2026-09-21T03:58:58.471" v="1245" actId="729"/>
        <pc:sldMkLst>
          <pc:docMk/>
          <pc:sldMk cId="3883485762" sldId="383"/>
        </pc:sldMkLst>
      </pc:sldChg>
      <pc:sldChg chg="modSp add mod">
        <pc:chgData name="Percy Cheng" userId="80d21a9e-6369-43b4-82a5-7a824c783934" providerId="ADAL" clId="{C84E1C63-A3C1-4CE9-AA00-2937A243E433}" dt="2026-09-21T06:26:28.934" v="1817"/>
        <pc:sldMkLst>
          <pc:docMk/>
          <pc:sldMk cId="1177956923" sldId="384"/>
        </pc:sldMkLst>
        <pc:spChg chg="mod">
          <ac:chgData name="Percy Cheng" userId="80d21a9e-6369-43b4-82a5-7a824c783934" providerId="ADAL" clId="{C84E1C63-A3C1-4CE9-AA00-2937A243E433}" dt="2026-09-21T06:26:28.934" v="1817"/>
          <ac:spMkLst>
            <pc:docMk/>
            <pc:sldMk cId="1177956923" sldId="384"/>
            <ac:spMk id="3" creationId="{9BAB3B97-5D42-5FE6-7943-74E7B360235E}"/>
          </ac:spMkLst>
        </pc:spChg>
        <pc:spChg chg="mod">
          <ac:chgData name="Percy Cheng" userId="80d21a9e-6369-43b4-82a5-7a824c783934" providerId="ADAL" clId="{C84E1C63-A3C1-4CE9-AA00-2937A243E433}" dt="2026-09-21T06:24:09.166" v="1794"/>
          <ac:spMkLst>
            <pc:docMk/>
            <pc:sldMk cId="1177956923" sldId="384"/>
            <ac:spMk id="9" creationId="{0197E9E2-FF2E-6087-6C18-08A19FB525B9}"/>
          </ac:spMkLst>
        </pc:spChg>
      </pc:sldChg>
      <pc:sldChg chg="add mod modShow">
        <pc:chgData name="Percy Cheng" userId="80d21a9e-6369-43b4-82a5-7a824c783934" providerId="ADAL" clId="{C84E1C63-A3C1-4CE9-AA00-2937A243E433}" dt="2026-09-21T04:11:42.952" v="1291" actId="729"/>
        <pc:sldMkLst>
          <pc:docMk/>
          <pc:sldMk cId="112398168" sldId="385"/>
        </pc:sldMkLst>
      </pc:sldChg>
      <pc:sldChg chg="addSp delSp modSp add mod">
        <pc:chgData name="Percy Cheng" userId="80d21a9e-6369-43b4-82a5-7a824c783934" providerId="ADAL" clId="{C84E1C63-A3C1-4CE9-AA00-2937A243E433}" dt="2026-09-21T06:15:07.372" v="1665" actId="1076"/>
        <pc:sldMkLst>
          <pc:docMk/>
          <pc:sldMk cId="2928612655" sldId="386"/>
        </pc:sldMkLst>
        <pc:spChg chg="mod">
          <ac:chgData name="Percy Cheng" userId="80d21a9e-6369-43b4-82a5-7a824c783934" providerId="ADAL" clId="{C84E1C63-A3C1-4CE9-AA00-2937A243E433}" dt="2026-09-21T05:53:27.639" v="1422" actId="27636"/>
          <ac:spMkLst>
            <pc:docMk/>
            <pc:sldMk cId="2928612655" sldId="386"/>
            <ac:spMk id="2" creationId="{DF931CBC-C46B-00A6-9294-2B12571C8268}"/>
          </ac:spMkLst>
        </pc:spChg>
        <pc:spChg chg="mod">
          <ac:chgData name="Percy Cheng" userId="80d21a9e-6369-43b4-82a5-7a824c783934" providerId="ADAL" clId="{C84E1C63-A3C1-4CE9-AA00-2937A243E433}" dt="2026-09-21T06:15:03.947" v="1664" actId="14100"/>
          <ac:spMkLst>
            <pc:docMk/>
            <pc:sldMk cId="2928612655" sldId="386"/>
            <ac:spMk id="3" creationId="{A7FA8191-B020-4EB1-229D-F937FBA7C48C}"/>
          </ac:spMkLst>
        </pc:spChg>
        <pc:picChg chg="add mod ord">
          <ac:chgData name="Percy Cheng" userId="80d21a9e-6369-43b4-82a5-7a824c783934" providerId="ADAL" clId="{C84E1C63-A3C1-4CE9-AA00-2937A243E433}" dt="2026-09-21T06:15:07.372" v="1665" actId="1076"/>
          <ac:picMkLst>
            <pc:docMk/>
            <pc:sldMk cId="2928612655" sldId="386"/>
            <ac:picMk id="5" creationId="{672A52CF-6E32-941A-3840-23031066984F}"/>
          </ac:picMkLst>
        </pc:picChg>
      </pc:sldChg>
      <pc:sldChg chg="addSp delSp modSp add mod">
        <pc:chgData name="Percy Cheng" userId="80d21a9e-6369-43b4-82a5-7a824c783934" providerId="ADAL" clId="{C84E1C63-A3C1-4CE9-AA00-2937A243E433}" dt="2026-09-21T06:30:23.332" v="1844" actId="20577"/>
        <pc:sldMkLst>
          <pc:docMk/>
          <pc:sldMk cId="804999301" sldId="387"/>
        </pc:sldMkLst>
        <pc:spChg chg="mod">
          <ac:chgData name="Percy Cheng" userId="80d21a9e-6369-43b4-82a5-7a824c783934" providerId="ADAL" clId="{C84E1C63-A3C1-4CE9-AA00-2937A243E433}" dt="2026-09-21T06:30:23.332" v="1844" actId="20577"/>
          <ac:spMkLst>
            <pc:docMk/>
            <pc:sldMk cId="804999301" sldId="387"/>
            <ac:spMk id="3" creationId="{A6318810-3396-F466-9FE0-2A094B6F4379}"/>
          </ac:spMkLst>
        </pc:spChg>
        <pc:picChg chg="add mod">
          <ac:chgData name="Percy Cheng" userId="80d21a9e-6369-43b4-82a5-7a824c783934" providerId="ADAL" clId="{C84E1C63-A3C1-4CE9-AA00-2937A243E433}" dt="2026-09-21T06:10:29.041" v="1609" actId="1076"/>
          <ac:picMkLst>
            <pc:docMk/>
            <pc:sldMk cId="804999301" sldId="387"/>
            <ac:picMk id="6" creationId="{72F07208-E48E-1DC1-DE2A-F071C402F38B}"/>
          </ac:picMkLst>
        </pc:picChg>
      </pc:sldChg>
      <pc:sldChg chg="addSp delSp modSp add mod">
        <pc:chgData name="Percy Cheng" userId="80d21a9e-6369-43b4-82a5-7a824c783934" providerId="ADAL" clId="{C84E1C63-A3C1-4CE9-AA00-2937A243E433}" dt="2026-09-23T02:10:51.132" v="2301" actId="20577"/>
        <pc:sldMkLst>
          <pc:docMk/>
          <pc:sldMk cId="991860631" sldId="388"/>
        </pc:sldMkLst>
        <pc:spChg chg="mod">
          <ac:chgData name="Percy Cheng" userId="80d21a9e-6369-43b4-82a5-7a824c783934" providerId="ADAL" clId="{C84E1C63-A3C1-4CE9-AA00-2937A243E433}" dt="2026-09-22T09:13:46.695" v="2174" actId="20577"/>
          <ac:spMkLst>
            <pc:docMk/>
            <pc:sldMk cId="991860631" sldId="388"/>
            <ac:spMk id="2" creationId="{4F86370C-703B-41FF-12E9-EA2A032B8C2E}"/>
          </ac:spMkLst>
        </pc:spChg>
        <pc:spChg chg="mod">
          <ac:chgData name="Percy Cheng" userId="80d21a9e-6369-43b4-82a5-7a824c783934" providerId="ADAL" clId="{C84E1C63-A3C1-4CE9-AA00-2937A243E433}" dt="2026-09-23T02:10:51.132" v="2301" actId="20577"/>
          <ac:spMkLst>
            <pc:docMk/>
            <pc:sldMk cId="991860631" sldId="388"/>
            <ac:spMk id="3" creationId="{D60C6164-824E-2339-2C4F-2AA2F28334F6}"/>
          </ac:spMkLst>
        </pc:spChg>
        <pc:picChg chg="del">
          <ac:chgData name="Percy Cheng" userId="80d21a9e-6369-43b4-82a5-7a824c783934" providerId="ADAL" clId="{C84E1C63-A3C1-4CE9-AA00-2937A243E433}" dt="2026-09-22T08:39:26.136" v="1966" actId="478"/>
          <ac:picMkLst>
            <pc:docMk/>
            <pc:sldMk cId="991860631" sldId="388"/>
            <ac:picMk id="5" creationId="{7DF4FAEA-4C2A-A060-9D43-895D9F645C73}"/>
          </ac:picMkLst>
        </pc:picChg>
        <pc:picChg chg="add mod ord modCrop">
          <ac:chgData name="Percy Cheng" userId="80d21a9e-6369-43b4-82a5-7a824c783934" providerId="ADAL" clId="{C84E1C63-A3C1-4CE9-AA00-2937A243E433}" dt="2026-09-22T09:06:56.789" v="2114" actId="14100"/>
          <ac:picMkLst>
            <pc:docMk/>
            <pc:sldMk cId="991860631" sldId="388"/>
            <ac:picMk id="7" creationId="{688EA9C1-6A0D-2FF9-A13D-29B3511034A6}"/>
          </ac:picMkLst>
        </pc:picChg>
      </pc:sldChg>
      <pc:sldChg chg="addSp delSp modSp add mod">
        <pc:chgData name="Percy Cheng" userId="80d21a9e-6369-43b4-82a5-7a824c783934" providerId="ADAL" clId="{C84E1C63-A3C1-4CE9-AA00-2937A243E433}" dt="2026-09-23T01:50:05.234" v="2215" actId="14100"/>
        <pc:sldMkLst>
          <pc:docMk/>
          <pc:sldMk cId="3827364971" sldId="389"/>
        </pc:sldMkLst>
        <pc:spChg chg="mod">
          <ac:chgData name="Percy Cheng" userId="80d21a9e-6369-43b4-82a5-7a824c783934" providerId="ADAL" clId="{C84E1C63-A3C1-4CE9-AA00-2937A243E433}" dt="2026-09-22T08:53:52.185" v="2007" actId="20577"/>
          <ac:spMkLst>
            <pc:docMk/>
            <pc:sldMk cId="3827364971" sldId="389"/>
            <ac:spMk id="2" creationId="{EEBC8AF4-0895-14F7-BB77-F963E27F702E}"/>
          </ac:spMkLst>
        </pc:spChg>
        <pc:spChg chg="mod">
          <ac:chgData name="Percy Cheng" userId="80d21a9e-6369-43b4-82a5-7a824c783934" providerId="ADAL" clId="{C84E1C63-A3C1-4CE9-AA00-2937A243E433}" dt="2026-09-23T01:50:05.234" v="2215" actId="14100"/>
          <ac:spMkLst>
            <pc:docMk/>
            <pc:sldMk cId="3827364971" sldId="389"/>
            <ac:spMk id="3" creationId="{F2ADB5C0-0891-7870-61B8-BDE331E1FCE8}"/>
          </ac:spMkLst>
        </pc:spChg>
        <pc:spChg chg="mod">
          <ac:chgData name="Percy Cheng" userId="80d21a9e-6369-43b4-82a5-7a824c783934" providerId="ADAL" clId="{C84E1C63-A3C1-4CE9-AA00-2937A243E433}" dt="2026-09-22T08:53:36.231" v="2001" actId="2711"/>
          <ac:spMkLst>
            <pc:docMk/>
            <pc:sldMk cId="3827364971" sldId="389"/>
            <ac:spMk id="4" creationId="{A5B44F20-3B70-23E9-5851-0E2630948F1C}"/>
          </ac:spMkLst>
        </pc:spChg>
        <pc:spChg chg="add del">
          <ac:chgData name="Percy Cheng" userId="80d21a9e-6369-43b4-82a5-7a824c783934" providerId="ADAL" clId="{C84E1C63-A3C1-4CE9-AA00-2937A243E433}" dt="2026-09-22T08:54:50.566" v="2010" actId="22"/>
          <ac:spMkLst>
            <pc:docMk/>
            <pc:sldMk cId="3827364971" sldId="389"/>
            <ac:spMk id="6" creationId="{F347B230-F853-A750-3A81-82CF2C68ACB5}"/>
          </ac:spMkLst>
        </pc:spChg>
        <pc:picChg chg="add mod ord modCrop">
          <ac:chgData name="Percy Cheng" userId="80d21a9e-6369-43b4-82a5-7a824c783934" providerId="ADAL" clId="{C84E1C63-A3C1-4CE9-AA00-2937A243E433}" dt="2026-09-22T09:04:38.334" v="2093" actId="14100"/>
          <ac:picMkLst>
            <pc:docMk/>
            <pc:sldMk cId="3827364971" sldId="389"/>
            <ac:picMk id="8" creationId="{D1BE652A-5048-0ED3-71DF-4BBB94188FDC}"/>
          </ac:picMkLst>
        </pc:picChg>
      </pc:sldChg>
    </pc:docChg>
  </pc:docChgLst>
  <pc:docChgLst>
    <pc:chgData name="Wanda Yuen" userId="S::wandayuen@seedfoundation.hk::bb9b1490-1670-4dbf-9118-ceef549c87ce" providerId="AD" clId="Web-{52D26C88-DFA8-4D38-C7F4-DCD7028CCB3E}"/>
    <pc:docChg chg="modSld">
      <pc:chgData name="Wanda Yuen" userId="S::wandayuen@seedfoundation.hk::bb9b1490-1670-4dbf-9118-ceef549c87ce" providerId="AD" clId="Web-{52D26C88-DFA8-4D38-C7F4-DCD7028CCB3E}" dt="2026-09-22T05:56:32.661" v="5" actId="20577"/>
      <pc:docMkLst>
        <pc:docMk/>
      </pc:docMkLst>
      <pc:sldChg chg="modSp">
        <pc:chgData name="Wanda Yuen" userId="S::wandayuen@seedfoundation.hk::bb9b1490-1670-4dbf-9118-ceef549c87ce" providerId="AD" clId="Web-{52D26C88-DFA8-4D38-C7F4-DCD7028CCB3E}" dt="2026-09-22T05:56:32.661" v="5" actId="20577"/>
        <pc:sldMkLst>
          <pc:docMk/>
          <pc:sldMk cId="3705515347" sldId="372"/>
        </pc:sldMkLst>
        <pc:spChg chg="mod">
          <ac:chgData name="Wanda Yuen" userId="S::wandayuen@seedfoundation.hk::bb9b1490-1670-4dbf-9118-ceef549c87ce" providerId="AD" clId="Web-{52D26C88-DFA8-4D38-C7F4-DCD7028CCB3E}" dt="2026-09-22T05:56:32.661" v="5" actId="20577"/>
          <ac:spMkLst>
            <pc:docMk/>
            <pc:sldMk cId="3705515347" sldId="372"/>
            <ac:spMk id="3" creationId="{78E2D2AD-F40C-5476-ADDA-468FCC890A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FE9632-6E17-664A-B013-7B0376F69A86}" type="datetimeFigureOut">
              <a:rPr lang="en-US" smtClean="0"/>
              <a:t>9/23/2026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4EC473-DED0-834B-AEAF-DA9BCD7E1235}" type="slidenum">
              <a:rPr lang="en-US" smtClean="0"/>
              <a:t>‹#›</a:t>
            </a:fld>
            <a:endParaRPr lang="en-US"/>
          </a:p>
        </p:txBody>
      </p:sp>
    </p:spTree>
    <p:extLst>
      <p:ext uri="{BB962C8B-B14F-4D97-AF65-F5344CB8AC3E}">
        <p14:creationId xmlns:p14="http://schemas.microsoft.com/office/powerpoint/2010/main" val="1354512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7C518-71A4-F440-B82E-D8ACC60F0AA7}"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A5C09-F925-F94B-BCD4-4BA5FACCAF38}" type="slidenum">
              <a:rPr lang="en-US" smtClean="0"/>
              <a:t>‹#›</a:t>
            </a:fld>
            <a:endParaRPr lang="en-US"/>
          </a:p>
        </p:txBody>
      </p:sp>
    </p:spTree>
    <p:extLst>
      <p:ext uri="{BB962C8B-B14F-4D97-AF65-F5344CB8AC3E}">
        <p14:creationId xmlns:p14="http://schemas.microsoft.com/office/powerpoint/2010/main" val="79753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Again, change the color of the cover page</a:t>
            </a:r>
            <a:r>
              <a:rPr lang="zh-TW" altLang="en-US">
                <a:ea typeface="Calibri"/>
                <a:cs typeface="Calibri"/>
              </a:rPr>
              <a:t>✅</a:t>
            </a:r>
            <a:endParaRPr lang="en-US">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2</a:t>
            </a:fld>
            <a:endParaRPr lang="en-US"/>
          </a:p>
        </p:txBody>
      </p:sp>
    </p:spTree>
    <p:extLst>
      <p:ext uri="{BB962C8B-B14F-4D97-AF65-F5344CB8AC3E}">
        <p14:creationId xmlns:p14="http://schemas.microsoft.com/office/powerpoint/2010/main" val="1704530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Slide Number Placeholder 3"/>
          <p:cNvSpPr>
            <a:spLocks noGrp="1"/>
          </p:cNvSpPr>
          <p:nvPr>
            <p:ph type="sldNum" sz="quarter" idx="5"/>
          </p:nvPr>
        </p:nvSpPr>
        <p:spPr/>
        <p:txBody>
          <a:bodyPr/>
          <a:lstStyle/>
          <a:p>
            <a:fld id="{5E0A5C09-F925-F94B-BCD4-4BA5FACCAF38}" type="slidenum">
              <a:rPr lang="en-US" smtClean="0"/>
              <a:t>3</a:t>
            </a:fld>
            <a:endParaRPr lang="en-US"/>
          </a:p>
        </p:txBody>
      </p:sp>
    </p:spTree>
    <p:extLst>
      <p:ext uri="{BB962C8B-B14F-4D97-AF65-F5344CB8AC3E}">
        <p14:creationId xmlns:p14="http://schemas.microsoft.com/office/powerpoint/2010/main" val="227997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2C1BC-3866-7898-7790-6C6FF3D92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30FDC-950C-1A70-19C7-CBA46A757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C0FA8-449A-D29B-8327-230883657D0C}"/>
              </a:ext>
            </a:extLst>
          </p:cNvPr>
          <p:cNvSpPr>
            <a:spLocks noGrp="1"/>
          </p:cNvSpPr>
          <p:nvPr>
            <p:ph type="body" idx="1"/>
          </p:nvPr>
        </p:nvSpPr>
        <p:spPr/>
        <p:txBody>
          <a:bodyPr/>
          <a:lstStyle/>
          <a:p>
            <a:endParaRPr lang="en-HK"/>
          </a:p>
        </p:txBody>
      </p:sp>
      <p:sp>
        <p:nvSpPr>
          <p:cNvPr id="4" name="Slide Number Placeholder 3">
            <a:extLst>
              <a:ext uri="{FF2B5EF4-FFF2-40B4-BE49-F238E27FC236}">
                <a16:creationId xmlns:a16="http://schemas.microsoft.com/office/drawing/2014/main" id="{B13430E2-7C4A-818F-9F93-48DA15414386}"/>
              </a:ext>
            </a:extLst>
          </p:cNvPr>
          <p:cNvSpPr>
            <a:spLocks noGrp="1"/>
          </p:cNvSpPr>
          <p:nvPr>
            <p:ph type="sldNum" sz="quarter" idx="5"/>
          </p:nvPr>
        </p:nvSpPr>
        <p:spPr/>
        <p:txBody>
          <a:bodyPr/>
          <a:lstStyle/>
          <a:p>
            <a:fld id="{5E0A5C09-F925-F94B-BCD4-4BA5FACCAF38}" type="slidenum">
              <a:rPr lang="en-US" smtClean="0"/>
              <a:t>5</a:t>
            </a:fld>
            <a:endParaRPr lang="en-US"/>
          </a:p>
        </p:txBody>
      </p:sp>
    </p:spTree>
    <p:extLst>
      <p:ext uri="{BB962C8B-B14F-4D97-AF65-F5344CB8AC3E}">
        <p14:creationId xmlns:p14="http://schemas.microsoft.com/office/powerpoint/2010/main" val="4204145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09052-48E0-2FDF-0D0F-A99A9B7E1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7FFB7-1512-0339-AD03-56D64923D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498ADA-089C-0A35-9828-82FAD148B990}"/>
              </a:ext>
            </a:extLst>
          </p:cNvPr>
          <p:cNvSpPr>
            <a:spLocks noGrp="1"/>
          </p:cNvSpPr>
          <p:nvPr>
            <p:ph type="body" idx="1"/>
          </p:nvPr>
        </p:nvSpPr>
        <p:spPr/>
        <p:txBody>
          <a:bodyPr/>
          <a:lstStyle/>
          <a:p>
            <a:r>
              <a:rPr lang="en-US">
                <a:ea typeface="Calibri"/>
                <a:cs typeface="Calibri"/>
              </a:rPr>
              <a:t>Make the whole lesson like the story book of that building mgt company. </a:t>
            </a:r>
          </a:p>
        </p:txBody>
      </p:sp>
      <p:sp>
        <p:nvSpPr>
          <p:cNvPr id="4" name="Slide Number Placeholder 3">
            <a:extLst>
              <a:ext uri="{FF2B5EF4-FFF2-40B4-BE49-F238E27FC236}">
                <a16:creationId xmlns:a16="http://schemas.microsoft.com/office/drawing/2014/main" id="{E362D052-6B8D-D186-59B6-F0E00DB10257}"/>
              </a:ext>
            </a:extLst>
          </p:cNvPr>
          <p:cNvSpPr>
            <a:spLocks noGrp="1"/>
          </p:cNvSpPr>
          <p:nvPr>
            <p:ph type="sldNum" sz="quarter" idx="5"/>
          </p:nvPr>
        </p:nvSpPr>
        <p:spPr/>
        <p:txBody>
          <a:bodyPr/>
          <a:lstStyle/>
          <a:p>
            <a:fld id="{5E0A5C09-F925-F94B-BCD4-4BA5FACCAF38}" type="slidenum">
              <a:rPr lang="en-US" smtClean="0"/>
              <a:t>6</a:t>
            </a:fld>
            <a:endParaRPr lang="en-US"/>
          </a:p>
        </p:txBody>
      </p:sp>
    </p:spTree>
    <p:extLst>
      <p:ext uri="{BB962C8B-B14F-4D97-AF65-F5344CB8AC3E}">
        <p14:creationId xmlns:p14="http://schemas.microsoft.com/office/powerpoint/2010/main" val="826692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Make the whole lesson like the story book of that building mgt company. </a:t>
            </a:r>
          </a:p>
        </p:txBody>
      </p:sp>
      <p:sp>
        <p:nvSpPr>
          <p:cNvPr id="4" name="Slide Number Placeholder 3"/>
          <p:cNvSpPr>
            <a:spLocks noGrp="1"/>
          </p:cNvSpPr>
          <p:nvPr>
            <p:ph type="sldNum" sz="quarter" idx="5"/>
          </p:nvPr>
        </p:nvSpPr>
        <p:spPr/>
        <p:txBody>
          <a:bodyPr/>
          <a:lstStyle/>
          <a:p>
            <a:fld id="{5E0A5C09-F925-F94B-BCD4-4BA5FACCAF38}" type="slidenum">
              <a:rPr lang="en-US" smtClean="0"/>
              <a:t>7</a:t>
            </a:fld>
            <a:endParaRPr lang="en-US"/>
          </a:p>
        </p:txBody>
      </p:sp>
    </p:spTree>
    <p:extLst>
      <p:ext uri="{BB962C8B-B14F-4D97-AF65-F5344CB8AC3E}">
        <p14:creationId xmlns:p14="http://schemas.microsoft.com/office/powerpoint/2010/main" val="1621830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HK" altLang="en-US"/>
              <a:t>新課堂任務</a:t>
            </a:r>
            <a:r>
              <a:rPr lang="en-US" altLang="zh-HK"/>
              <a:t>: </a:t>
            </a:r>
            <a:r>
              <a:rPr lang="zh-HK" altLang="en-US"/>
              <a:t>用 </a:t>
            </a:r>
            <a:r>
              <a:rPr lang="en-US" altLang="zh-HK"/>
              <a:t>image-file upload local vs cloud image recognition (aim fair comparison)Local: </a:t>
            </a:r>
            <a:r>
              <a:rPr lang="zh-HK" altLang="en-US"/>
              <a:t>使用 </a:t>
            </a:r>
            <a:r>
              <a:rPr lang="en-US" altLang="zh-HK"/>
              <a:t>Teachable Machine </a:t>
            </a:r>
            <a:r>
              <a:rPr lang="zh-TW" altLang="en-US"/>
              <a:t>（</a:t>
            </a:r>
            <a:r>
              <a:rPr lang="en-US" altLang="zh-TW"/>
              <a:t>https://teachablemachine.withgoogle.com/train/image</a:t>
            </a:r>
            <a:r>
              <a:rPr lang="zh-TW" altLang="en-US"/>
              <a:t>）</a:t>
            </a:r>
            <a:r>
              <a:rPr lang="en-US" altLang="zh-HK"/>
              <a:t>vs. Cloud: https://demo.imagga.com/tagging-v2;</a:t>
            </a:r>
            <a:br>
              <a:rPr lang="en-US" altLang="zh-HK"/>
            </a:br>
            <a:r>
              <a:rPr lang="en-US" altLang="zh-TW"/>
              <a:t>SaaS </a:t>
            </a:r>
            <a:r>
              <a:rPr lang="zh-TW" altLang="en-US"/>
              <a:t>屬於現成服務，而自建模型需要自行訓練</a:t>
            </a:r>
            <a:endParaRPr lang="en-US" altLang="zh-HK"/>
          </a:p>
          <a:p>
            <a:endParaRPr lang="zh-HK" altLang="en-US"/>
          </a:p>
        </p:txBody>
      </p:sp>
      <p:sp>
        <p:nvSpPr>
          <p:cNvPr id="4" name="投影片編號版面配置區 3"/>
          <p:cNvSpPr>
            <a:spLocks noGrp="1"/>
          </p:cNvSpPr>
          <p:nvPr>
            <p:ph type="sldNum" sz="quarter" idx="5"/>
          </p:nvPr>
        </p:nvSpPr>
        <p:spPr/>
        <p:txBody>
          <a:bodyPr/>
          <a:lstStyle/>
          <a:p>
            <a:fld id="{5E0A5C09-F925-F94B-BCD4-4BA5FACCAF38}" type="slidenum">
              <a:rPr lang="en-US" smtClean="0"/>
              <a:t>28</a:t>
            </a:fld>
            <a:endParaRPr lang="en-US"/>
          </a:p>
        </p:txBody>
      </p:sp>
    </p:spTree>
    <p:extLst>
      <p:ext uri="{BB962C8B-B14F-4D97-AF65-F5344CB8AC3E}">
        <p14:creationId xmlns:p14="http://schemas.microsoft.com/office/powerpoint/2010/main" val="619376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961E2-EAA0-198A-68AC-48EDC1EC6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F01FC-7882-3ABC-F5C7-CC4B6175F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C8776F-D5B9-ACC3-DCC1-4C6E0310DED7}"/>
              </a:ext>
            </a:extLst>
          </p:cNvPr>
          <p:cNvSpPr>
            <a:spLocks noGrp="1"/>
          </p:cNvSpPr>
          <p:nvPr>
            <p:ph type="body" idx="1"/>
          </p:nvPr>
        </p:nvSpPr>
        <p:spPr/>
        <p:txBody>
          <a:bodyPr/>
          <a:lstStyle/>
          <a:p>
            <a:endParaRPr lang="en-HK"/>
          </a:p>
        </p:txBody>
      </p:sp>
      <p:sp>
        <p:nvSpPr>
          <p:cNvPr id="4" name="Slide Number Placeholder 3">
            <a:extLst>
              <a:ext uri="{FF2B5EF4-FFF2-40B4-BE49-F238E27FC236}">
                <a16:creationId xmlns:a16="http://schemas.microsoft.com/office/drawing/2014/main" id="{CB8B3A89-CEA1-AB45-040D-B8672345D8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A5C09-F925-F94B-BCD4-4BA5FACCAF3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4499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Yellow BG">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64840" y="1611631"/>
            <a:ext cx="9063988" cy="1817370"/>
          </a:xfrm>
        </p:spPr>
        <p:txBody>
          <a:bodyPr anchor="b">
            <a:noAutofit/>
          </a:bodyPr>
          <a:lstStyle>
            <a:lvl1pPr algn="ctr">
              <a:defRPr sz="11000" cap="none" baseline="0">
                <a:solidFill>
                  <a:schemeClr val="tx1"/>
                </a:solidFill>
              </a:defRPr>
            </a:lvl1pPr>
          </a:lstStyle>
          <a:p>
            <a:r>
              <a:rPr lang="en-US"/>
              <a:t>Heading ...</a:t>
            </a:r>
          </a:p>
        </p:txBody>
      </p:sp>
      <p:sp>
        <p:nvSpPr>
          <p:cNvPr id="3" name="Subtitle 2"/>
          <p:cNvSpPr>
            <a:spLocks noGrp="1"/>
          </p:cNvSpPr>
          <p:nvPr>
            <p:ph type="subTitle" idx="1" hasCustomPrompt="1"/>
          </p:nvPr>
        </p:nvSpPr>
        <p:spPr>
          <a:xfrm>
            <a:off x="2679906" y="5011657"/>
            <a:ext cx="6831673" cy="1086237"/>
          </a:xfrm>
        </p:spPr>
        <p:txBody>
          <a:bodyPr>
            <a:normAutofit/>
          </a:bodyPr>
          <a:lstStyle>
            <a:lvl1pPr marL="0" indent="0" algn="ctr">
              <a:lnSpc>
                <a:spcPct val="112000"/>
              </a:lnSpc>
              <a:spcBef>
                <a:spcPts val="0"/>
              </a:spcBef>
              <a:spcAft>
                <a:spcPts val="0"/>
              </a:spcAft>
              <a:buNone/>
              <a:defRPr sz="2300">
                <a:solidFill>
                  <a:srgbClr val="42413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and contact ...</a:t>
            </a:r>
          </a:p>
        </p:txBody>
      </p:sp>
      <p:sp>
        <p:nvSpPr>
          <p:cNvPr id="31" name="Text Placeholder 30">
            <a:extLst>
              <a:ext uri="{FF2B5EF4-FFF2-40B4-BE49-F238E27FC236}">
                <a16:creationId xmlns:a16="http://schemas.microsoft.com/office/drawing/2014/main" id="{B97DE2C9-087E-B549-86BE-BE8413B7F89B}"/>
              </a:ext>
            </a:extLst>
          </p:cNvPr>
          <p:cNvSpPr>
            <a:spLocks noGrp="1"/>
          </p:cNvSpPr>
          <p:nvPr>
            <p:ph type="body" sz="quarter" idx="10" hasCustomPrompt="1"/>
          </p:nvPr>
        </p:nvSpPr>
        <p:spPr>
          <a:xfrm>
            <a:off x="1565275" y="3429000"/>
            <a:ext cx="9063038" cy="960438"/>
          </a:xfrm>
        </p:spPr>
        <p:txBody>
          <a:bodyPr>
            <a:normAutofit/>
          </a:bodyPr>
          <a:lstStyle>
            <a:lvl1pPr marL="0" indent="0" algn="ctr">
              <a:buFontTx/>
              <a:buNone/>
              <a:defRPr sz="4600">
                <a:solidFill>
                  <a:schemeClr val="bg1"/>
                </a:solidFill>
              </a:defRPr>
            </a:lvl1pPr>
          </a:lstStyle>
          <a:p>
            <a:pPr lvl="0"/>
            <a:r>
              <a:rPr lang="en-US"/>
              <a:t>Sub-heading ...</a:t>
            </a:r>
          </a:p>
        </p:txBody>
      </p:sp>
    </p:spTree>
    <p:extLst>
      <p:ext uri="{BB962C8B-B14F-4D97-AF65-F5344CB8AC3E}">
        <p14:creationId xmlns:p14="http://schemas.microsoft.com/office/powerpoint/2010/main" val="12545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Black BG">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64840" y="1611631"/>
            <a:ext cx="9063988" cy="1817370"/>
          </a:xfrm>
        </p:spPr>
        <p:txBody>
          <a:bodyPr anchor="b">
            <a:noAutofit/>
          </a:bodyPr>
          <a:lstStyle>
            <a:lvl1pPr algn="ctr">
              <a:defRPr sz="11000" cap="none" baseline="0">
                <a:solidFill>
                  <a:schemeClr val="accent6"/>
                </a:solidFill>
              </a:defRPr>
            </a:lvl1pPr>
          </a:lstStyle>
          <a:p>
            <a:r>
              <a:rPr lang="en-US"/>
              <a:t>Heading ...</a:t>
            </a:r>
          </a:p>
        </p:txBody>
      </p:sp>
      <p:sp>
        <p:nvSpPr>
          <p:cNvPr id="3" name="Subtitle 2"/>
          <p:cNvSpPr>
            <a:spLocks noGrp="1"/>
          </p:cNvSpPr>
          <p:nvPr>
            <p:ph type="subTitle" idx="1" hasCustomPrompt="1"/>
          </p:nvPr>
        </p:nvSpPr>
        <p:spPr>
          <a:xfrm>
            <a:off x="2679906" y="5011657"/>
            <a:ext cx="6831673"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and contact ...</a:t>
            </a:r>
          </a:p>
        </p:txBody>
      </p:sp>
      <p:sp>
        <p:nvSpPr>
          <p:cNvPr id="31" name="Text Placeholder 30">
            <a:extLst>
              <a:ext uri="{FF2B5EF4-FFF2-40B4-BE49-F238E27FC236}">
                <a16:creationId xmlns:a16="http://schemas.microsoft.com/office/drawing/2014/main" id="{B97DE2C9-087E-B549-86BE-BE8413B7F89B}"/>
              </a:ext>
            </a:extLst>
          </p:cNvPr>
          <p:cNvSpPr>
            <a:spLocks noGrp="1"/>
          </p:cNvSpPr>
          <p:nvPr>
            <p:ph type="body" sz="quarter" idx="10" hasCustomPrompt="1"/>
          </p:nvPr>
        </p:nvSpPr>
        <p:spPr>
          <a:xfrm>
            <a:off x="1565275" y="3429000"/>
            <a:ext cx="9063038" cy="960438"/>
          </a:xfrm>
        </p:spPr>
        <p:txBody>
          <a:bodyPr>
            <a:normAutofit/>
          </a:bodyPr>
          <a:lstStyle>
            <a:lvl1pPr marL="0" indent="0" algn="ctr">
              <a:buFontTx/>
              <a:buNone/>
              <a:defRPr sz="4600">
                <a:solidFill>
                  <a:schemeClr val="bg1"/>
                </a:solidFill>
              </a:defRPr>
            </a:lvl1pPr>
          </a:lstStyle>
          <a:p>
            <a:pPr lvl="0"/>
            <a:r>
              <a:rPr lang="en-US"/>
              <a:t>Sub-heading ...</a:t>
            </a:r>
          </a:p>
        </p:txBody>
      </p:sp>
    </p:spTree>
    <p:extLst>
      <p:ext uri="{BB962C8B-B14F-4D97-AF65-F5344CB8AC3E}">
        <p14:creationId xmlns:p14="http://schemas.microsoft.com/office/powerpoint/2010/main" val="1628592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hite BG">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64840" y="1611631"/>
            <a:ext cx="9063988" cy="1817370"/>
          </a:xfrm>
        </p:spPr>
        <p:txBody>
          <a:bodyPr anchor="b">
            <a:noAutofit/>
          </a:bodyPr>
          <a:lstStyle>
            <a:lvl1pPr algn="ctr">
              <a:defRPr sz="11000" cap="none" baseline="0">
                <a:solidFill>
                  <a:schemeClr val="tx1"/>
                </a:solidFill>
              </a:defRPr>
            </a:lvl1pPr>
          </a:lstStyle>
          <a:p>
            <a:r>
              <a:rPr lang="en-US"/>
              <a:t>Heading ...</a:t>
            </a:r>
          </a:p>
        </p:txBody>
      </p:sp>
      <p:sp>
        <p:nvSpPr>
          <p:cNvPr id="3" name="Subtitle 2"/>
          <p:cNvSpPr>
            <a:spLocks noGrp="1"/>
          </p:cNvSpPr>
          <p:nvPr>
            <p:ph type="subTitle" idx="1" hasCustomPrompt="1"/>
          </p:nvPr>
        </p:nvSpPr>
        <p:spPr>
          <a:xfrm>
            <a:off x="2679906" y="5011657"/>
            <a:ext cx="6831673" cy="1086237"/>
          </a:xfrm>
        </p:spPr>
        <p:txBody>
          <a:bodyPr>
            <a:normAutofit/>
          </a:bodyPr>
          <a:lstStyle>
            <a:lvl1pPr marL="0" indent="0" algn="ctr">
              <a:lnSpc>
                <a:spcPct val="112000"/>
              </a:lnSpc>
              <a:spcBef>
                <a:spcPts val="0"/>
              </a:spcBef>
              <a:spcAft>
                <a:spcPts val="0"/>
              </a:spcAft>
              <a:buNone/>
              <a:defRPr sz="23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and contact ...</a:t>
            </a:r>
          </a:p>
        </p:txBody>
      </p:sp>
      <p:sp>
        <p:nvSpPr>
          <p:cNvPr id="31" name="Text Placeholder 30">
            <a:extLst>
              <a:ext uri="{FF2B5EF4-FFF2-40B4-BE49-F238E27FC236}">
                <a16:creationId xmlns:a16="http://schemas.microsoft.com/office/drawing/2014/main" id="{B97DE2C9-087E-B549-86BE-BE8413B7F89B}"/>
              </a:ext>
            </a:extLst>
          </p:cNvPr>
          <p:cNvSpPr>
            <a:spLocks noGrp="1"/>
          </p:cNvSpPr>
          <p:nvPr>
            <p:ph type="body" sz="quarter" idx="10" hasCustomPrompt="1"/>
          </p:nvPr>
        </p:nvSpPr>
        <p:spPr>
          <a:xfrm>
            <a:off x="1565275" y="3429000"/>
            <a:ext cx="9063038" cy="960438"/>
          </a:xfrm>
        </p:spPr>
        <p:txBody>
          <a:bodyPr>
            <a:normAutofit/>
          </a:bodyPr>
          <a:lstStyle>
            <a:lvl1pPr marL="0" indent="0" algn="ctr">
              <a:buFontTx/>
              <a:buNone/>
              <a:defRPr sz="4600">
                <a:solidFill>
                  <a:schemeClr val="tx1"/>
                </a:solidFill>
              </a:defRPr>
            </a:lvl1pPr>
          </a:lstStyle>
          <a:p>
            <a:pPr lvl="0"/>
            <a:r>
              <a:rPr lang="en-US"/>
              <a:t>Sub-heading ...</a:t>
            </a:r>
          </a:p>
        </p:txBody>
      </p:sp>
    </p:spTree>
    <p:extLst>
      <p:ext uri="{BB962C8B-B14F-4D97-AF65-F5344CB8AC3E}">
        <p14:creationId xmlns:p14="http://schemas.microsoft.com/office/powerpoint/2010/main" val="373548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nchor="ctr" anchorCtr="0">
            <a:noAutofit/>
          </a:bodyPr>
          <a:lstStyle>
            <a:lvl1pPr>
              <a:defRPr sz="6000">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lvl1pPr>
              <a:defRPr b="0" i="0">
                <a:latin typeface="Helvetica" pitchFamily="2" charset="0"/>
                <a:ea typeface="Noto Sans TC Light" panose="020B0300000000000000" pitchFamily="34" charset="-128"/>
                <a:cs typeface="Helvetica" pitchFamily="2" charset="0"/>
              </a:defRPr>
            </a:lvl1pPr>
            <a:lvl2pPr>
              <a:defRPr b="0" i="0">
                <a:latin typeface="Helvetica" pitchFamily="2" charset="0"/>
                <a:ea typeface="Noto Sans TC Light" panose="020B0300000000000000" pitchFamily="34" charset="-128"/>
                <a:cs typeface="Helvetica" pitchFamily="2" charset="0"/>
              </a:defRPr>
            </a:lvl2pPr>
            <a:lvl3pPr>
              <a:defRPr b="0" i="0">
                <a:latin typeface="Helvetica" pitchFamily="2" charset="0"/>
                <a:ea typeface="Noto Sans TC Light" panose="020B0300000000000000" pitchFamily="34" charset="-128"/>
                <a:cs typeface="Helvetica" pitchFamily="2" charset="0"/>
              </a:defRPr>
            </a:lvl3pPr>
            <a:lvl4pPr>
              <a:defRPr b="0" i="0">
                <a:latin typeface="Helvetica" pitchFamily="2" charset="0"/>
                <a:ea typeface="Noto Sans TC Light" panose="020B0300000000000000" pitchFamily="34" charset="-128"/>
                <a:cs typeface="Helvetica" pitchFamily="2" charset="0"/>
              </a:defRPr>
            </a:lvl4pPr>
            <a:lvl5pPr>
              <a:defRPr b="0" i="0">
                <a:latin typeface="Helvetica" pitchFamily="2" charset="0"/>
                <a:ea typeface="Noto Sans TC Light" panose="020B0300000000000000" pitchFamily="34" charset="-128"/>
                <a:cs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01597" y="6045950"/>
            <a:ext cx="404174" cy="404614"/>
          </a:xfrm>
        </p:spPr>
        <p:txBody>
          <a:bodyPr/>
          <a:lstStyle>
            <a:lvl1pPr algn="ctr">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754901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Yellow BG">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867530"/>
            <a:ext cx="9612971" cy="2852737"/>
          </a:xfrm>
        </p:spPr>
        <p:txBody>
          <a:bodyPr anchor="b">
            <a:normAutofit/>
          </a:bodyPr>
          <a:lstStyle>
            <a:lvl1pPr algn="l">
              <a:defRPr sz="720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65025" y="3782497"/>
            <a:ext cx="9612971" cy="1670449"/>
          </a:xfrm>
        </p:spPr>
        <p:txBody>
          <a:bodyPr>
            <a:normAutofit/>
          </a:bodyPr>
          <a:lstStyle>
            <a:lvl1pPr marL="0" indent="0" algn="r">
              <a:lnSpc>
                <a:spcPct val="112000"/>
              </a:lnSpc>
              <a:spcBef>
                <a:spcPts val="0"/>
              </a:spcBef>
              <a:spcAft>
                <a:spcPts val="0"/>
              </a:spcAft>
              <a:buNone/>
              <a:defRPr sz="3600" b="0" i="0">
                <a:solidFill>
                  <a:schemeClr val="bg1"/>
                </a:solidFill>
                <a:latin typeface="Helvetica" pitchFamily="2" charset="0"/>
                <a:ea typeface="Noto Sans TC Medium" panose="020B06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3240114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Black BG">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867530"/>
            <a:ext cx="9612971" cy="2852737"/>
          </a:xfrm>
        </p:spPr>
        <p:txBody>
          <a:bodyPr anchor="b">
            <a:normAutofit/>
          </a:bodyPr>
          <a:lstStyle>
            <a:lvl1pPr algn="l">
              <a:defRPr sz="720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765025" y="3782497"/>
            <a:ext cx="9612971" cy="1670449"/>
          </a:xfrm>
        </p:spPr>
        <p:txBody>
          <a:bodyPr>
            <a:normAutofit/>
          </a:bodyPr>
          <a:lstStyle>
            <a:lvl1pPr marL="0" indent="0" algn="r">
              <a:lnSpc>
                <a:spcPct val="112000"/>
              </a:lnSpc>
              <a:spcBef>
                <a:spcPts val="0"/>
              </a:spcBef>
              <a:spcAft>
                <a:spcPts val="0"/>
              </a:spcAft>
              <a:buNone/>
              <a:defRPr sz="3600" b="0" i="0">
                <a:solidFill>
                  <a:schemeClr val="bg1"/>
                </a:solidFill>
                <a:latin typeface="Helvetica" pitchFamily="2" charset="0"/>
                <a:ea typeface="Noto Sans TC Medium" panose="020B06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1092758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2_Section Header Yellow BG">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867530"/>
            <a:ext cx="9612971" cy="2852737"/>
          </a:xfrm>
        </p:spPr>
        <p:txBody>
          <a:bodyPr anchor="b">
            <a:normAutofit/>
          </a:bodyPr>
          <a:lstStyle>
            <a:lvl1pPr algn="l">
              <a:defRPr sz="720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65025" y="3782497"/>
            <a:ext cx="9612971" cy="1670449"/>
          </a:xfrm>
        </p:spPr>
        <p:txBody>
          <a:bodyPr>
            <a:normAutofit/>
          </a:bodyPr>
          <a:lstStyle>
            <a:lvl1pPr marL="0" indent="0" algn="r">
              <a:lnSpc>
                <a:spcPct val="112000"/>
              </a:lnSpc>
              <a:spcBef>
                <a:spcPts val="0"/>
              </a:spcBef>
              <a:spcAft>
                <a:spcPts val="0"/>
              </a:spcAft>
              <a:buNone/>
              <a:defRPr sz="3600" b="0" i="0">
                <a:solidFill>
                  <a:schemeClr val="tx1"/>
                </a:solidFill>
                <a:latin typeface="Helvetica" pitchFamily="2" charset="0"/>
                <a:ea typeface="Noto Sans TC Medium" panose="020B06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4077190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0" baseline="0">
                <a:solidFill>
                  <a:schemeClr val="tx2"/>
                </a:solidFill>
              </a:defRPr>
            </a:lvl1pPr>
            <a:lvl2pPr>
              <a:defRPr b="0" baseline="0">
                <a:solidFill>
                  <a:schemeClr val="tx2"/>
                </a:solidFill>
              </a:defRPr>
            </a:lvl2pPr>
            <a:lvl3pPr>
              <a:defRPr b="0" baseline="0">
                <a:solidFill>
                  <a:schemeClr val="tx2"/>
                </a:solidFill>
              </a:defRPr>
            </a:lvl3pPr>
            <a:lvl4pPr>
              <a:defRPr b="0" baseline="0">
                <a:solidFill>
                  <a:schemeClr val="tx2"/>
                </a:solidFill>
              </a:defRPr>
            </a:lvl4pPr>
            <a:lvl5pPr>
              <a:defRPr b="0"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25403" y="2285999"/>
            <a:ext cx="4447786" cy="3581401"/>
          </a:xfrm>
        </p:spPr>
        <p:txBody>
          <a:bodyPr/>
          <a:lstStyle>
            <a:lvl1pPr>
              <a:defRPr b="0">
                <a:solidFill>
                  <a:schemeClr val="tx2"/>
                </a:solidFill>
              </a:defRPr>
            </a:lvl1pPr>
            <a:lvl2pPr>
              <a:defRPr b="0">
                <a:solidFill>
                  <a:schemeClr val="tx2"/>
                </a:solidFill>
              </a:defRPr>
            </a:lvl2pPr>
            <a:lvl3pPr>
              <a:defRPr b="0">
                <a:solidFill>
                  <a:schemeClr val="tx2"/>
                </a:solidFill>
              </a:defRPr>
            </a:lvl3pPr>
            <a:lvl4pPr>
              <a:defRPr b="0">
                <a:solidFill>
                  <a:schemeClr val="tx2"/>
                </a:solidFill>
              </a:defRPr>
            </a:lvl4pPr>
            <a:lvl5pPr>
              <a:defRPr b="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19C8DA3-E147-8F4D-8E1C-EF5F77BE0E75}"/>
              </a:ext>
            </a:extLst>
          </p:cNvPr>
          <p:cNvSpPr txBox="1">
            <a:spLocks/>
          </p:cNvSpPr>
          <p:nvPr userDrawn="1"/>
        </p:nvSpPr>
        <p:spPr>
          <a:xfrm>
            <a:off x="401597" y="6045950"/>
            <a:ext cx="404174" cy="404614"/>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baseline="0">
                <a:solidFill>
                  <a:schemeClr val="bg1"/>
                </a:solidFill>
                <a:latin typeface="Stardos Stencil Regular"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B07A3D-2F58-EF4D-A265-F014B879E6ED}" type="slidenum">
              <a:rPr lang="en-US" smtClean="0"/>
              <a:pPr/>
              <a:t>‹#›</a:t>
            </a:fld>
            <a:endParaRPr lang="en-US"/>
          </a:p>
        </p:txBody>
      </p:sp>
    </p:spTree>
    <p:extLst>
      <p:ext uri="{BB962C8B-B14F-4D97-AF65-F5344CB8AC3E}">
        <p14:creationId xmlns:p14="http://schemas.microsoft.com/office/powerpoint/2010/main" val="3323447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nchor="ctr"/>
          <a:lstStyle>
            <a:lvl1pPr>
              <a:defRPr>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a:extLst>
              <a:ext uri="{FF2B5EF4-FFF2-40B4-BE49-F238E27FC236}">
                <a16:creationId xmlns:a16="http://schemas.microsoft.com/office/drawing/2014/main" id="{2F9DABD6-03D8-EF4D-BE55-5DEBED35F6E8}"/>
              </a:ext>
            </a:extLst>
          </p:cNvPr>
          <p:cNvSpPr txBox="1">
            <a:spLocks/>
          </p:cNvSpPr>
          <p:nvPr userDrawn="1"/>
        </p:nvSpPr>
        <p:spPr>
          <a:xfrm>
            <a:off x="401597" y="6045950"/>
            <a:ext cx="404174" cy="404614"/>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baseline="0">
                <a:solidFill>
                  <a:schemeClr val="bg1"/>
                </a:solidFill>
                <a:latin typeface="Stardos Stencil Regular"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B07A3D-2F58-EF4D-A265-F014B879E6ED}" type="slidenum">
              <a:rPr lang="en-US" smtClean="0"/>
              <a:pPr/>
              <a:t>‹#›</a:t>
            </a:fld>
            <a:endParaRPr lang="en-US"/>
          </a:p>
        </p:txBody>
      </p:sp>
    </p:spTree>
    <p:extLst>
      <p:ext uri="{BB962C8B-B14F-4D97-AF65-F5344CB8AC3E}">
        <p14:creationId xmlns:p14="http://schemas.microsoft.com/office/powerpoint/2010/main" val="1785062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Black BG">
    <p:bg>
      <p:bgPr>
        <a:solidFill>
          <a:schemeClr val="tx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B07A3D-2F58-EF4D-A265-F014B879E6ED}" type="slidenum">
              <a:rPr lang="en-US" smtClean="0"/>
              <a:pPr/>
              <a:t>‹#›</a:t>
            </a:fld>
            <a:endParaRPr lang="en-US"/>
          </a:p>
        </p:txBody>
      </p:sp>
      <p:sp>
        <p:nvSpPr>
          <p:cNvPr id="6" name="Title 1">
            <a:extLst>
              <a:ext uri="{FF2B5EF4-FFF2-40B4-BE49-F238E27FC236}">
                <a16:creationId xmlns:a16="http://schemas.microsoft.com/office/drawing/2014/main" id="{EB0F672B-617C-ED41-86E5-D01396AF830B}"/>
              </a:ext>
            </a:extLst>
          </p:cNvPr>
          <p:cNvSpPr>
            <a:spLocks noGrp="1"/>
          </p:cNvSpPr>
          <p:nvPr>
            <p:ph type="title"/>
          </p:nvPr>
        </p:nvSpPr>
        <p:spPr>
          <a:xfrm>
            <a:off x="1295400" y="1856935"/>
            <a:ext cx="9601200" cy="3334043"/>
          </a:xfrm>
        </p:spPr>
        <p:txBody>
          <a:bodyPr anchor="ctr"/>
          <a:lstStyle>
            <a:lvl1pPr algn="ct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433399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White 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B07A3D-2F58-EF4D-A265-F014B879E6ED}" type="slidenum">
              <a:rPr lang="en-US" smtClean="0"/>
              <a:pPr/>
              <a:t>‹#›</a:t>
            </a:fld>
            <a:endParaRPr lang="en-US"/>
          </a:p>
        </p:txBody>
      </p:sp>
      <p:sp>
        <p:nvSpPr>
          <p:cNvPr id="6" name="Title 1">
            <a:extLst>
              <a:ext uri="{FF2B5EF4-FFF2-40B4-BE49-F238E27FC236}">
                <a16:creationId xmlns:a16="http://schemas.microsoft.com/office/drawing/2014/main" id="{AD59D321-0A73-884C-9F99-C970FDD784EE}"/>
              </a:ext>
            </a:extLst>
          </p:cNvPr>
          <p:cNvSpPr>
            <a:spLocks noGrp="1"/>
          </p:cNvSpPr>
          <p:nvPr>
            <p:ph type="title"/>
          </p:nvPr>
        </p:nvSpPr>
        <p:spPr>
          <a:xfrm>
            <a:off x="1295400" y="1856935"/>
            <a:ext cx="9601200" cy="3334043"/>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50656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99EBA2D-B03A-6140-A6CD-C795B3923073}"/>
              </a:ext>
            </a:extLst>
          </p:cNvPr>
          <p:cNvSpPr>
            <a:spLocks noGrp="1"/>
          </p:cNvSpPr>
          <p:nvPr>
            <p:ph type="sldNum" sz="quarter" idx="12"/>
          </p:nvPr>
        </p:nvSpPr>
        <p:spPr>
          <a:xfrm>
            <a:off x="401597" y="6045950"/>
            <a:ext cx="404174" cy="404614"/>
          </a:xfrm>
        </p:spPr>
        <p:txBody>
          <a:bodyPr/>
          <a:lstStyle>
            <a:lvl1pPr algn="ctr">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3295053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ank Black BG">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738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Dark Grey BG">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206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Blank White 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140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b">
            <a:noAutofit/>
          </a:bodyPr>
          <a:lstStyle>
            <a:lvl1pPr>
              <a:lnSpc>
                <a:spcPct val="84000"/>
              </a:lnSpc>
              <a:defRPr sz="4800" baseline="0">
                <a:solidFill>
                  <a:schemeClr val="tx1"/>
                </a:solidFill>
              </a:defRPr>
            </a:lvl1pPr>
          </a:lstStyle>
          <a:p>
            <a:r>
              <a:rPr lang="en-US"/>
              <a:t>Click to edit Master title style</a:t>
            </a:r>
          </a:p>
        </p:txBody>
      </p:sp>
      <p:sp>
        <p:nvSpPr>
          <p:cNvPr id="3" name="Content Placeholder 2"/>
          <p:cNvSpPr>
            <a:spLocks noGrp="1"/>
          </p:cNvSpPr>
          <p:nvPr>
            <p:ph idx="1"/>
          </p:nvPr>
        </p:nvSpPr>
        <p:spPr>
          <a:xfrm>
            <a:off x="6256020" y="899161"/>
            <a:ext cx="5212080" cy="5175250"/>
          </a:xfrm>
        </p:spPr>
        <p:txBody>
          <a:bodyPr anchor="ctr"/>
          <a:lstStyle>
            <a:lvl1pPr>
              <a:defRPr sz="2800"/>
            </a:lvl1pPr>
            <a:lvl2pPr>
              <a:defRPr sz="2800"/>
            </a:lvl2pPr>
            <a:lvl3pPr>
              <a:defRPr sz="2400"/>
            </a:lvl3pPr>
            <a:lvl4pPr>
              <a:defRPr sz="24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23900" y="2856344"/>
            <a:ext cx="3855720" cy="3011056"/>
          </a:xfrm>
        </p:spPr>
        <p:txBody>
          <a:bodyPr>
            <a:normAutofit/>
          </a:bodyPr>
          <a:lstStyle>
            <a:lvl1pPr marL="0" indent="0">
              <a:lnSpc>
                <a:spcPct val="113000"/>
              </a:lnSpc>
              <a:spcBef>
                <a:spcPts val="0"/>
              </a:spcBef>
              <a:spcAft>
                <a:spcPts val="1500"/>
              </a:spcAft>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1296058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532120" cy="68576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b">
            <a:normAutofit/>
          </a:bodyPr>
          <a:lstStyle>
            <a:lvl1pPr>
              <a:lnSpc>
                <a:spcPct val="84000"/>
              </a:lnSpc>
              <a:defRPr sz="4800" baseline="0">
                <a:solidFill>
                  <a:schemeClr val="tx1"/>
                </a:solidFill>
              </a:defRPr>
            </a:lvl1pPr>
          </a:lstStyle>
          <a:p>
            <a:r>
              <a:rPr lang="en-US"/>
              <a:t>Click to edit Master title style</a:t>
            </a:r>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23900" y="2855968"/>
            <a:ext cx="3855720" cy="3011432"/>
          </a:xfrm>
        </p:spPr>
        <p:txBody>
          <a:bodyPr>
            <a:normAutofit/>
          </a:bodyPr>
          <a:lstStyle>
            <a:lvl1pPr marL="0" indent="0">
              <a:lnSpc>
                <a:spcPct val="113000"/>
              </a:lnSpc>
              <a:spcBef>
                <a:spcPts val="0"/>
              </a:spcBef>
              <a:spcAft>
                <a:spcPts val="1500"/>
              </a:spcAft>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3431490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0" i="0" baseline="0">
                <a:solidFill>
                  <a:schemeClr val="tx2"/>
                </a:solidFill>
                <a:latin typeface="Stardos Stencil Regular" charset="0"/>
              </a:defRPr>
            </a:lvl1pPr>
          </a:lstStyle>
          <a:p>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0" i="0" baseline="0">
                <a:solidFill>
                  <a:schemeClr val="tx2"/>
                </a:solidFill>
                <a:latin typeface="Stardos Stencil Regular" charset="0"/>
              </a:defRPr>
            </a:lvl1pPr>
          </a:lstStyle>
          <a:p>
            <a:endParaRPr lang="en-US"/>
          </a:p>
        </p:txBody>
      </p:sp>
      <p:sp>
        <p:nvSpPr>
          <p:cNvPr id="9" name="Rectangle 8" title="Side bar"/>
          <p:cNvSpPr/>
          <p:nvPr/>
        </p:nvSpPr>
        <p:spPr>
          <a:xfrm>
            <a:off x="478095" y="376"/>
            <a:ext cx="228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6" name="Slide Number Placeholder 5"/>
          <p:cNvSpPr>
            <a:spLocks noGrp="1"/>
          </p:cNvSpPr>
          <p:nvPr>
            <p:ph type="sldNum" sz="quarter" idx="4"/>
          </p:nvPr>
        </p:nvSpPr>
        <p:spPr>
          <a:xfrm rot="5400000">
            <a:off x="367730" y="6453010"/>
            <a:ext cx="404174" cy="404614"/>
          </a:xfrm>
          <a:prstGeom prst="rect">
            <a:avLst/>
          </a:prstGeom>
        </p:spPr>
        <p:txBody>
          <a:bodyPr vert="horz" lIns="91440" tIns="45720" rIns="91440" bIns="45720" rtlCol="0" anchor="ctr"/>
          <a:lstStyle>
            <a:lvl1pPr algn="r">
              <a:defRPr sz="1200" b="0" i="0" baseline="0">
                <a:solidFill>
                  <a:schemeClr val="bg1"/>
                </a:solidFill>
                <a:latin typeface="Stardos Stencil Regular" charset="0"/>
              </a:defRPr>
            </a:lvl1pPr>
          </a:lstStyle>
          <a:p>
            <a:fld id="{14B07A3D-2F58-EF4D-A265-F014B879E6ED}" type="slidenum">
              <a:rPr lang="en-US" smtClean="0"/>
              <a:pPr/>
              <a:t>‹#›</a:t>
            </a:fld>
            <a:endParaRPr lang="en-US"/>
          </a:p>
        </p:txBody>
      </p:sp>
      <p:sp>
        <p:nvSpPr>
          <p:cNvPr id="8" name="TextBox 7">
            <a:extLst>
              <a:ext uri="{FF2B5EF4-FFF2-40B4-BE49-F238E27FC236}">
                <a16:creationId xmlns:a16="http://schemas.microsoft.com/office/drawing/2014/main" id="{E350705F-B29F-BB46-93E3-5C7C8E9B4404}"/>
              </a:ext>
            </a:extLst>
          </p:cNvPr>
          <p:cNvSpPr txBox="1"/>
          <p:nvPr userDrawn="1"/>
        </p:nvSpPr>
        <p:spPr>
          <a:xfrm rot="5400000">
            <a:off x="-747298" y="2116723"/>
            <a:ext cx="2729530" cy="338554"/>
          </a:xfrm>
          <a:prstGeom prst="rect">
            <a:avLst/>
          </a:prstGeom>
          <a:noFill/>
        </p:spPr>
        <p:txBody>
          <a:bodyPr wrap="none" rtlCol="0">
            <a:spAutoFit/>
          </a:bodyPr>
          <a:lstStyle/>
          <a:p>
            <a:r>
              <a:rPr lang="en-US" sz="1600">
                <a:solidFill>
                  <a:schemeClr val="accent1"/>
                </a:solidFill>
              </a:rPr>
              <a:t>Cloud Computing Introduction</a:t>
            </a:r>
          </a:p>
        </p:txBody>
      </p:sp>
    </p:spTree>
    <p:extLst>
      <p:ext uri="{BB962C8B-B14F-4D97-AF65-F5344CB8AC3E}">
        <p14:creationId xmlns:p14="http://schemas.microsoft.com/office/powerpoint/2010/main" val="1889416364"/>
      </p:ext>
    </p:extLst>
  </p:cSld>
  <p:clrMap bg1="lt1" tx1="dk1" bg2="lt2" tx2="dk2" accent1="accent1" accent2="accent2" accent3="accent3" accent4="accent4" accent5="accent5" accent6="accent6" hlink="hlink" folHlink="folHlink"/>
  <p:sldLayoutIdLst>
    <p:sldLayoutId id="2147484377" r:id="rId1"/>
    <p:sldLayoutId id="2147484378" r:id="rId2"/>
    <p:sldLayoutId id="2147484379" r:id="rId3"/>
    <p:sldLayoutId id="2147484380" r:id="rId4"/>
    <p:sldLayoutId id="2147484381" r:id="rId5"/>
    <p:sldLayoutId id="2147484401" r:id="rId6"/>
    <p:sldLayoutId id="2147484402" r:id="rId7"/>
    <p:sldLayoutId id="2147484384" r:id="rId8"/>
    <p:sldLayoutId id="2147484385" r:id="rId9"/>
    <p:sldLayoutId id="2147484387" r:id="rId10"/>
    <p:sldLayoutId id="2147484388" r:id="rId11"/>
    <p:sldLayoutId id="2147484389" r:id="rId12"/>
    <p:sldLayoutId id="2147484391" r:id="rId13"/>
    <p:sldLayoutId id="2147484392" r:id="rId14"/>
    <p:sldLayoutId id="2147484393" r:id="rId15"/>
    <p:sldLayoutId id="2147484394" r:id="rId16"/>
    <p:sldLayoutId id="2147484395" r:id="rId17"/>
  </p:sldLayoutIdLst>
  <p:hf hdr="0" ftr="0" dt="0"/>
  <p:txStyles>
    <p:title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 Id="rId5" Type="http://schemas.openxmlformats.org/officeDocument/2006/relationships/hyperlink" Target="https://youtu.be/8081VK9QE1k?si=9aH0xJLcN9kGy_oI" TargetMode="External"/><Relationship Id="rId4" Type="http://schemas.openxmlformats.org/officeDocument/2006/relationships/hyperlink" Target="https://www.youtube.com/watch?v=8081VK9QE1k&amp;list=PLWfVcpjMQd0OkWOzowkxow0i9h87C-5vW&amp;index=3"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gif"/><Relationship Id="rId1" Type="http://schemas.openxmlformats.org/officeDocument/2006/relationships/slideLayout" Target="../slideLayouts/slideLayout16.xml"/><Relationship Id="rId5" Type="http://schemas.openxmlformats.org/officeDocument/2006/relationships/hyperlink" Target="https://www.youtube.com/watch?v=Dx04JCbYMMI&amp;list=PLWfVcpjMQd0OkWOzowkxow0i9h87C-5vW&amp;index=4" TargetMode="External"/><Relationship Id="rId4" Type="http://schemas.openxmlformats.org/officeDocument/2006/relationships/hyperlink" Target="https://www.youtube.com/watch?v=8081VK9QE1k&amp;list=PLWfVcpjMQd0OkWOzowkxow0i9h87C-5vW&amp;index=3"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289D26-9071-2843-8E10-2584DB2C185A}"/>
              </a:ext>
            </a:extLst>
          </p:cNvPr>
          <p:cNvSpPr>
            <a:spLocks noGrp="1"/>
          </p:cNvSpPr>
          <p:nvPr>
            <p:ph type="ctrTitle"/>
          </p:nvPr>
        </p:nvSpPr>
        <p:spPr/>
        <p:txBody>
          <a:bodyPr/>
          <a:lstStyle/>
          <a:p>
            <a:r>
              <a:rPr lang="zh-TW" altLang="en-US" sz="6000">
                <a:latin typeface="Heiti SC Medium" pitchFamily="2" charset="-128"/>
                <a:ea typeface="Heiti SC Medium" pitchFamily="2" charset="-128"/>
              </a:rPr>
              <a:t>雲計算入門</a:t>
            </a:r>
            <a:endParaRPr lang="en-US">
              <a:latin typeface="Heiti SC Medium" pitchFamily="2" charset="-128"/>
              <a:ea typeface="Heiti SC Medium" pitchFamily="2" charset="-128"/>
            </a:endParaRPr>
          </a:p>
        </p:txBody>
      </p:sp>
      <p:sp>
        <p:nvSpPr>
          <p:cNvPr id="12" name="Text Placeholder 11">
            <a:extLst>
              <a:ext uri="{FF2B5EF4-FFF2-40B4-BE49-F238E27FC236}">
                <a16:creationId xmlns:a16="http://schemas.microsoft.com/office/drawing/2014/main" id="{2AD004A6-A3DE-F44A-BD11-D08F95B8409F}"/>
              </a:ext>
            </a:extLst>
          </p:cNvPr>
          <p:cNvSpPr>
            <a:spLocks noGrp="1"/>
          </p:cNvSpPr>
          <p:nvPr>
            <p:ph type="body" sz="quarter" idx="10"/>
          </p:nvPr>
        </p:nvSpPr>
        <p:spPr/>
        <p:txBody>
          <a:bodyPr/>
          <a:lstStyle/>
          <a:p>
            <a:r>
              <a:rPr lang="en-US" altLang="zh-TW" sz="4000"/>
              <a:t>2. </a:t>
            </a:r>
            <a:r>
              <a:rPr lang="en-US" err="1"/>
              <a:t>雲計算特質</a:t>
            </a:r>
            <a:endParaRPr lang="en-HK"/>
          </a:p>
        </p:txBody>
      </p:sp>
      <p:sp>
        <p:nvSpPr>
          <p:cNvPr id="2" name="TextBox 3">
            <a:extLst>
              <a:ext uri="{FF2B5EF4-FFF2-40B4-BE49-F238E27FC236}">
                <a16:creationId xmlns:a16="http://schemas.microsoft.com/office/drawing/2014/main" id="{30F95D64-A8AB-B7C4-68AC-F4144BDC6D17}"/>
              </a:ext>
            </a:extLst>
          </p:cNvPr>
          <p:cNvSpPr txBox="1"/>
          <p:nvPr/>
        </p:nvSpPr>
        <p:spPr>
          <a:xfrm>
            <a:off x="79990" y="6389870"/>
            <a:ext cx="1995565"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HK" b="1">
                <a:solidFill>
                  <a:schemeClr val="bg1"/>
                </a:solidFill>
              </a:rPr>
              <a:t>Ver：2025年 2月</a:t>
            </a:r>
          </a:p>
        </p:txBody>
      </p:sp>
    </p:spTree>
    <p:extLst>
      <p:ext uri="{BB962C8B-B14F-4D97-AF65-F5344CB8AC3E}">
        <p14:creationId xmlns:p14="http://schemas.microsoft.com/office/powerpoint/2010/main" val="2567134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a:extLst>
            <a:ext uri="{FF2B5EF4-FFF2-40B4-BE49-F238E27FC236}">
              <a16:creationId xmlns:a16="http://schemas.microsoft.com/office/drawing/2014/main" id="{72C7DD5F-C2F7-07EC-4D9B-AFE88B59A9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2E0073-813D-175E-6B38-D4C19012DAEF}"/>
              </a:ext>
            </a:extLst>
          </p:cNvPr>
          <p:cNvSpPr>
            <a:spLocks noGrp="1"/>
          </p:cNvSpPr>
          <p:nvPr>
            <p:ph type="ctrTitle"/>
          </p:nvPr>
        </p:nvSpPr>
        <p:spPr/>
        <p:txBody>
          <a:bodyPr/>
          <a:lstStyle/>
          <a:p>
            <a:r>
              <a:rPr lang="zh-TW" altLang="en-US" sz="6000">
                <a:latin typeface="DengXian" panose="02010600030101010101" pitchFamily="2" charset="-122"/>
                <a:ea typeface="DengXian" panose="02010600030101010101" pitchFamily="2" charset="-122"/>
              </a:rPr>
              <a:t>雲計算入門</a:t>
            </a:r>
            <a:endParaRPr lang="en-US">
              <a:latin typeface="DengXian" panose="02010600030101010101" pitchFamily="2" charset="-122"/>
              <a:ea typeface="DengXian" panose="02010600030101010101" pitchFamily="2" charset="-122"/>
            </a:endParaRPr>
          </a:p>
        </p:txBody>
      </p:sp>
      <p:sp>
        <p:nvSpPr>
          <p:cNvPr id="12" name="Text Placeholder 11">
            <a:extLst>
              <a:ext uri="{FF2B5EF4-FFF2-40B4-BE49-F238E27FC236}">
                <a16:creationId xmlns:a16="http://schemas.microsoft.com/office/drawing/2014/main" id="{2BF0D76C-6CBB-86C1-F274-C7E8B5591D2D}"/>
              </a:ext>
            </a:extLst>
          </p:cNvPr>
          <p:cNvSpPr>
            <a:spLocks noGrp="1"/>
          </p:cNvSpPr>
          <p:nvPr>
            <p:ph type="body" sz="quarter" idx="10"/>
          </p:nvPr>
        </p:nvSpPr>
        <p:spPr/>
        <p:txBody>
          <a:bodyPr/>
          <a:lstStyle/>
          <a:p>
            <a:r>
              <a:rPr lang="en-US" altLang="zh-TW" sz="4000" b="1">
                <a:latin typeface="DengXian" panose="02010600030101010101" pitchFamily="2" charset="-122"/>
                <a:ea typeface="DengXian" panose="02010600030101010101" pitchFamily="2" charset="-122"/>
              </a:rPr>
              <a:t>2. </a:t>
            </a:r>
            <a:r>
              <a:rPr lang="en-US" b="1" err="1">
                <a:latin typeface="DengXian" panose="02010600030101010101" pitchFamily="2" charset="-122"/>
                <a:ea typeface="DengXian" panose="02010600030101010101" pitchFamily="2" charset="-122"/>
              </a:rPr>
              <a:t>雲計算</a:t>
            </a:r>
            <a:r>
              <a:rPr lang="zh-TW" altLang="en-US" b="1">
                <a:latin typeface="DengXian" panose="02010600030101010101" pitchFamily="2" charset="-122"/>
                <a:ea typeface="DengXian" panose="02010600030101010101" pitchFamily="2" charset="-122"/>
              </a:rPr>
              <a:t>的優勢</a:t>
            </a:r>
            <a:endParaRPr lang="en-HK" b="1">
              <a:latin typeface="DengXian" panose="02010600030101010101" pitchFamily="2" charset="-122"/>
              <a:ea typeface="DengXian" panose="02010600030101010101" pitchFamily="2" charset="-122"/>
            </a:endParaRPr>
          </a:p>
        </p:txBody>
      </p:sp>
      <p:sp>
        <p:nvSpPr>
          <p:cNvPr id="2" name="TextBox 3">
            <a:extLst>
              <a:ext uri="{FF2B5EF4-FFF2-40B4-BE49-F238E27FC236}">
                <a16:creationId xmlns:a16="http://schemas.microsoft.com/office/drawing/2014/main" id="{38327B25-75C0-03B4-DA1A-9C51001886D3}"/>
              </a:ext>
            </a:extLst>
          </p:cNvPr>
          <p:cNvSpPr txBox="1"/>
          <p:nvPr/>
        </p:nvSpPr>
        <p:spPr>
          <a:xfrm>
            <a:off x="79990" y="6389870"/>
            <a:ext cx="1995565"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1"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rPr>
              <a:t>Ver：2026年 </a:t>
            </a:r>
            <a:r>
              <a:rPr lang="en-HK" b="1">
                <a:solidFill>
                  <a:prstClr val="white"/>
                </a:solidFill>
                <a:latin typeface="DengXian" panose="02010600030101010101" pitchFamily="2" charset="-122"/>
                <a:ea typeface="DengXian" panose="02010600030101010101" pitchFamily="2" charset="-122"/>
              </a:rPr>
              <a:t>9</a:t>
            </a:r>
            <a:r>
              <a:rPr kumimoji="0" lang="en-HK" sz="1800" b="1"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rPr>
              <a:t>月</a:t>
            </a:r>
          </a:p>
        </p:txBody>
      </p:sp>
    </p:spTree>
    <p:extLst>
      <p:ext uri="{BB962C8B-B14F-4D97-AF65-F5344CB8AC3E}">
        <p14:creationId xmlns:p14="http://schemas.microsoft.com/office/powerpoint/2010/main" val="4254609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A9C0E-1AD3-BB40-9A9A-52AA5DC39E58}"/>
              </a:ext>
            </a:extLst>
          </p:cNvPr>
          <p:cNvSpPr>
            <a:spLocks noGrp="1"/>
          </p:cNvSpPr>
          <p:nvPr>
            <p:ph type="title"/>
          </p:nvPr>
        </p:nvSpPr>
        <p:spPr/>
        <p:txBody>
          <a:bodyPr/>
          <a:lstStyle/>
          <a:p>
            <a:r>
              <a:rPr lang="en-US" err="1"/>
              <a:t>今日課題</a:t>
            </a:r>
            <a:endParaRPr lang="en-US"/>
          </a:p>
        </p:txBody>
      </p:sp>
      <p:sp>
        <p:nvSpPr>
          <p:cNvPr id="3" name="Content Placeholder 2">
            <a:extLst>
              <a:ext uri="{FF2B5EF4-FFF2-40B4-BE49-F238E27FC236}">
                <a16:creationId xmlns:a16="http://schemas.microsoft.com/office/drawing/2014/main" id="{1329A1D9-C04E-B843-98C4-D515781480FB}"/>
              </a:ext>
            </a:extLst>
          </p:cNvPr>
          <p:cNvSpPr>
            <a:spLocks noGrp="1"/>
          </p:cNvSpPr>
          <p:nvPr>
            <p:ph idx="1"/>
          </p:nvPr>
        </p:nvSpPr>
        <p:spPr/>
        <p:txBody>
          <a:bodyPr>
            <a:normAutofit/>
          </a:bodyPr>
          <a:lstStyle/>
          <a:p>
            <a:r>
              <a:rPr lang="zh-TW" altLang="en-US"/>
              <a:t>為什麼選擇雲計算？</a:t>
            </a:r>
          </a:p>
          <a:p>
            <a:r>
              <a:rPr lang="zh-TW" altLang="en-US"/>
              <a:t>網絡管理的挑戰</a:t>
            </a:r>
          </a:p>
          <a:p>
            <a:r>
              <a:rPr lang="zh-TW" altLang="en-US"/>
              <a:t>硬件管理的挑戰</a:t>
            </a:r>
          </a:p>
          <a:p>
            <a:r>
              <a:rPr lang="zh-TW" altLang="en-US"/>
              <a:t>軟件管理的挑戰</a:t>
            </a:r>
          </a:p>
          <a:p>
            <a:r>
              <a:rPr lang="zh-TW" altLang="en-US"/>
              <a:t>流行的雲應用</a:t>
            </a:r>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8D17CA77-D59A-794E-BDE1-FA476594C0F6}"/>
              </a:ext>
            </a:extLst>
          </p:cNvPr>
          <p:cNvSpPr>
            <a:spLocks noGrp="1"/>
          </p:cNvSpPr>
          <p:nvPr>
            <p:ph type="sldNum" sz="quarter" idx="12"/>
          </p:nvPr>
        </p:nvSpPr>
        <p:spPr/>
        <p:txBody>
          <a:bodyPr/>
          <a:lstStyle/>
          <a:p>
            <a:fld id="{14B07A3D-2F58-EF4D-A265-F014B879E6ED}" type="slidenum">
              <a:rPr lang="en-US" smtClean="0"/>
              <a:pPr/>
              <a:t>3</a:t>
            </a:fld>
            <a:endParaRPr lang="en-US"/>
          </a:p>
        </p:txBody>
      </p:sp>
      <p:sp>
        <p:nvSpPr>
          <p:cNvPr id="5" name="Content Placeholder 2">
            <a:extLst>
              <a:ext uri="{FF2B5EF4-FFF2-40B4-BE49-F238E27FC236}">
                <a16:creationId xmlns:a16="http://schemas.microsoft.com/office/drawing/2014/main" id="{E90FC273-4D9A-CCF9-2647-BE7B94B33278}"/>
              </a:ext>
            </a:extLst>
          </p:cNvPr>
          <p:cNvSpPr txBox="1">
            <a:spLocks/>
          </p:cNvSpPr>
          <p:nvPr/>
        </p:nvSpPr>
        <p:spPr>
          <a:xfrm>
            <a:off x="6800850" y="2286000"/>
            <a:ext cx="516255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TC Light" panose="020B03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TC Light" panose="020B03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TC Light" panose="020B03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ja-JP" altLang="en-US" b="1" i="0" u="none" strike="noStrike" baseline="0">
                <a:solidFill>
                  <a:srgbClr val="42413C"/>
                </a:solidFill>
                <a:latin typeface="Helvetica" panose="020B0604020202020204" pitchFamily="34" charset="0"/>
                <a:cs typeface="Helvetica" panose="020B0604020202020204" pitchFamily="34" charset="0"/>
              </a:rPr>
              <a:t>動⼿操作</a:t>
            </a:r>
            <a:endParaRPr lang="en-US" altLang="ja-JP" b="1" i="0" u="none" strike="noStrike" baseline="0">
              <a:solidFill>
                <a:srgbClr val="42413C"/>
              </a:solidFill>
              <a:latin typeface="Helvetica" panose="020B0604020202020204" pitchFamily="34" charset="0"/>
              <a:cs typeface="Helvetica" panose="020B0604020202020204" pitchFamily="34" charset="0"/>
            </a:endParaRPr>
          </a:p>
          <a:p>
            <a:pPr lvl="1"/>
            <a:r>
              <a:rPr lang="ja-JP" altLang="en-US">
                <a:latin typeface="Helvetica" panose="020B0604020202020204" pitchFamily="34" charset="0"/>
                <a:cs typeface="Helvetica" panose="020B0604020202020204" pitchFamily="34" charset="0"/>
              </a:rPr>
              <a:t>認識</a:t>
            </a:r>
            <a:r>
              <a:rPr lang="en-US" altLang="zh-CN">
                <a:latin typeface="Helvetica" panose="020B0604020202020204" pitchFamily="34" charset="0"/>
                <a:cs typeface="Helvetica" panose="020B0604020202020204" pitchFamily="34" charset="0"/>
              </a:rPr>
              <a:t>Ping</a:t>
            </a:r>
            <a:r>
              <a:rPr lang="ja-JP" altLang="en-US">
                <a:latin typeface="Helvetica" panose="020B0604020202020204" pitchFamily="34" charset="0"/>
                <a:cs typeface="Helvetica" panose="020B0604020202020204" pitchFamily="34" charset="0"/>
              </a:rPr>
              <a:t>指令</a:t>
            </a:r>
            <a:endParaRPr lang="en-US">
              <a:latin typeface="Helvetica" panose="020B0604020202020204" pitchFamily="34" charset="0"/>
              <a:cs typeface="Helvetica" panose="020B0604020202020204" pitchFamily="34" charset="0"/>
            </a:endParaRPr>
          </a:p>
          <a:p>
            <a:endParaRPr lang="en-US">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716901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EA303-7CD2-55C2-1B05-DDD08D17E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4CEAA-E13A-2C1C-FDA7-53D730D1147C}"/>
              </a:ext>
            </a:extLst>
          </p:cNvPr>
          <p:cNvSpPr>
            <a:spLocks noGrp="1"/>
          </p:cNvSpPr>
          <p:nvPr>
            <p:ph type="title"/>
          </p:nvPr>
        </p:nvSpPr>
        <p:spPr>
          <a:xfrm>
            <a:off x="1295400" y="685800"/>
            <a:ext cx="9601200" cy="1485900"/>
          </a:xfrm>
        </p:spPr>
        <p:txBody>
          <a:bodyPr/>
          <a:lstStyle/>
          <a:p>
            <a:r>
              <a:rPr lang="en-US" altLang="zh-HK" b="1" err="1">
                <a:latin typeface="DengXian" panose="02010600030101010101" pitchFamily="2" charset="-122"/>
                <a:ea typeface="DengXian" panose="02010600030101010101" pitchFamily="2" charset="-122"/>
              </a:rPr>
              <a:t>今日課題</a:t>
            </a:r>
            <a:endParaRPr lang="en-US"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8EF88201-B075-071B-C232-B5BA1A313153}"/>
              </a:ext>
            </a:extLst>
          </p:cNvPr>
          <p:cNvSpPr>
            <a:spLocks noGrp="1"/>
          </p:cNvSpPr>
          <p:nvPr>
            <p:ph idx="1"/>
          </p:nvPr>
        </p:nvSpPr>
        <p:spPr>
          <a:xfrm>
            <a:off x="1371600" y="2286000"/>
            <a:ext cx="9222509" cy="899962"/>
          </a:xfrm>
        </p:spPr>
        <p:txBody>
          <a:bodyPr>
            <a:normAutofit/>
          </a:bodyPr>
          <a:lstStyle/>
          <a:p>
            <a:pPr marL="0" indent="0">
              <a:buNone/>
            </a:pPr>
            <a:r>
              <a:rPr lang="zh-HK" altLang="zh-HK">
                <a:latin typeface="DengXian" panose="02010600030101010101" pitchFamily="2" charset="-122"/>
                <a:ea typeface="DengXian" panose="02010600030101010101" pitchFamily="2" charset="-122"/>
              </a:rPr>
              <a:t>繼上課討論計算的基本定義後，讓我們探討</a:t>
            </a:r>
            <a:r>
              <a:rPr lang="zh-TW" altLang="en-US" b="1">
                <a:latin typeface="DengXian" panose="02010600030101010101" pitchFamily="2" charset="-122"/>
                <a:ea typeface="DengXian" panose="02010600030101010101" pitchFamily="2" charset="-122"/>
              </a:rPr>
              <a:t>你的</a:t>
            </a:r>
            <a:r>
              <a:rPr lang="zh-HK" altLang="zh-HK" b="1">
                <a:latin typeface="DengXian" panose="02010600030101010101" pitchFamily="2" charset="-122"/>
                <a:ea typeface="DengXian" panose="02010600030101010101" pitchFamily="2" charset="-122"/>
              </a:rPr>
              <a:t>公司</a:t>
            </a:r>
            <a:r>
              <a:rPr lang="zh-TW" altLang="en-US" b="1">
                <a:latin typeface="DengXian" panose="02010600030101010101" pitchFamily="2" charset="-122"/>
                <a:ea typeface="DengXian" panose="02010600030101010101" pitchFamily="2" charset="-122"/>
              </a:rPr>
              <a:t>為何要</a:t>
            </a:r>
            <a:r>
              <a:rPr lang="zh-HK" altLang="zh-HK" b="1">
                <a:latin typeface="DengXian" panose="02010600030101010101" pitchFamily="2" charset="-122"/>
                <a:ea typeface="DengXian" panose="02010600030101010101" pitchFamily="2" charset="-122"/>
              </a:rPr>
              <a:t>使用</a:t>
            </a:r>
            <a:r>
              <a:rPr lang="zh-HK" altLang="zh-HK" b="1">
                <a:solidFill>
                  <a:srgbClr val="FFCE2B"/>
                </a:solidFill>
                <a:latin typeface="DengXian" panose="02010600030101010101" pitchFamily="2" charset="-122"/>
                <a:ea typeface="DengXian" panose="02010600030101010101" pitchFamily="2" charset="-122"/>
              </a:rPr>
              <a:t>雲計算</a:t>
            </a:r>
            <a:r>
              <a:rPr lang="zh-HK" altLang="zh-HK">
                <a:latin typeface="DengXian" panose="02010600030101010101" pitchFamily="2" charset="-122"/>
                <a:ea typeface="DengXian" panose="02010600030101010101" pitchFamily="2" charset="-122"/>
              </a:rPr>
              <a:t>，而</a:t>
            </a:r>
            <a:r>
              <a:rPr lang="zh-HK" altLang="zh-HK" u="sng">
                <a:latin typeface="DengXian" panose="02010600030101010101" pitchFamily="2" charset="-122"/>
                <a:ea typeface="DengXian" panose="02010600030101010101" pitchFamily="2" charset="-122"/>
              </a:rPr>
              <a:t>非自行建置伺服器</a:t>
            </a:r>
            <a:r>
              <a:rPr lang="zh-HK" altLang="zh-HK">
                <a:latin typeface="DengXian" panose="02010600030101010101" pitchFamily="2" charset="-122"/>
                <a:ea typeface="DengXian" panose="02010600030101010101" pitchFamily="2" charset="-122"/>
              </a:rPr>
              <a:t>。</a:t>
            </a:r>
            <a:endParaRPr lang="en-US">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A4813FAE-10D6-9D8A-C5F2-DECC48B680E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pic>
        <p:nvPicPr>
          <p:cNvPr id="6" name="圖片 5">
            <a:extLst>
              <a:ext uri="{FF2B5EF4-FFF2-40B4-BE49-F238E27FC236}">
                <a16:creationId xmlns:a16="http://schemas.microsoft.com/office/drawing/2014/main" id="{1942FC41-3A37-407F-A46C-41B8C95FA889}"/>
              </a:ext>
            </a:extLst>
          </p:cNvPr>
          <p:cNvPicPr>
            <a:picLocks noChangeAspect="1"/>
          </p:cNvPicPr>
          <p:nvPr/>
        </p:nvPicPr>
        <p:blipFill>
          <a:blip r:embed="rId2"/>
          <a:stretch>
            <a:fillRect/>
          </a:stretch>
        </p:blipFill>
        <p:spPr>
          <a:xfrm>
            <a:off x="976923" y="3815862"/>
            <a:ext cx="10902462" cy="1776047"/>
          </a:xfrm>
          <a:prstGeom prst="rect">
            <a:avLst/>
          </a:prstGeom>
        </p:spPr>
      </p:pic>
    </p:spTree>
    <p:extLst>
      <p:ext uri="{BB962C8B-B14F-4D97-AF65-F5344CB8AC3E}">
        <p14:creationId xmlns:p14="http://schemas.microsoft.com/office/powerpoint/2010/main" val="3841237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C8A6C-B64C-FED8-13BC-B50E1EB2AF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6DA9A-9A35-5917-801D-004E4535AB48}"/>
              </a:ext>
            </a:extLst>
          </p:cNvPr>
          <p:cNvSpPr>
            <a:spLocks noGrp="1"/>
          </p:cNvSpPr>
          <p:nvPr>
            <p:ph type="title"/>
          </p:nvPr>
        </p:nvSpPr>
        <p:spPr/>
        <p:txBody>
          <a:bodyPr/>
          <a:lstStyle/>
          <a:p>
            <a:r>
              <a:rPr lang="en-US" b="1" err="1">
                <a:latin typeface="DengXian" panose="02010600030101010101" pitchFamily="2" charset="-122"/>
                <a:ea typeface="DengXian" panose="02010600030101010101" pitchFamily="2" charset="-122"/>
              </a:rPr>
              <a:t>今日課題</a:t>
            </a:r>
            <a:endParaRPr lang="en-US"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871BF08F-4AE0-7A0C-59F6-1469D09F3FD3}"/>
              </a:ext>
            </a:extLst>
          </p:cNvPr>
          <p:cNvSpPr>
            <a:spLocks noGrp="1"/>
          </p:cNvSpPr>
          <p:nvPr>
            <p:ph idx="1"/>
          </p:nvPr>
        </p:nvSpPr>
        <p:spPr/>
        <p:txBody>
          <a:bodyPr>
            <a:normAutofit lnSpcReduction="10000"/>
          </a:bodyPr>
          <a:lstStyle/>
          <a:p>
            <a:r>
              <a:rPr lang="zh-TW" altLang="en-US">
                <a:latin typeface="DengXian" panose="02010600030101010101" pitchFamily="2" charset="-122"/>
                <a:ea typeface="DengXian" panose="02010600030101010101" pitchFamily="2" charset="-122"/>
              </a:rPr>
              <a:t>傳統自架伺服器的挑戰</a:t>
            </a:r>
            <a:endParaRPr lang="en-US" altLang="zh-TW">
              <a:latin typeface="DengXian" panose="02010600030101010101" pitchFamily="2" charset="-122"/>
              <a:ea typeface="DengXian" panose="02010600030101010101" pitchFamily="2" charset="-122"/>
            </a:endParaRPr>
          </a:p>
          <a:p>
            <a:pPr lvl="1"/>
            <a:r>
              <a:rPr lang="zh-TW" altLang="en-US" b="1">
                <a:solidFill>
                  <a:schemeClr val="tx1"/>
                </a:solidFill>
                <a:latin typeface="DengXian" panose="02010600030101010101" pitchFamily="2" charset="-122"/>
                <a:ea typeface="DengXian" panose="02010600030101010101" pitchFamily="2" charset="-122"/>
              </a:rPr>
              <a:t> </a:t>
            </a:r>
            <a:r>
              <a:rPr lang="zh-TW" altLang="en-US" b="1">
                <a:solidFill>
                  <a:srgbClr val="FFCE2B"/>
                </a:solidFill>
                <a:latin typeface="DengXian" panose="02010600030101010101" pitchFamily="2" charset="-122"/>
                <a:ea typeface="DengXian" panose="02010600030101010101" pitchFamily="2" charset="-122"/>
              </a:rPr>
              <a:t>硬件</a:t>
            </a:r>
            <a:r>
              <a:rPr lang="zh-TW" altLang="en-US">
                <a:latin typeface="DengXian" panose="02010600030101010101" pitchFamily="2" charset="-122"/>
                <a:ea typeface="DengXian" panose="02010600030101010101" pitchFamily="2" charset="-122"/>
              </a:rPr>
              <a:t>管理的挑戰</a:t>
            </a:r>
          </a:p>
          <a:p>
            <a:pPr lvl="1"/>
            <a:r>
              <a:rPr lang="zh-TW" altLang="en-US" b="1">
                <a:solidFill>
                  <a:schemeClr val="tx1"/>
                </a:solidFill>
                <a:latin typeface="DengXian" panose="02010600030101010101" pitchFamily="2" charset="-122"/>
                <a:ea typeface="DengXian" panose="02010600030101010101" pitchFamily="2" charset="-122"/>
              </a:rPr>
              <a:t> </a:t>
            </a:r>
            <a:r>
              <a:rPr lang="zh-TW" altLang="en-US" b="1">
                <a:solidFill>
                  <a:srgbClr val="FFCE2B"/>
                </a:solidFill>
                <a:latin typeface="DengXian" panose="02010600030101010101" pitchFamily="2" charset="-122"/>
                <a:ea typeface="DengXian" panose="02010600030101010101" pitchFamily="2" charset="-122"/>
              </a:rPr>
              <a:t>軟件</a:t>
            </a:r>
            <a:r>
              <a:rPr lang="zh-TW" altLang="en-US">
                <a:latin typeface="DengXian" panose="02010600030101010101" pitchFamily="2" charset="-122"/>
                <a:ea typeface="DengXian" panose="02010600030101010101" pitchFamily="2" charset="-122"/>
              </a:rPr>
              <a:t>管理的挑戰</a:t>
            </a:r>
            <a:endParaRPr lang="en-US" altLang="zh-TW">
              <a:latin typeface="DengXian" panose="02010600030101010101" pitchFamily="2" charset="-122"/>
              <a:ea typeface="DengXian" panose="02010600030101010101" pitchFamily="2" charset="-122"/>
            </a:endParaRPr>
          </a:p>
          <a:p>
            <a:pPr lvl="1"/>
            <a:r>
              <a:rPr lang="zh-TW" altLang="en-US" b="1">
                <a:solidFill>
                  <a:schemeClr val="tx1"/>
                </a:solidFill>
                <a:latin typeface="DengXian" panose="02010600030101010101" pitchFamily="2" charset="-122"/>
                <a:ea typeface="DengXian" panose="02010600030101010101" pitchFamily="2" charset="-122"/>
              </a:rPr>
              <a:t> </a:t>
            </a:r>
            <a:r>
              <a:rPr lang="zh-TW" altLang="en-US" b="1">
                <a:solidFill>
                  <a:srgbClr val="FFCE2B"/>
                </a:solidFill>
                <a:latin typeface="DengXian" panose="02010600030101010101" pitchFamily="2" charset="-122"/>
                <a:ea typeface="DengXian" panose="02010600030101010101" pitchFamily="2" charset="-122"/>
              </a:rPr>
              <a:t>網絡</a:t>
            </a:r>
            <a:r>
              <a:rPr lang="zh-TW" altLang="en-US">
                <a:latin typeface="DengXian" panose="02010600030101010101" pitchFamily="2" charset="-122"/>
                <a:ea typeface="DengXian" panose="02010600030101010101" pitchFamily="2" charset="-122"/>
              </a:rPr>
              <a:t>管理的挑戰</a:t>
            </a:r>
            <a:endParaRPr lang="en-US" altLang="zh-TW">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為什麼選擇雲計算？</a:t>
            </a:r>
            <a:endParaRPr lang="en-US" altLang="zh-TW">
              <a:latin typeface="DengXian" panose="02010600030101010101" pitchFamily="2" charset="-122"/>
              <a:ea typeface="DengXian" panose="02010600030101010101" pitchFamily="2" charset="-122"/>
            </a:endParaRPr>
          </a:p>
          <a:p>
            <a:pPr lvl="1"/>
            <a:r>
              <a:rPr lang="zh-TW" altLang="en-US">
                <a:latin typeface="DengXian" panose="02010600030101010101" pitchFamily="2" charset="-122"/>
                <a:ea typeface="DengXian" panose="02010600030101010101" pitchFamily="2" charset="-122"/>
              </a:rPr>
              <a:t> 雲計算在</a:t>
            </a:r>
            <a:r>
              <a:rPr lang="zh-TW" altLang="en-US" b="1">
                <a:solidFill>
                  <a:srgbClr val="FFCE2B"/>
                </a:solidFill>
                <a:latin typeface="DengXian" panose="02010600030101010101" pitchFamily="2" charset="-122"/>
                <a:ea typeface="DengXian" panose="02010600030101010101" pitchFamily="2" charset="-122"/>
              </a:rPr>
              <a:t>硬件</a:t>
            </a:r>
            <a:r>
              <a:rPr lang="zh-TW" altLang="en-US">
                <a:latin typeface="DengXian" panose="02010600030101010101" pitchFamily="2" charset="-122"/>
                <a:ea typeface="DengXian" panose="02010600030101010101" pitchFamily="2" charset="-122"/>
              </a:rPr>
              <a:t>管理上的優勢</a:t>
            </a:r>
            <a:endParaRPr lang="en-US" altLang="zh-TW">
              <a:latin typeface="DengXian" panose="02010600030101010101" pitchFamily="2" charset="-122"/>
              <a:ea typeface="DengXian" panose="02010600030101010101" pitchFamily="2" charset="-122"/>
            </a:endParaRPr>
          </a:p>
          <a:p>
            <a:pPr lvl="1"/>
            <a:r>
              <a:rPr lang="zh-TW" altLang="en-US">
                <a:latin typeface="DengXian" panose="02010600030101010101" pitchFamily="2" charset="-122"/>
                <a:ea typeface="DengXian" panose="02010600030101010101" pitchFamily="2" charset="-122"/>
              </a:rPr>
              <a:t> 雲計算在</a:t>
            </a:r>
            <a:r>
              <a:rPr lang="zh-TW" altLang="en-US" b="1">
                <a:solidFill>
                  <a:srgbClr val="FFCE2B"/>
                </a:solidFill>
                <a:latin typeface="DengXian" panose="02010600030101010101" pitchFamily="2" charset="-122"/>
                <a:ea typeface="DengXian" panose="02010600030101010101" pitchFamily="2" charset="-122"/>
              </a:rPr>
              <a:t>軟件</a:t>
            </a:r>
            <a:r>
              <a:rPr lang="zh-TW" altLang="en-US">
                <a:latin typeface="DengXian" panose="02010600030101010101" pitchFamily="2" charset="-122"/>
                <a:ea typeface="DengXian" panose="02010600030101010101" pitchFamily="2" charset="-122"/>
              </a:rPr>
              <a:t>管理上的優勢</a:t>
            </a:r>
            <a:endParaRPr lang="en-US" altLang="zh-TW">
              <a:latin typeface="DengXian" panose="02010600030101010101" pitchFamily="2" charset="-122"/>
              <a:ea typeface="DengXian" panose="02010600030101010101" pitchFamily="2" charset="-122"/>
            </a:endParaRPr>
          </a:p>
          <a:p>
            <a:pPr lvl="1"/>
            <a:r>
              <a:rPr lang="zh-TW" altLang="en-US">
                <a:latin typeface="DengXian" panose="02010600030101010101" pitchFamily="2" charset="-122"/>
                <a:ea typeface="DengXian" panose="02010600030101010101" pitchFamily="2" charset="-122"/>
              </a:rPr>
              <a:t> 雲計算在</a:t>
            </a:r>
            <a:r>
              <a:rPr lang="zh-TW" altLang="en-US" b="1">
                <a:solidFill>
                  <a:srgbClr val="FFCE2B"/>
                </a:solidFill>
                <a:latin typeface="DengXian" panose="02010600030101010101" pitchFamily="2" charset="-122"/>
                <a:ea typeface="DengXian" panose="02010600030101010101" pitchFamily="2" charset="-122"/>
              </a:rPr>
              <a:t>網絡</a:t>
            </a:r>
            <a:r>
              <a:rPr lang="zh-TW" altLang="en-US">
                <a:latin typeface="DengXian" panose="02010600030101010101" pitchFamily="2" charset="-122"/>
                <a:ea typeface="DengXian" panose="02010600030101010101" pitchFamily="2" charset="-122"/>
              </a:rPr>
              <a:t>管理上的優勢</a:t>
            </a:r>
          </a:p>
          <a:p>
            <a:pPr lvl="1"/>
            <a:endParaRPr lang="zh-TW" altLang="en-US">
              <a:latin typeface="DengXian" panose="02010600030101010101" pitchFamily="2" charset="-122"/>
              <a:ea typeface="DengXian" panose="02010600030101010101" pitchFamily="2" charset="-122"/>
            </a:endParaRPr>
          </a:p>
          <a:p>
            <a:pPr lvl="1"/>
            <a:endParaRPr lang="zh-TW" altLang="en-US">
              <a:latin typeface="DengXian" panose="02010600030101010101" pitchFamily="2" charset="-122"/>
              <a:ea typeface="DengXian" panose="02010600030101010101" pitchFamily="2" charset="-122"/>
            </a:endParaRPr>
          </a:p>
          <a:p>
            <a:endParaRPr lang="en-US">
              <a:latin typeface="DengXian" panose="02010600030101010101" pitchFamily="2" charset="-122"/>
              <a:ea typeface="DengXian" panose="02010600030101010101" pitchFamily="2" charset="-122"/>
            </a:endParaRPr>
          </a:p>
          <a:p>
            <a:endParaRPr lang="en-US">
              <a:latin typeface="DengXian" panose="02010600030101010101" pitchFamily="2" charset="-122"/>
              <a:ea typeface="DengXian" panose="02010600030101010101" pitchFamily="2" charset="-122"/>
            </a:endParaRPr>
          </a:p>
          <a:p>
            <a:endParaRPr lang="en-US">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2D97E6B7-A4DE-3F3E-14C0-A92AD96AE592}"/>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5</a:t>
            </a:fld>
            <a:endParaRPr lang="en-US">
              <a:latin typeface="DengXian" panose="02010600030101010101" pitchFamily="2" charset="-122"/>
              <a:ea typeface="DengXian" panose="02010600030101010101" pitchFamily="2" charset="-122"/>
            </a:endParaRPr>
          </a:p>
        </p:txBody>
      </p:sp>
      <p:sp>
        <p:nvSpPr>
          <p:cNvPr id="5" name="Content Placeholder 2">
            <a:extLst>
              <a:ext uri="{FF2B5EF4-FFF2-40B4-BE49-F238E27FC236}">
                <a16:creationId xmlns:a16="http://schemas.microsoft.com/office/drawing/2014/main" id="{D997A760-84E6-5016-D66B-032FE7BE909E}"/>
              </a:ext>
            </a:extLst>
          </p:cNvPr>
          <p:cNvSpPr txBox="1">
            <a:spLocks/>
          </p:cNvSpPr>
          <p:nvPr/>
        </p:nvSpPr>
        <p:spPr>
          <a:xfrm>
            <a:off x="6800850" y="2286000"/>
            <a:ext cx="516255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TC Light" panose="020B03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TC Light" panose="020B03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TC Light" panose="020B03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ja-JP" altLang="en-US" b="1" i="0" u="none" strike="noStrike" baseline="0">
                <a:solidFill>
                  <a:srgbClr val="42413C"/>
                </a:solidFill>
                <a:latin typeface="DengXian" panose="02010600030101010101" pitchFamily="2" charset="-122"/>
                <a:ea typeface="DengXian" panose="02010600030101010101" pitchFamily="2" charset="-122"/>
                <a:cs typeface="Helvetica" panose="020B0604020202020204" pitchFamily="34" charset="0"/>
              </a:rPr>
              <a:t>動⼿操作</a:t>
            </a:r>
            <a:endParaRPr lang="en-US" altLang="ja-JP" b="1" i="0" u="none" strike="noStrike" baseline="0">
              <a:solidFill>
                <a:srgbClr val="42413C"/>
              </a:solidFill>
              <a:latin typeface="DengXian" panose="02010600030101010101" pitchFamily="2" charset="-122"/>
              <a:ea typeface="DengXian" panose="02010600030101010101" pitchFamily="2" charset="-122"/>
              <a:cs typeface="Helvetica" panose="020B0604020202020204" pitchFamily="34" charset="0"/>
            </a:endParaRPr>
          </a:p>
          <a:p>
            <a:pPr lvl="1"/>
            <a:r>
              <a:rPr lang="zh-TW" altLang="en-US">
                <a:latin typeface="DengXian" panose="02010600030101010101" pitchFamily="2" charset="-122"/>
                <a:ea typeface="DengXian" panose="02010600030101010101" pitchFamily="2" charset="-122"/>
                <a:cs typeface="Helvetica" panose="020B0604020202020204" pitchFamily="34" charset="0"/>
              </a:rPr>
              <a:t>地端</a:t>
            </a:r>
            <a:r>
              <a:rPr lang="en-US" altLang="zh-TW">
                <a:latin typeface="DengXian" panose="02010600030101010101" pitchFamily="2" charset="-122"/>
                <a:ea typeface="DengXian" panose="02010600030101010101" pitchFamily="2" charset="-122"/>
                <a:cs typeface="Helvetica" panose="020B0604020202020204" pitchFamily="34" charset="0"/>
              </a:rPr>
              <a:t>Local vs </a:t>
            </a:r>
            <a:r>
              <a:rPr lang="zh-TW" altLang="en-US">
                <a:latin typeface="DengXian" panose="02010600030101010101" pitchFamily="2" charset="-122"/>
                <a:ea typeface="DengXian" panose="02010600030101010101" pitchFamily="2" charset="-122"/>
                <a:cs typeface="Helvetica" panose="020B0604020202020204" pitchFamily="34" charset="0"/>
              </a:rPr>
              <a:t>雲端</a:t>
            </a:r>
            <a:r>
              <a:rPr lang="en-US" altLang="zh-TW">
                <a:latin typeface="DengXian" panose="02010600030101010101" pitchFamily="2" charset="-122"/>
                <a:ea typeface="DengXian" panose="02010600030101010101" pitchFamily="2" charset="-122"/>
                <a:cs typeface="Helvetica" panose="020B0604020202020204" pitchFamily="34" charset="0"/>
              </a:rPr>
              <a:t>Cloud</a:t>
            </a:r>
            <a:r>
              <a:rPr lang="zh-TW" altLang="en-US">
                <a:latin typeface="DengXian" panose="02010600030101010101" pitchFamily="2" charset="-122"/>
                <a:ea typeface="DengXian" panose="02010600030101010101" pitchFamily="2" charset="-122"/>
                <a:cs typeface="Helvetica" panose="020B0604020202020204" pitchFamily="34" charset="0"/>
              </a:rPr>
              <a:t>：</a:t>
            </a:r>
            <a:br>
              <a:rPr lang="en-US" altLang="zh-TW">
                <a:latin typeface="DengXian" panose="02010600030101010101" pitchFamily="2" charset="-122"/>
                <a:ea typeface="DengXian" panose="02010600030101010101" pitchFamily="2" charset="-122"/>
                <a:cs typeface="Helvetica" panose="020B0604020202020204" pitchFamily="34" charset="0"/>
              </a:rPr>
            </a:br>
            <a:r>
              <a:rPr lang="zh-TW" altLang="en-US">
                <a:latin typeface="DengXian" panose="02010600030101010101" pitchFamily="2" charset="-122"/>
                <a:ea typeface="DengXian" panose="02010600030101010101" pitchFamily="2" charset="-122"/>
                <a:cs typeface="Helvetica" panose="020B0604020202020204" pitchFamily="34" charset="0"/>
              </a:rPr>
              <a:t>影像辨識對決</a:t>
            </a:r>
            <a:endParaRPr lang="en-US">
              <a:latin typeface="DengXian" panose="02010600030101010101" pitchFamily="2" charset="-122"/>
              <a:ea typeface="DengXian" panose="02010600030101010101" pitchFamily="2" charset="-122"/>
              <a:cs typeface="Helvetica" panose="020B0604020202020204" pitchFamily="34" charset="0"/>
            </a:endParaRPr>
          </a:p>
        </p:txBody>
      </p:sp>
    </p:spTree>
    <p:extLst>
      <p:ext uri="{BB962C8B-B14F-4D97-AF65-F5344CB8AC3E}">
        <p14:creationId xmlns:p14="http://schemas.microsoft.com/office/powerpoint/2010/main" val="446553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B2923-D1FD-4D8E-B9A6-86A7F0084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F24D3-B50A-63AF-BC49-B5D0B9B3212B}"/>
              </a:ext>
            </a:extLst>
          </p:cNvPr>
          <p:cNvSpPr>
            <a:spLocks noGrp="1"/>
          </p:cNvSpPr>
          <p:nvPr>
            <p:ph type="title"/>
          </p:nvPr>
        </p:nvSpPr>
        <p:spPr>
          <a:xfrm>
            <a:off x="1371600" y="685800"/>
            <a:ext cx="9601200" cy="1485900"/>
          </a:xfrm>
        </p:spPr>
        <p:txBody>
          <a:bodyPr anchor="ctr">
            <a:normAutofit/>
          </a:bodyPr>
          <a:lstStyle/>
          <a:p>
            <a:r>
              <a:rPr lang="zh-HK" altLang="en-US" b="1">
                <a:latin typeface="DengXian" panose="02010600030101010101" pitchFamily="2" charset="-122"/>
                <a:ea typeface="DengXian" panose="02010600030101010101" pitchFamily="2" charset="-122"/>
              </a:rPr>
              <a:t>故事背景</a:t>
            </a:r>
          </a:p>
        </p:txBody>
      </p:sp>
      <p:sp>
        <p:nvSpPr>
          <p:cNvPr id="3" name="Content Placeholder 2">
            <a:extLst>
              <a:ext uri="{FF2B5EF4-FFF2-40B4-BE49-F238E27FC236}">
                <a16:creationId xmlns:a16="http://schemas.microsoft.com/office/drawing/2014/main" id="{A6318810-3396-F466-9FE0-2A094B6F4379}"/>
              </a:ext>
            </a:extLst>
          </p:cNvPr>
          <p:cNvSpPr>
            <a:spLocks noGrp="1"/>
          </p:cNvSpPr>
          <p:nvPr>
            <p:ph sz="half" idx="1"/>
          </p:nvPr>
        </p:nvSpPr>
        <p:spPr>
          <a:xfrm>
            <a:off x="1371600" y="2285999"/>
            <a:ext cx="4535424" cy="3581401"/>
          </a:xfrm>
        </p:spPr>
        <p:txBody>
          <a:bodyPr>
            <a:normAutofit/>
          </a:bodyPr>
          <a:lstStyle/>
          <a:p>
            <a:r>
              <a:rPr lang="zh-TW" altLang="en-US" sz="2600">
                <a:latin typeface="DengXian" panose="02010600030101010101" pitchFamily="2" charset="-122"/>
                <a:ea typeface="DengXian" panose="02010600030101010101" pitchFamily="2" charset="-122"/>
              </a:rPr>
              <a:t>你是一間物業管理公司</a:t>
            </a:r>
            <a:r>
              <a:rPr lang="zh-TW" altLang="en-US" sz="2600" u="sng">
                <a:latin typeface="DengXian" panose="02010600030101010101" pitchFamily="2" charset="-122"/>
                <a:ea typeface="DengXian" panose="02010600030101010101" pitchFamily="2" charset="-122"/>
              </a:rPr>
              <a:t>種子公司</a:t>
            </a:r>
            <a:r>
              <a:rPr lang="zh-TW" altLang="en-US" sz="2600">
                <a:latin typeface="DengXian" panose="02010600030101010101" pitchFamily="2" charset="-122"/>
                <a:ea typeface="DengXian" panose="02010600030101010101" pitchFamily="2" charset="-122"/>
              </a:rPr>
              <a:t>的新上任</a:t>
            </a:r>
            <a:r>
              <a:rPr lang="zh-TW" altLang="en-US" sz="2600" b="1">
                <a:latin typeface="DengXian" panose="02010600030101010101" pitchFamily="2" charset="-122"/>
                <a:ea typeface="DengXian" panose="02010600030101010101" pitchFamily="2" charset="-122"/>
              </a:rPr>
              <a:t>總裁</a:t>
            </a:r>
            <a:endParaRPr lang="en-US" altLang="zh-TW" sz="2600" b="1">
              <a:latin typeface="DengXian" panose="02010600030101010101" pitchFamily="2" charset="-122"/>
              <a:ea typeface="DengXian" panose="02010600030101010101" pitchFamily="2" charset="-122"/>
            </a:endParaRPr>
          </a:p>
          <a:p>
            <a:r>
              <a:rPr lang="zh-TW" altLang="en-US" sz="2600">
                <a:latin typeface="DengXian" panose="02010600030101010101" pitchFamily="2" charset="-122"/>
                <a:ea typeface="DengXian" panose="02010600030101010101" pitchFamily="2" charset="-122"/>
              </a:rPr>
              <a:t>你現在需要了解公司以前在建立並擴展業務時的決策</a:t>
            </a:r>
          </a:p>
        </p:txBody>
      </p:sp>
      <p:sp>
        <p:nvSpPr>
          <p:cNvPr id="4" name="Slide Number Placeholder 3" hidden="1">
            <a:extLst>
              <a:ext uri="{FF2B5EF4-FFF2-40B4-BE49-F238E27FC236}">
                <a16:creationId xmlns:a16="http://schemas.microsoft.com/office/drawing/2014/main" id="{5350FDCB-E796-A56F-E9A0-17651141BA2B}"/>
              </a:ext>
            </a:extLst>
          </p:cNvPr>
          <p:cNvSpPr>
            <a:spLocks noGrp="1"/>
          </p:cNvSpPr>
          <p:nvPr>
            <p:ph type="sldNum" sz="quarter" idx="4294967295"/>
          </p:nvPr>
        </p:nvSpPr>
        <p:spPr>
          <a:xfrm>
            <a:off x="9883140" y="6453386"/>
            <a:ext cx="1596292" cy="404614"/>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14B07A3D-2F58-EF4D-A265-F014B879E6ED}"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6</a:t>
            </a:fld>
            <a:endParaRPr kumimoji="0" lang="en-US" b="0" i="0" u="none" strike="noStrike" kern="1200" cap="none" spc="0" normalizeH="0" baseline="0" noProof="0">
              <a:ln>
                <a:noFill/>
              </a:ln>
              <a:effectLst/>
              <a:uLnTx/>
              <a:uFillTx/>
            </a:endParaRPr>
          </a:p>
        </p:txBody>
      </p:sp>
      <p:pic>
        <p:nvPicPr>
          <p:cNvPr id="6" name="圖片 5" descr="generated-image.png">
            <a:extLst>
              <a:ext uri="{FF2B5EF4-FFF2-40B4-BE49-F238E27FC236}">
                <a16:creationId xmlns:a16="http://schemas.microsoft.com/office/drawing/2014/main" id="{72F07208-E48E-1DC1-DE2A-F071C402F38B}"/>
              </a:ext>
            </a:extLst>
          </p:cNvPr>
          <p:cNvPicPr>
            <a:picLocks noChangeAspect="1"/>
          </p:cNvPicPr>
          <p:nvPr/>
        </p:nvPicPr>
        <p:blipFill>
          <a:blip r:embed="rId3"/>
          <a:stretch>
            <a:fillRect/>
          </a:stretch>
        </p:blipFill>
        <p:spPr>
          <a:xfrm>
            <a:off x="6777228" y="1407414"/>
            <a:ext cx="4043172" cy="4043172"/>
          </a:xfrm>
          <a:prstGeom prst="rect">
            <a:avLst/>
          </a:prstGeom>
        </p:spPr>
      </p:pic>
    </p:spTree>
    <p:extLst>
      <p:ext uri="{BB962C8B-B14F-4D97-AF65-F5344CB8AC3E}">
        <p14:creationId xmlns:p14="http://schemas.microsoft.com/office/powerpoint/2010/main" val="804999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DE137DE-D769-69C6-7DFA-500355ADC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73087-D61A-4BB3-880E-CB4DB0E6234C}"/>
              </a:ext>
            </a:extLst>
          </p:cNvPr>
          <p:cNvSpPr>
            <a:spLocks noGrp="1"/>
          </p:cNvSpPr>
          <p:nvPr>
            <p:ph type="title"/>
          </p:nvPr>
        </p:nvSpPr>
        <p:spPr>
          <a:xfrm>
            <a:off x="1371600" y="685800"/>
            <a:ext cx="9601200" cy="1485900"/>
          </a:xfrm>
        </p:spPr>
        <p:txBody>
          <a:bodyPr anchor="ctr">
            <a:normAutofit/>
          </a:bodyPr>
          <a:lstStyle/>
          <a:p>
            <a:r>
              <a:rPr lang="zh-HK" altLang="en-US" b="1">
                <a:latin typeface="DengXian" panose="02010600030101010101" pitchFamily="2" charset="-122"/>
                <a:ea typeface="DengXian" panose="02010600030101010101" pitchFamily="2" charset="-122"/>
              </a:rPr>
              <a:t>故事背景</a:t>
            </a:r>
          </a:p>
        </p:txBody>
      </p:sp>
      <p:sp>
        <p:nvSpPr>
          <p:cNvPr id="3" name="Content Placeholder 2">
            <a:extLst>
              <a:ext uri="{FF2B5EF4-FFF2-40B4-BE49-F238E27FC236}">
                <a16:creationId xmlns:a16="http://schemas.microsoft.com/office/drawing/2014/main" id="{9120FED7-A19F-C92A-1011-084AD2B92143}"/>
              </a:ext>
            </a:extLst>
          </p:cNvPr>
          <p:cNvSpPr>
            <a:spLocks noGrp="1"/>
          </p:cNvSpPr>
          <p:nvPr>
            <p:ph sz="half" idx="1"/>
          </p:nvPr>
        </p:nvSpPr>
        <p:spPr>
          <a:xfrm>
            <a:off x="1371600" y="2285999"/>
            <a:ext cx="4535424" cy="3581401"/>
          </a:xfrm>
        </p:spPr>
        <p:txBody>
          <a:bodyPr>
            <a:normAutofit/>
          </a:bodyPr>
          <a:lstStyle/>
          <a:p>
            <a:r>
              <a:rPr lang="zh-TW" altLang="en-US" sz="2600">
                <a:latin typeface="DengXian" panose="02010600030101010101" pitchFamily="2" charset="-122"/>
                <a:ea typeface="DengXian" panose="02010600030101010101" pitchFamily="2" charset="-122"/>
              </a:rPr>
              <a:t>現在業務</a:t>
            </a:r>
            <a:r>
              <a:rPr lang="zh-TW" altLang="en-US" sz="2600" u="sng">
                <a:latin typeface="DengXian" panose="02010600030101010101" pitchFamily="2" charset="-122"/>
                <a:ea typeface="DengXian" panose="02010600030101010101" pitchFamily="2" charset="-122"/>
              </a:rPr>
              <a:t>分行遍佈香港各區</a:t>
            </a:r>
            <a:r>
              <a:rPr lang="zh-TW" altLang="en-US" sz="2600">
                <a:latin typeface="DengXian" panose="02010600030101010101" pitchFamily="2" charset="-122"/>
                <a:ea typeface="DengXian" panose="02010600030101010101" pitchFamily="2" charset="-122"/>
              </a:rPr>
              <a:t>，包括中環、旺角、沙田等地</a:t>
            </a:r>
          </a:p>
          <a:p>
            <a:r>
              <a:rPr lang="zh-TW" altLang="en-US" sz="2600">
                <a:latin typeface="DengXian" panose="02010600030101010101" pitchFamily="2" charset="-122"/>
                <a:ea typeface="DengXian" panose="02010600030101010101" pitchFamily="2" charset="-122"/>
              </a:rPr>
              <a:t>每一日要處理各分行日常需處理</a:t>
            </a:r>
            <a:r>
              <a:rPr lang="zh-TW" altLang="en-US" sz="2600" u="sng">
                <a:latin typeface="DengXian" panose="02010600030101010101" pitchFamily="2" charset="-122"/>
                <a:ea typeface="DengXian" panose="02010600030101010101" pitchFamily="2" charset="-122"/>
              </a:rPr>
              <a:t>住戶資料、會計紀錄及維修申請等事務</a:t>
            </a:r>
          </a:p>
        </p:txBody>
      </p:sp>
      <p:pic>
        <p:nvPicPr>
          <p:cNvPr id="5" name="圖片 4" descr="Flat vector illustration, minimalist, simple, textbookquality style, 16:9 landscape composition, pure white FFFFFF background, completely plain with no texture, no pattern, no frame, no shadow, no coloured background panels. Layout: hierarchical tree / organisation chart structure. A single central node at the top labeled &quot;總部&quot; with a simple building icon. Three thin connecting lines branch downward and outward to three parallel branch nodes labeled &quot;中環分行&quot;, &quot;旺角分行&quot;, &quot;沙田分行&quot;, each paired with a small lineicon building or locationpin icon. Beneath each of the three branch nodes, three small subitems are aligned in a row, each with a thin 2px line icon and short label: &quot;住戶資料&quot; person/file icon, &quot;會計紀錄&quot; ledger/document icon, &quot;維修申請&quot; wrench/repair icon. The three branches should be evenly spaced and visually symmetrical, so the subitems appear three times once under each branch with identical icon style for consistency. All text must be in Traditional Chinese 繁體中文, formal written style, using a sansserif Traditional Chinese typeface Noto Sans TC style with clear and correct character strokes. No Simplified Chinese, no English, no Japanese text anywhere. Icons: thin 2px line icons, simple, easy to understand, one icon per item only. Colour: white background; text in deep navy 1F3A5F; one accent colour only — teal 2A9D8F for connecting lines and icon strokes, since this is a neutral/organisational theme. Composition: generous white space, evenly spaced, perfectly aligned, no gradients, no 3D effects, no clutter, no title, no heading, no caption. Highly legible when projected in a classroom.">
            <a:extLst>
              <a:ext uri="{FF2B5EF4-FFF2-40B4-BE49-F238E27FC236}">
                <a16:creationId xmlns:a16="http://schemas.microsoft.com/office/drawing/2014/main" id="{5D84286B-18BE-031C-42E8-3286209F69FA}"/>
              </a:ext>
            </a:extLst>
          </p:cNvPr>
          <p:cNvPicPr>
            <a:picLocks noChangeAspect="1"/>
          </p:cNvPicPr>
          <p:nvPr/>
        </p:nvPicPr>
        <p:blipFill>
          <a:blip r:embed="rId3"/>
          <a:srcRect l="4207" t="6661" r="2749" b="10217"/>
          <a:stretch>
            <a:fillRect/>
          </a:stretch>
        </p:blipFill>
        <p:spPr>
          <a:xfrm>
            <a:off x="5813097" y="2082798"/>
            <a:ext cx="6184940" cy="3108037"/>
          </a:xfrm>
          <a:prstGeom prst="rect">
            <a:avLst/>
          </a:prstGeom>
          <a:noFill/>
        </p:spPr>
      </p:pic>
      <p:sp>
        <p:nvSpPr>
          <p:cNvPr id="4" name="Slide Number Placeholder 3" hidden="1">
            <a:extLst>
              <a:ext uri="{FF2B5EF4-FFF2-40B4-BE49-F238E27FC236}">
                <a16:creationId xmlns:a16="http://schemas.microsoft.com/office/drawing/2014/main" id="{81A265EB-8C03-9EF2-6CF6-D6C6EBF147C1}"/>
              </a:ext>
            </a:extLst>
          </p:cNvPr>
          <p:cNvSpPr>
            <a:spLocks noGrp="1"/>
          </p:cNvSpPr>
          <p:nvPr>
            <p:ph type="sldNum" sz="quarter" idx="4294967295"/>
          </p:nvPr>
        </p:nvSpPr>
        <p:spPr>
          <a:xfrm>
            <a:off x="9883140" y="6453386"/>
            <a:ext cx="1596292" cy="404614"/>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14B07A3D-2F58-EF4D-A265-F014B879E6ED}"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7</a:t>
            </a:fld>
            <a:endParaRPr kumimoji="0" lang="en-US" b="0" i="0" u="none" strike="noStrike" kern="1200" cap="none" spc="0" normalizeH="0" baseline="0" noProof="0">
              <a:ln>
                <a:noFill/>
              </a:ln>
              <a:effectLst/>
              <a:uLnTx/>
              <a:uFillTx/>
            </a:endParaRPr>
          </a:p>
        </p:txBody>
      </p:sp>
      <p:pic>
        <p:nvPicPr>
          <p:cNvPr id="7" name="圖片 6">
            <a:extLst>
              <a:ext uri="{FF2B5EF4-FFF2-40B4-BE49-F238E27FC236}">
                <a16:creationId xmlns:a16="http://schemas.microsoft.com/office/drawing/2014/main" id="{B5906B4C-E4A0-9936-DF9D-5DB2BBE5530B}"/>
              </a:ext>
            </a:extLst>
          </p:cNvPr>
          <p:cNvPicPr>
            <a:picLocks noChangeAspect="1"/>
          </p:cNvPicPr>
          <p:nvPr/>
        </p:nvPicPr>
        <p:blipFill>
          <a:blip r:embed="rId4"/>
          <a:stretch>
            <a:fillRect/>
          </a:stretch>
        </p:blipFill>
        <p:spPr>
          <a:xfrm>
            <a:off x="8434894" y="1868757"/>
            <a:ext cx="807040" cy="807040"/>
          </a:xfrm>
          <a:prstGeom prst="rect">
            <a:avLst/>
          </a:prstGeom>
        </p:spPr>
      </p:pic>
      <p:pic>
        <p:nvPicPr>
          <p:cNvPr id="9" name="圖片 8">
            <a:extLst>
              <a:ext uri="{FF2B5EF4-FFF2-40B4-BE49-F238E27FC236}">
                <a16:creationId xmlns:a16="http://schemas.microsoft.com/office/drawing/2014/main" id="{27C978FF-3CA0-5329-5D5A-05E754260CC8}"/>
              </a:ext>
            </a:extLst>
          </p:cNvPr>
          <p:cNvPicPr>
            <a:picLocks noChangeAspect="1"/>
          </p:cNvPicPr>
          <p:nvPr/>
        </p:nvPicPr>
        <p:blipFill>
          <a:blip r:embed="rId5"/>
          <a:stretch>
            <a:fillRect/>
          </a:stretch>
        </p:blipFill>
        <p:spPr>
          <a:xfrm>
            <a:off x="8469723" y="3332589"/>
            <a:ext cx="737383" cy="553038"/>
          </a:xfrm>
          <a:prstGeom prst="rect">
            <a:avLst/>
          </a:prstGeom>
        </p:spPr>
      </p:pic>
    </p:spTree>
    <p:extLst>
      <p:ext uri="{BB962C8B-B14F-4D97-AF65-F5344CB8AC3E}">
        <p14:creationId xmlns:p14="http://schemas.microsoft.com/office/powerpoint/2010/main" val="2749393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179E-B09D-6A81-4026-619075403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2E04D-401F-D5F8-6B19-2D5F6D207C7D}"/>
              </a:ext>
            </a:extLst>
          </p:cNvPr>
          <p:cNvSpPr>
            <a:spLocks noGrp="1"/>
          </p:cNvSpPr>
          <p:nvPr>
            <p:ph type="title"/>
          </p:nvPr>
        </p:nvSpPr>
        <p:spPr>
          <a:xfrm>
            <a:off x="1371600" y="685800"/>
            <a:ext cx="9601200" cy="1485900"/>
          </a:xfrm>
        </p:spPr>
        <p:txBody>
          <a:bodyPr anchor="ctr">
            <a:normAutofit fontScale="90000"/>
          </a:bodyPr>
          <a:lstStyle/>
          <a:p>
            <a:r>
              <a:rPr lang="zh-HK" altLang="en-US" b="1">
                <a:latin typeface="DengXian" panose="02010600030101010101" pitchFamily="2" charset="-122"/>
                <a:ea typeface="DengXian" panose="02010600030101010101" pitchFamily="2" charset="-122"/>
              </a:rPr>
              <a:t>故事背景</a:t>
            </a:r>
            <a:r>
              <a:rPr lang="en-US" altLang="zh-TW" b="1">
                <a:latin typeface="DengXian" panose="02010600030101010101" pitchFamily="2" charset="-122"/>
                <a:ea typeface="DengXian" panose="02010600030101010101" pitchFamily="2" charset="-122"/>
              </a:rPr>
              <a:t>-</a:t>
            </a:r>
            <a:r>
              <a:rPr lang="zh-TW" altLang="en-US" b="1">
                <a:latin typeface="DengXian" panose="02010600030101010101" pitchFamily="2" charset="-122"/>
                <a:ea typeface="DengXian" panose="02010600030101010101" pitchFamily="2" charset="-122"/>
              </a:rPr>
              <a:t>各分行的網絡架構</a:t>
            </a:r>
          </a:p>
        </p:txBody>
      </p:sp>
      <p:pic>
        <p:nvPicPr>
          <p:cNvPr id="7" name="圖片 6" descr="Flat vector illustration, minimalist, simple, textbookquality style, 16:9 landscape composition, pure white FFFFFF background, completely plain with no texture, no pattern, no frame, no shadow, no coloured background panels. Layout: hubandspoke radial structure. Three branch nodes are arranged evenly around the outer area, each labeled &quot;中環分行&quot;, &quot;旺角分行&quot;, &quot;沙田分行&quot;, and each paired with a small thinline network icon and the sublabel &quot;內部網絡&quot; directly beneath it, indicating each branch has its own independent local network. Thin connecting lines extend from each of the three branch nodes inward toward a single central hub icon a simple cloud or serverrack line icon labeled &quot;共享資源機制&quot;. Inside or immediately beside the central hub, two smaller icons with labels &quot;檔案系統&quot; and &quot;會計系統&quot; represent the shared resources accessible by all branches. The connecting lines should visually suggest bidirectional linkage small arrowheads on both ends between each branch and the central hub. All text must be in Traditional Chinese 繁體中文, formal written style, using a sansserif Traditional Chinese typeface Noto Sans TC style with clear and correct character strokes. No Simplified Chinese, no English, no Japanese text anywhere. Icons: thin 2px line icons, simple, easy to understand, one icon per item only. Colour: white background; text in deep navy 1F3A5F; one accent colour only — teal 2A9D8F for the connecting lines, hub icon, and central hub outline, since this is a neutral/organisational infrastructure theme. Composition: generous white space, evenly spaced, perfectly aligned, no gradients, no 3D effects, no clutter, no title, no heading, no caption. Highly legible when projected in a classroom.">
            <a:extLst>
              <a:ext uri="{FF2B5EF4-FFF2-40B4-BE49-F238E27FC236}">
                <a16:creationId xmlns:a16="http://schemas.microsoft.com/office/drawing/2014/main" id="{27276269-3BD7-4B9A-4629-E948FA4635E6}"/>
              </a:ext>
            </a:extLst>
          </p:cNvPr>
          <p:cNvPicPr>
            <a:picLocks noChangeAspect="1"/>
          </p:cNvPicPr>
          <p:nvPr/>
        </p:nvPicPr>
        <p:blipFill>
          <a:blip r:embed="rId2"/>
          <a:srcRect l="13253" t="3649" r="11843" b="3575"/>
          <a:stretch>
            <a:fillRect/>
          </a:stretch>
        </p:blipFill>
        <p:spPr>
          <a:xfrm>
            <a:off x="1371600" y="2171700"/>
            <a:ext cx="5140498" cy="3581401"/>
          </a:xfrm>
          <a:prstGeom prst="rect">
            <a:avLst/>
          </a:prstGeom>
          <a:noFill/>
        </p:spPr>
      </p:pic>
      <p:sp>
        <p:nvSpPr>
          <p:cNvPr id="3" name="Content Placeholder 2">
            <a:extLst>
              <a:ext uri="{FF2B5EF4-FFF2-40B4-BE49-F238E27FC236}">
                <a16:creationId xmlns:a16="http://schemas.microsoft.com/office/drawing/2014/main" id="{927E4A7A-0412-B2D7-AD08-5530324D997C}"/>
              </a:ext>
            </a:extLst>
          </p:cNvPr>
          <p:cNvSpPr>
            <a:spLocks noGrp="1"/>
          </p:cNvSpPr>
          <p:nvPr>
            <p:ph sz="half" idx="2"/>
          </p:nvPr>
        </p:nvSpPr>
        <p:spPr>
          <a:xfrm>
            <a:off x="6719644" y="2318233"/>
            <a:ext cx="5356692" cy="3581401"/>
          </a:xfrm>
        </p:spPr>
        <p:txBody>
          <a:bodyPr>
            <a:normAutofit/>
          </a:bodyPr>
          <a:lstStyle/>
          <a:p>
            <a:r>
              <a:rPr lang="zh-TW" altLang="en-US" sz="2600">
                <a:latin typeface="DengXian" panose="02010600030101010101" pitchFamily="2" charset="-122"/>
                <a:ea typeface="DengXian" panose="02010600030101010101" pitchFamily="2" charset="-122"/>
              </a:rPr>
              <a:t>業務分行拓展到香港各區，包括中環、旺角、沙田</a:t>
            </a:r>
            <a:endParaRPr lang="en-US" altLang="zh-TW" sz="2600">
              <a:latin typeface="DengXian" panose="02010600030101010101" pitchFamily="2" charset="-122"/>
              <a:ea typeface="DengXian" panose="02010600030101010101" pitchFamily="2" charset="-122"/>
            </a:endParaRPr>
          </a:p>
          <a:p>
            <a:r>
              <a:rPr lang="zh-TW" altLang="en-US" sz="2600">
                <a:latin typeface="DengXian" panose="02010600030101010101" pitchFamily="2" charset="-122"/>
                <a:ea typeface="DengXian" panose="02010600030101010101" pitchFamily="2" charset="-122"/>
              </a:rPr>
              <a:t>每間分行均設有自己的</a:t>
            </a:r>
            <a:r>
              <a:rPr lang="zh-TW" altLang="en-US" sz="2600" b="1">
                <a:latin typeface="DengXian" panose="02010600030101010101" pitchFamily="2" charset="-122"/>
                <a:ea typeface="DengXian" panose="02010600030101010101" pitchFamily="2" charset="-122"/>
              </a:rPr>
              <a:t>內部網絡</a:t>
            </a:r>
            <a:r>
              <a:rPr lang="zh-TW" altLang="en-US" sz="2600">
                <a:latin typeface="DengXian" panose="02010600030101010101" pitchFamily="2" charset="-122"/>
                <a:ea typeface="DengXian" panose="02010600030101010101" pitchFamily="2" charset="-122"/>
              </a:rPr>
              <a:t>（</a:t>
            </a:r>
            <a:r>
              <a:rPr lang="en-US" altLang="zh-TW" sz="2600">
                <a:latin typeface="DengXian" panose="02010600030101010101" pitchFamily="2" charset="-122"/>
                <a:ea typeface="DengXian" panose="02010600030101010101" pitchFamily="2" charset="-122"/>
              </a:rPr>
              <a:t>Local Network</a:t>
            </a:r>
            <a:r>
              <a:rPr lang="zh-TW" altLang="en-US" sz="2600">
                <a:latin typeface="DengXian" panose="02010600030101010101" pitchFamily="2" charset="-122"/>
                <a:ea typeface="DengXian" panose="02010600030101010101" pitchFamily="2" charset="-122"/>
              </a:rPr>
              <a:t>）</a:t>
            </a:r>
          </a:p>
          <a:p>
            <a:r>
              <a:rPr lang="zh-TW" altLang="en-US" sz="2600">
                <a:latin typeface="DengXian" panose="02010600030101010101" pitchFamily="2" charset="-122"/>
                <a:ea typeface="DengXian" panose="02010600030101010101" pitchFamily="2" charset="-122"/>
              </a:rPr>
              <a:t>惟</a:t>
            </a:r>
            <a:r>
              <a:rPr lang="zh-TW" altLang="en-US" sz="2600" u="sng">
                <a:latin typeface="DengXian" panose="02010600030101010101" pitchFamily="2" charset="-122"/>
                <a:ea typeface="DengXian" panose="02010600030101010101" pitchFamily="2" charset="-122"/>
              </a:rPr>
              <a:t>部分資源需於分行之間共享</a:t>
            </a:r>
            <a:r>
              <a:rPr lang="zh-TW" altLang="en-US" sz="2600">
                <a:latin typeface="DengXian" panose="02010600030101010101" pitchFamily="2" charset="-122"/>
                <a:ea typeface="DengXian" panose="02010600030101010101" pitchFamily="2" charset="-122"/>
              </a:rPr>
              <a:t>，例如檔案系統及會計系統</a:t>
            </a:r>
          </a:p>
          <a:p>
            <a:r>
              <a:rPr lang="zh-TW" altLang="en-US" sz="2600">
                <a:latin typeface="DengXian" panose="02010600030101010101" pitchFamily="2" charset="-122"/>
                <a:ea typeface="DengXian" panose="02010600030101010101" pitchFamily="2" charset="-122"/>
              </a:rPr>
              <a:t>換言之，公司需要一套機制，讓各分行能互相存取共同資源</a:t>
            </a:r>
          </a:p>
        </p:txBody>
      </p:sp>
      <p:sp>
        <p:nvSpPr>
          <p:cNvPr id="4" name="Slide Number Placeholder 3" hidden="1">
            <a:extLst>
              <a:ext uri="{FF2B5EF4-FFF2-40B4-BE49-F238E27FC236}">
                <a16:creationId xmlns:a16="http://schemas.microsoft.com/office/drawing/2014/main" id="{F960FF34-B409-2D79-8B0A-AEA0A68412C6}"/>
              </a:ext>
            </a:extLst>
          </p:cNvPr>
          <p:cNvSpPr>
            <a:spLocks noGrp="1"/>
          </p:cNvSpPr>
          <p:nvPr>
            <p:ph type="sldNum" sz="quarter" idx="4294967295"/>
          </p:nvPr>
        </p:nvSpPr>
        <p:spPr>
          <a:xfrm>
            <a:off x="401597" y="6045950"/>
            <a:ext cx="404174" cy="404614"/>
          </a:xfrm>
        </p:spPr>
        <p: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600"/>
                </a:spcAft>
                <a:buClrTx/>
                <a:buSzTx/>
                <a:buFontTx/>
                <a:buNone/>
                <a:tabLst/>
                <a:defRPr/>
              </a:pPr>
              <a:t>8</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243978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FEDE-65F7-E58C-E355-E3F8D1A9B9BE}"/>
            </a:ext>
          </a:extLst>
        </p:cNvPr>
        <p:cNvGrpSpPr/>
        <p:nvPr/>
      </p:nvGrpSpPr>
      <p:grpSpPr>
        <a:xfrm>
          <a:off x="0" y="0"/>
          <a:ext cx="0" cy="0"/>
          <a:chOff x="0" y="0"/>
          <a:chExt cx="0" cy="0"/>
        </a:xfrm>
      </p:grpSpPr>
      <p:pic>
        <p:nvPicPr>
          <p:cNvPr id="5" name="圖片 4" descr="Japanese anime / manga illustration style, clean modern seinenleaning art, semirealistic proportions, expressive but restrained; illustration aimed at 16yearold students as viewers — mature, stylish, intelligentlooking illustration, NOT childish, NOT chibi, NOT kawaii mascot style, NOT picturebook style. Scene: An adult male professional in his early thirties with short black hair, wearing a simple business shirt buttoned fully to the top collar button, trousers and flat formal shoes, kneels beside a partially assembled boxy servertower frame, carefully fitting a rectangular panel piece into place with both hands, a few simple tool shapes screwdriver, small wrench resting on the floor beside him. His expression is focused and determined, brow slightly furrowed in concentration. Standing beside him, an adult female professional in her early thirties with long black hair, wearing a simple business blouse buttoned fully to the top collar button, long trousers no skirt and flat formal shoes, holds a thin rolled abstract blueprintlike scroll under one arm while her other hand gestures toward the server frame, guiding the assembly. Her expression is confident and proactive, standing upright with a purposeful stance. A few additional modular block pieces resembling server components are neatly arranged on the floor nearby, ready to be added, conveying a sense of deliberate, handson construction rather than urgency or crisis.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horizontal orientation. Pure white FFFFFF background, completely plain — no texture, no pattern, no frame, no border, no drop shadow, no coloured backdrop. Subjects float on clean white space with generous negative space. Restrained colour palette: deep navy 1F3A5F for linework and darks; single accent colour teal 2A9D8F for the server frame panels and blueprint scroll to signal a deliberate, neutral setup action; plus soft neutral greys for the tools and secondary shading. Simple, uncluttered composition, one clear focal point on the partially assembled server frame, readable silhouette, legible when projected in a classroom. Highquality editorial illustration, textbookquality, professional anime illustration.">
            <a:extLst>
              <a:ext uri="{FF2B5EF4-FFF2-40B4-BE49-F238E27FC236}">
                <a16:creationId xmlns:a16="http://schemas.microsoft.com/office/drawing/2014/main" id="{672A52CF-6E32-941A-3840-23031066984F}"/>
              </a:ext>
            </a:extLst>
          </p:cNvPr>
          <p:cNvPicPr>
            <a:picLocks noChangeAspect="1"/>
          </p:cNvPicPr>
          <p:nvPr/>
        </p:nvPicPr>
        <p:blipFill>
          <a:blip r:embed="rId2"/>
          <a:stretch>
            <a:fillRect/>
          </a:stretch>
        </p:blipFill>
        <p:spPr>
          <a:xfrm>
            <a:off x="4608140" y="2777490"/>
            <a:ext cx="7250385" cy="4080510"/>
          </a:xfrm>
          <a:prstGeom prst="rect">
            <a:avLst/>
          </a:prstGeom>
        </p:spPr>
      </p:pic>
      <p:sp>
        <p:nvSpPr>
          <p:cNvPr id="2" name="Title 1">
            <a:extLst>
              <a:ext uri="{FF2B5EF4-FFF2-40B4-BE49-F238E27FC236}">
                <a16:creationId xmlns:a16="http://schemas.microsoft.com/office/drawing/2014/main" id="{DF931CBC-C46B-00A6-9294-2B12571C8268}"/>
              </a:ext>
            </a:extLst>
          </p:cNvPr>
          <p:cNvSpPr>
            <a:spLocks noGrp="1"/>
          </p:cNvSpPr>
          <p:nvPr>
            <p:ph type="title"/>
          </p:nvPr>
        </p:nvSpPr>
        <p:spPr>
          <a:xfrm>
            <a:off x="1371600" y="685800"/>
            <a:ext cx="9601200" cy="1485900"/>
          </a:xfrm>
        </p:spPr>
        <p:txBody>
          <a:bodyPr anchor="ctr">
            <a:normAutofit/>
          </a:bodyPr>
          <a:lstStyle/>
          <a:p>
            <a:r>
              <a:rPr lang="zh-HK" altLang="en-US" b="1">
                <a:latin typeface="DengXian" panose="02010600030101010101" pitchFamily="2" charset="-122"/>
                <a:ea typeface="DengXian" panose="02010600030101010101" pitchFamily="2" charset="-122"/>
              </a:rPr>
              <a:t>故事背景</a:t>
            </a:r>
            <a:endParaRPr lang="zh-TW" altLang="en-US"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A7FA8191-B020-4EB1-229D-F937FBA7C48C}"/>
              </a:ext>
            </a:extLst>
          </p:cNvPr>
          <p:cNvSpPr>
            <a:spLocks noGrp="1"/>
          </p:cNvSpPr>
          <p:nvPr>
            <p:ph sz="half" idx="2"/>
          </p:nvPr>
        </p:nvSpPr>
        <p:spPr>
          <a:xfrm>
            <a:off x="1371600" y="2245081"/>
            <a:ext cx="7973568" cy="3581401"/>
          </a:xfrm>
        </p:spPr>
        <p:txBody>
          <a:bodyPr>
            <a:normAutofit/>
          </a:bodyPr>
          <a:lstStyle/>
          <a:p>
            <a:r>
              <a:rPr lang="zh-TW" altLang="en-US" sz="2600">
                <a:latin typeface="DengXian" panose="02010600030101010101" pitchFamily="2" charset="-122"/>
                <a:ea typeface="DengXian" panose="02010600030101010101" pitchFamily="2" charset="-122"/>
              </a:rPr>
              <a:t>早年種子物業管理公司決定</a:t>
            </a:r>
            <a:r>
              <a:rPr lang="zh-TW" altLang="en-US" sz="2600" b="1">
                <a:latin typeface="DengXian" panose="02010600030101010101" pitchFamily="2" charset="-122"/>
                <a:ea typeface="DengXian" panose="02010600030101010101" pitchFamily="2" charset="-122"/>
              </a:rPr>
              <a:t>自行架設及管理伺服器</a:t>
            </a:r>
            <a:r>
              <a:rPr lang="zh-TW" altLang="en-US" sz="2600">
                <a:latin typeface="DengXian" panose="02010600030101010101" pitchFamily="2" charset="-122"/>
                <a:ea typeface="DengXian" panose="02010600030101010101" pitchFamily="2" charset="-122"/>
              </a:rPr>
              <a:t>在分行之間共享資源</a:t>
            </a:r>
          </a:p>
        </p:txBody>
      </p:sp>
      <p:sp>
        <p:nvSpPr>
          <p:cNvPr id="4" name="Slide Number Placeholder 3" hidden="1">
            <a:extLst>
              <a:ext uri="{FF2B5EF4-FFF2-40B4-BE49-F238E27FC236}">
                <a16:creationId xmlns:a16="http://schemas.microsoft.com/office/drawing/2014/main" id="{18DF265B-21C2-29AA-AE4D-9B082742E19C}"/>
              </a:ext>
            </a:extLst>
          </p:cNvPr>
          <p:cNvSpPr>
            <a:spLocks noGrp="1"/>
          </p:cNvSpPr>
          <p:nvPr>
            <p:ph type="sldNum" sz="quarter" idx="4294967295"/>
          </p:nvPr>
        </p:nvSpPr>
        <p:spPr>
          <a:xfrm>
            <a:off x="401597" y="6045950"/>
            <a:ext cx="404174" cy="404614"/>
          </a:xfrm>
        </p:spPr>
        <p: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928612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8A02B-6F4F-B4B5-A6CC-0A8AA4A94E4A}"/>
            </a:ext>
          </a:extLst>
        </p:cNvPr>
        <p:cNvGrpSpPr/>
        <p:nvPr/>
      </p:nvGrpSpPr>
      <p:grpSpPr>
        <a:xfrm>
          <a:off x="0" y="0"/>
          <a:ext cx="0" cy="0"/>
          <a:chOff x="0" y="0"/>
          <a:chExt cx="0" cy="0"/>
        </a:xfrm>
      </p:grpSpPr>
      <p:pic>
        <p:nvPicPr>
          <p:cNvPr id="8" name="圖片 7" descr="Japanese anime / manga illustration style, clean modern seinenleaning art, semirealistic proportions, expressive but restrained; illustration aimed at 16yearold students as viewers — mature, stylish, intelligentlooking illustration, NOT childish, NOT chibi, NOT kawaii mascot style, NOT picturebook style. Scene: An adult male professional in his early thirties with short black hair, wearing a simple business shirt buttoned fully to the top collar button and trousers, flat formal shoes, stands beside a small architectural model of a modern office building placed on a plain pedestal. Fine cracks are spreading visibly across the model building's facade, and a small blinking warning light glows on its rooftop. He leans forward with a concerned, focused expression, one hand raised near the cracked model as if inspecting it. Beside him, an adult female professional in her early thirties with long black hair, wearing a simple business blouse buttoned fully to the top collar button and long trousers no skirt, flat formal shoes not high heels, holds a slim tabletlike device upright, its screen showing a simple analog dial gauge with a needle swinging from a neutral zone into a danger zone — abstract shapes and lines only, no readable text. Her expression is alert and analytical, eyes narrowed slightly toward the tipping needle.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horizontal orientation. Pure white FFFFFF background, completely plain — no texture, no pattern, no frame, no border, no drop shadow, no coloured backdrop. Subjects float on clean white space with generous negative space. Restrained colour palette: deep navy 1F3A5F for linework and darks; single accent colour amberorange E76F51 for the warning light, cracks, and dangerzone dial marking; plus soft neutral greys for secondary shading. Simple, uncluttered composition, one clear focal point on the cracked building model, readable silhouette, legible when projected in a classroom. Highquality editorial illustration, textbookquality, professional anime illustration.">
            <a:extLst>
              <a:ext uri="{FF2B5EF4-FFF2-40B4-BE49-F238E27FC236}">
                <a16:creationId xmlns:a16="http://schemas.microsoft.com/office/drawing/2014/main" id="{ABB8E219-1F26-CDCE-EC3A-EF0203A7AB23}"/>
              </a:ext>
            </a:extLst>
          </p:cNvPr>
          <p:cNvPicPr>
            <a:picLocks noChangeAspect="1"/>
          </p:cNvPicPr>
          <p:nvPr/>
        </p:nvPicPr>
        <p:blipFill>
          <a:blip r:embed="rId2"/>
          <a:srcRect l="4308" t="-1740" r="6961"/>
          <a:stretch>
            <a:fillRect/>
          </a:stretch>
        </p:blipFill>
        <p:spPr>
          <a:xfrm>
            <a:off x="706554" y="3644152"/>
            <a:ext cx="4985586" cy="3213848"/>
          </a:xfrm>
          <a:prstGeom prst="rect">
            <a:avLst/>
          </a:prstGeom>
        </p:spPr>
      </p:pic>
      <p:sp>
        <p:nvSpPr>
          <p:cNvPr id="2" name="Title 1">
            <a:extLst>
              <a:ext uri="{FF2B5EF4-FFF2-40B4-BE49-F238E27FC236}">
                <a16:creationId xmlns:a16="http://schemas.microsoft.com/office/drawing/2014/main" id="{09E8C6F0-0A12-316C-266D-81EEFEC9425E}"/>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公司出現問題</a:t>
            </a:r>
            <a:r>
              <a:rPr lang="en-US" altLang="zh-TW" b="1">
                <a:latin typeface="DengXian" panose="02010600030101010101" pitchFamily="2" charset="-122"/>
                <a:ea typeface="DengXian" panose="02010600030101010101" pitchFamily="2" charset="-122"/>
              </a:rPr>
              <a:t>?!</a:t>
            </a:r>
            <a:endParaRPr lang="zh-TW" altLang="en-US"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2D2DAE96-94CB-04C6-6944-75567E346364}"/>
              </a:ext>
            </a:extLst>
          </p:cNvPr>
          <p:cNvSpPr>
            <a:spLocks noGrp="1"/>
          </p:cNvSpPr>
          <p:nvPr>
            <p:ph idx="1"/>
          </p:nvPr>
        </p:nvSpPr>
        <p:spPr>
          <a:xfrm>
            <a:off x="1371600" y="2286000"/>
            <a:ext cx="9525000" cy="2074244"/>
          </a:xfrm>
        </p:spPr>
        <p:txBody>
          <a:bodyPr>
            <a:noAutofit/>
          </a:bodyPr>
          <a:lstStyle/>
          <a:p>
            <a:r>
              <a:rPr lang="zh-TW" altLang="en-US">
                <a:latin typeface="DengXian" panose="02010600030101010101" pitchFamily="2" charset="-122"/>
                <a:ea typeface="DengXian" panose="02010600030101010101" pitchFamily="2" charset="-122"/>
              </a:rPr>
              <a:t>公司選擇</a:t>
            </a:r>
            <a:r>
              <a:rPr lang="zh-TW" altLang="en-US" b="1">
                <a:latin typeface="DengXian" panose="02010600030101010101" pitchFamily="2" charset="-122"/>
                <a:ea typeface="DengXian" panose="02010600030101010101" pitchFamily="2" charset="-122"/>
              </a:rPr>
              <a:t>自行架設及管理伺服器</a:t>
            </a:r>
          </a:p>
          <a:p>
            <a:r>
              <a:rPr lang="zh-TW" altLang="en-US">
                <a:latin typeface="DengXian" panose="02010600030101010101" pitchFamily="2" charset="-122"/>
                <a:ea typeface="DengXian" panose="02010600030101010101" pitchFamily="2" charset="-122"/>
              </a:rPr>
              <a:t>隨着業務規模擴大，將面臨多方面的營運挑戰</a:t>
            </a:r>
          </a:p>
          <a:p>
            <a:r>
              <a:rPr lang="zh-TW" altLang="en-US">
                <a:latin typeface="DengXian" panose="02010600030101010101" pitchFamily="2" charset="-122"/>
                <a:ea typeface="DengXian" panose="02010600030101010101" pitchFamily="2" charset="-122"/>
              </a:rPr>
              <a:t>以下將逐一探討</a:t>
            </a:r>
            <a:r>
              <a:rPr lang="zh-TW" altLang="en-US" b="1">
                <a:latin typeface="DengXian" panose="02010600030101010101" pitchFamily="2" charset="-122"/>
                <a:ea typeface="DengXian" panose="02010600030101010101" pitchFamily="2" charset="-122"/>
              </a:rPr>
              <a:t>三項問題</a:t>
            </a:r>
          </a:p>
        </p:txBody>
      </p:sp>
      <p:sp>
        <p:nvSpPr>
          <p:cNvPr id="4" name="Slide Number Placeholder 3">
            <a:extLst>
              <a:ext uri="{FF2B5EF4-FFF2-40B4-BE49-F238E27FC236}">
                <a16:creationId xmlns:a16="http://schemas.microsoft.com/office/drawing/2014/main" id="{C80AD906-0DCC-A19A-FDBA-463040456C6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4253955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F84F-50B5-45E4-FCAE-F40C129E8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FD0BE-2B28-B21C-715A-BA450B294D10}"/>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問題一 硬件管理</a:t>
            </a:r>
          </a:p>
        </p:txBody>
      </p:sp>
      <p:sp>
        <p:nvSpPr>
          <p:cNvPr id="3" name="Content Placeholder 2">
            <a:extLst>
              <a:ext uri="{FF2B5EF4-FFF2-40B4-BE49-F238E27FC236}">
                <a16:creationId xmlns:a16="http://schemas.microsoft.com/office/drawing/2014/main" id="{78E2D2AD-F40C-5476-ADDA-468FCC890ADC}"/>
              </a:ext>
            </a:extLst>
          </p:cNvPr>
          <p:cNvSpPr>
            <a:spLocks noGrp="1"/>
          </p:cNvSpPr>
          <p:nvPr>
            <p:ph idx="1"/>
          </p:nvPr>
        </p:nvSpPr>
        <p:spPr>
          <a:xfrm>
            <a:off x="1295400" y="2269097"/>
            <a:ext cx="4976091" cy="3449782"/>
          </a:xfrm>
        </p:spPr>
        <p:txBody>
          <a:bodyPr vert="horz" lIns="91440" tIns="45720" rIns="91440" bIns="45720" rtlCol="0" anchor="t">
            <a:noAutofit/>
          </a:bodyPr>
          <a:lstStyle/>
          <a:p>
            <a:pPr marL="383540" indent="-383540"/>
            <a:r>
              <a:rPr lang="zh-TW" altLang="en-US">
                <a:latin typeface="DengXian"/>
                <a:ea typeface="DengXian"/>
                <a:cs typeface="Helvetica"/>
              </a:rPr>
              <a:t>公司建立時購買的伺服器效能</a:t>
            </a:r>
            <a:r>
              <a:rPr lang="zh-TW">
                <a:latin typeface="DengXian"/>
                <a:ea typeface="DengXian"/>
                <a:cs typeface="Helvetica"/>
              </a:rPr>
              <a:t>跟</a:t>
            </a:r>
            <a:r>
              <a:rPr lang="zh-TW" altLang="en-US">
                <a:latin typeface="DengXian"/>
                <a:ea typeface="DengXian"/>
                <a:cs typeface="Helvetica"/>
              </a:rPr>
              <a:t>不上業務拓展的速度</a:t>
            </a:r>
            <a:endParaRPr lang="en-US" altLang="zh-TW">
              <a:latin typeface="DengXian"/>
              <a:ea typeface="DengXian"/>
              <a:cs typeface="Helvetica"/>
            </a:endParaRPr>
          </a:p>
          <a:p>
            <a:r>
              <a:rPr lang="zh-TW" altLang="en-US">
                <a:latin typeface="DengXian" panose="02010600030101010101" pitchFamily="2" charset="-122"/>
                <a:ea typeface="DengXian" panose="02010600030101010101" pitchFamily="2" charset="-122"/>
              </a:rPr>
              <a:t>升級硬件以提升管理系統的效能導致：</a:t>
            </a:r>
            <a:endParaRPr lang="en-US" altLang="zh-TW">
              <a:latin typeface="DengXian" panose="02010600030101010101" pitchFamily="2" charset="-122"/>
              <a:ea typeface="DengXian" panose="02010600030101010101" pitchFamily="2" charset="-122"/>
            </a:endParaRPr>
          </a:p>
          <a:p>
            <a:pPr lvl="1"/>
            <a:r>
              <a:rPr lang="zh-TW" altLang="en-US" b="1">
                <a:latin typeface="DengXian" panose="02010600030101010101" pitchFamily="2" charset="-122"/>
                <a:ea typeface="DengXian" panose="02010600030101010101" pitchFamily="2" charset="-122"/>
              </a:rPr>
              <a:t>服務中斷</a:t>
            </a:r>
          </a:p>
          <a:p>
            <a:pPr marL="383540" lvl="1" indent="-383540"/>
            <a:r>
              <a:rPr lang="zh-TW" altLang="en-US">
                <a:latin typeface="DengXian"/>
                <a:ea typeface="DengXian"/>
                <a:cs typeface="Helvetica"/>
              </a:rPr>
              <a:t>新舊設備之間出現兼容問題，可能引發</a:t>
            </a:r>
            <a:r>
              <a:rPr lang="zh-TW" altLang="en-US" b="1">
                <a:latin typeface="DengXian"/>
                <a:ea typeface="DengXian"/>
                <a:cs typeface="Helvetica"/>
              </a:rPr>
              <a:t>系統當機</a:t>
            </a:r>
          </a:p>
          <a:p>
            <a:pPr lvl="1"/>
            <a:r>
              <a:rPr lang="zh-TW" altLang="en-US">
                <a:latin typeface="DengXian" panose="02010600030101010101" pitchFamily="2" charset="-122"/>
                <a:ea typeface="DengXian" panose="02010600030101010101" pitchFamily="2" charset="-122"/>
              </a:rPr>
              <a:t>設備</a:t>
            </a:r>
            <a:r>
              <a:rPr lang="zh-TW" altLang="en-US" b="1">
                <a:latin typeface="DengXian" panose="02010600030101010101" pitchFamily="2" charset="-122"/>
                <a:ea typeface="DengXian" panose="02010600030101010101" pitchFamily="2" charset="-122"/>
              </a:rPr>
              <a:t>生命週期亦很短暫</a:t>
            </a:r>
            <a:r>
              <a:rPr lang="zh-TW" altLang="en-US">
                <a:latin typeface="DengXian" panose="02010600030101010101" pitchFamily="2" charset="-122"/>
                <a:ea typeface="DengXian" panose="02010600030101010101" pitchFamily="2" charset="-122"/>
              </a:rPr>
              <a:t>，須定期更換</a:t>
            </a:r>
          </a:p>
        </p:txBody>
      </p:sp>
      <p:sp>
        <p:nvSpPr>
          <p:cNvPr id="4" name="Slide Number Placeholder 3">
            <a:extLst>
              <a:ext uri="{FF2B5EF4-FFF2-40B4-BE49-F238E27FC236}">
                <a16:creationId xmlns:a16="http://schemas.microsoft.com/office/drawing/2014/main" id="{35D290CA-5E47-8BF7-B29C-00539797DE9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pic>
        <p:nvPicPr>
          <p:cNvPr id="5" name="圖片 4" descr="Flat vector illustration, minimalist, simple, textbookquality style, 16:9 landscape composition, pure white FFFFFF background, completely plain with no texture, no pattern, no frame, no shadow, no coloured background panels. Layout: radial structure with a central icon and three surrounding spokes. A central node with a simple thinline server/hardware icon and the label &quot;硬件管理&quot; sits in the middle. Three thin connecting lines radiate outward to three surrounding risk nodes, arranged evenly e.g. top, lowerleft, lowerright, each with its own small warningstyle thinline icon and a twopart label: Spoke 1: icon of an upward arrow with a broken/warning symbol, labeled &quot;效能升級&quot; above and &quot;服務中斷&quot; below. Spoke 2: icon of two mismatched puzzle pieces or a crash/alert symbol, labeled &quot;新舊兼容&quot; above and &quot;系統宕機&quot; below. Spoke 3: icon of a coin/money stack next to a short clock symbol, labeled &quot;前期投資龐大&quot; above and &quot;生命週期短暫&quot; below. All text must be in Traditional Chinese 繁體中文, formal written style, using a sansserif Traditional Chinese typeface Noto Sans TC style with clear and correct character strokes. No Simplified Chinese, no English, no Japanese text anywhere. Icons: thin 2px line icons, simple, easy to understand, one icon per item only. Colour: white background; text in deep navy 1F3A5F; one accent colour only — amberorange E76F51 for the connecting lines, warning icons, and central hardware icon outline, since this is a risk/warning theme. Composition: generous white space, evenly spaced, perfectly aligned, no gradients, no 3D effects, no clutter, no title, no heading, no caption. Highly legible when projected in a classroom.">
            <a:extLst>
              <a:ext uri="{FF2B5EF4-FFF2-40B4-BE49-F238E27FC236}">
                <a16:creationId xmlns:a16="http://schemas.microsoft.com/office/drawing/2014/main" id="{36E132A9-6979-EA4A-A277-B89E447274FB}"/>
              </a:ext>
            </a:extLst>
          </p:cNvPr>
          <p:cNvPicPr>
            <a:picLocks noChangeAspect="1"/>
          </p:cNvPicPr>
          <p:nvPr/>
        </p:nvPicPr>
        <p:blipFill>
          <a:blip r:embed="rId2"/>
          <a:srcRect l="21616" t="4095" r="21818" b="12539"/>
          <a:stretch>
            <a:fillRect/>
          </a:stretch>
        </p:blipFill>
        <p:spPr>
          <a:xfrm>
            <a:off x="7178728" y="2424545"/>
            <a:ext cx="4163529" cy="3449782"/>
          </a:xfrm>
          <a:prstGeom prst="rect">
            <a:avLst/>
          </a:prstGeom>
        </p:spPr>
      </p:pic>
    </p:spTree>
    <p:extLst>
      <p:ext uri="{BB962C8B-B14F-4D97-AF65-F5344CB8AC3E}">
        <p14:creationId xmlns:p14="http://schemas.microsoft.com/office/powerpoint/2010/main" val="3705515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03B7-85DC-7A4A-8A71-F6334A847444}"/>
              </a:ext>
            </a:extLst>
          </p:cNvPr>
          <p:cNvSpPr>
            <a:spLocks noGrp="1"/>
          </p:cNvSpPr>
          <p:nvPr>
            <p:ph type="title"/>
          </p:nvPr>
        </p:nvSpPr>
        <p:spPr>
          <a:xfrm>
            <a:off x="723900" y="685800"/>
            <a:ext cx="3855720" cy="2157884"/>
          </a:xfrm>
        </p:spPr>
        <p:txBody>
          <a:bodyPr anchor="b">
            <a:normAutofit/>
          </a:bodyPr>
          <a:lstStyle/>
          <a:p>
            <a:r>
              <a:rPr lang="zh-TW" altLang="en-US" sz="4400" b="1">
                <a:latin typeface="DengXian" panose="02010600030101010101" pitchFamily="2" charset="-122"/>
                <a:ea typeface="DengXian" panose="02010600030101010101" pitchFamily="2" charset="-122"/>
              </a:rPr>
              <a:t>硬件管理</a:t>
            </a:r>
            <a:r>
              <a:rPr lang="zh-TW" altLang="en-US" sz="4400"/>
              <a:t>並非容易事</a:t>
            </a:r>
            <a:endParaRPr lang="en-US" sz="4400"/>
          </a:p>
        </p:txBody>
      </p:sp>
      <p:pic>
        <p:nvPicPr>
          <p:cNvPr id="1026" name="Picture 2" descr="Server Room with Salt | Server room, Server, Data center">
            <a:extLst>
              <a:ext uri="{FF2B5EF4-FFF2-40B4-BE49-F238E27FC236}">
                <a16:creationId xmlns:a16="http://schemas.microsoft.com/office/drawing/2014/main" id="{6A2DEB9D-799D-694E-A783-71B108E90312}"/>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15855" r="11116" b="-2"/>
          <a:stretch/>
        </p:blipFill>
        <p:spPr bwMode="auto">
          <a:xfrm>
            <a:off x="5532120" y="10"/>
            <a:ext cx="6659880" cy="6857989"/>
          </a:xfrm>
          <a:prstGeom prst="rect">
            <a:avLst/>
          </a:prstGeom>
          <a:solidFill>
            <a:srgbClr val="FFFFFF"/>
          </a:solidFill>
        </p:spPr>
      </p:pic>
      <p:sp>
        <p:nvSpPr>
          <p:cNvPr id="71" name="Text Placeholder 3">
            <a:extLst>
              <a:ext uri="{FF2B5EF4-FFF2-40B4-BE49-F238E27FC236}">
                <a16:creationId xmlns:a16="http://schemas.microsoft.com/office/drawing/2014/main" id="{83FCD72B-0EF5-4913-B692-6B9E676CC0A3}"/>
              </a:ext>
            </a:extLst>
          </p:cNvPr>
          <p:cNvSpPr>
            <a:spLocks noGrp="1"/>
          </p:cNvSpPr>
          <p:nvPr>
            <p:ph type="body" sz="half" idx="2"/>
          </p:nvPr>
        </p:nvSpPr>
        <p:spPr>
          <a:xfrm>
            <a:off x="723900" y="2855968"/>
            <a:ext cx="4076700" cy="3011432"/>
          </a:xfrm>
        </p:spPr>
        <p:txBody>
          <a:bodyPr/>
          <a:lstStyle/>
          <a:p>
            <a:r>
              <a:rPr lang="zh-TW" altLang="en-US">
                <a:solidFill>
                  <a:schemeClr val="bg1"/>
                </a:solidFill>
              </a:rPr>
              <a:t>一個很亂的網線管理例子</a:t>
            </a:r>
            <a:endParaRPr lang="en-US">
              <a:solidFill>
                <a:schemeClr val="bg1"/>
              </a:solidFill>
            </a:endParaRPr>
          </a:p>
        </p:txBody>
      </p:sp>
      <p:sp>
        <p:nvSpPr>
          <p:cNvPr id="4" name="Slide Number Placeholder 3">
            <a:extLst>
              <a:ext uri="{FF2B5EF4-FFF2-40B4-BE49-F238E27FC236}">
                <a16:creationId xmlns:a16="http://schemas.microsoft.com/office/drawing/2014/main" id="{934B68D5-7D11-E24A-99F4-73710A56184B}"/>
              </a:ext>
            </a:extLst>
          </p:cNvPr>
          <p:cNvSpPr>
            <a:spLocks noGrp="1"/>
          </p:cNvSpPr>
          <p:nvPr>
            <p:ph type="sldNum" sz="quarter" idx="12"/>
          </p:nvPr>
        </p:nvSpPr>
        <p:spPr>
          <a:xfrm>
            <a:off x="9883140" y="6453386"/>
            <a:ext cx="1596292" cy="404614"/>
          </a:xfrm>
        </p:spPr>
        <p:txBody>
          <a:bodyPr anchor="ctr">
            <a:normAutofit/>
          </a:bodyPr>
          <a:lstStyle/>
          <a:p>
            <a:pPr>
              <a:spcAft>
                <a:spcPts val="600"/>
              </a:spcAft>
            </a:pPr>
            <a:fld id="{14B07A3D-2F58-EF4D-A265-F014B879E6ED}" type="slidenum">
              <a:rPr lang="en-US" smtClean="0"/>
              <a:pPr>
                <a:spcAft>
                  <a:spcPts val="600"/>
                </a:spcAft>
              </a:pPr>
              <a:t>12</a:t>
            </a:fld>
            <a:endParaRPr lang="en-US"/>
          </a:p>
        </p:txBody>
      </p:sp>
    </p:spTree>
    <p:extLst>
      <p:ext uri="{BB962C8B-B14F-4D97-AF65-F5344CB8AC3E}">
        <p14:creationId xmlns:p14="http://schemas.microsoft.com/office/powerpoint/2010/main" val="3515195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605D5-18DB-A70D-B140-E623194CFB3C}"/>
            </a:ext>
          </a:extLst>
        </p:cNvPr>
        <p:cNvGrpSpPr/>
        <p:nvPr/>
      </p:nvGrpSpPr>
      <p:grpSpPr>
        <a:xfrm>
          <a:off x="0" y="0"/>
          <a:ext cx="0" cy="0"/>
          <a:chOff x="0" y="0"/>
          <a:chExt cx="0" cy="0"/>
        </a:xfrm>
      </p:grpSpPr>
      <p:pic>
        <p:nvPicPr>
          <p:cNvPr id="6" name="圖片 5" descr="Isometric 3D flatshaded vector illustration, clean and simple, textbookquality style, 16:9 landscape composition, pure white FFFFFF background, completely plain with no texture, no pattern, no frame, no gradients — use only simple flatcolour 3D shading with subtle solidcolour side faces no photorealistic lighting, no gradients. Layout: twonode causeandeffect flow connected by a single 3D arrow. On the left, a lowpoly 3D icon of a mobile phone with a circular refresh/upgrade symbol above its screen, labeled &quot;作業系統升級&quot; beneath it. A thick teal 3D arrow points from the phone icon toward the right, with a small label floating directly above the arrow reading &quot;依賴關係複雜&quot;. On the right, a cluster of three or four small lowpoly 3D appicon blocks simple rounded squares, each with a tiny generic symbol such as a dot or line, no real app logos, arranged closely together as if linked, labeled &quot;應用程式同步升級&quot; beneath them. Thin connecting lines link the appicon blocks to each other, suggesting interdependency among them. All text must be in Traditional Chinese 繁體中文, formal written style, using a sansserif Traditional Chinese typeface Noto Sans TC style with clear and correct character strokes. No Simplified Chinese, no English, no Japanese text anywhere, no brand names or operatingsystem logos do not depict or label &quot;iOS&quot; or any specific brand. Icons and models: simple lowpoly isometric 3D shapes, minimal detail, generic phone and generic appblock shapes only. Colour: white background; text in deep navy 1F3A5F; one accent colour only — teal 2A9D8F for the arrow, connecting lines, phone icon, and appblock icons, since this is a risk/dependency theme rendered in a neutral informative tone. Composition: generous white space, evenly spaced, perfectly aligned in isometric grid, no clutter, no title, no heading, no caption. Highly legible when projected in a classroom.">
            <a:extLst>
              <a:ext uri="{FF2B5EF4-FFF2-40B4-BE49-F238E27FC236}">
                <a16:creationId xmlns:a16="http://schemas.microsoft.com/office/drawing/2014/main" id="{83A4D697-271E-518B-CA0A-F6D058E40C64}"/>
              </a:ext>
            </a:extLst>
          </p:cNvPr>
          <p:cNvPicPr>
            <a:picLocks noChangeAspect="1"/>
          </p:cNvPicPr>
          <p:nvPr/>
        </p:nvPicPr>
        <p:blipFill>
          <a:blip r:embed="rId2"/>
          <a:stretch>
            <a:fillRect/>
          </a:stretch>
        </p:blipFill>
        <p:spPr>
          <a:xfrm>
            <a:off x="5501285" y="2266373"/>
            <a:ext cx="6521792" cy="3666558"/>
          </a:xfrm>
          <a:prstGeom prst="rect">
            <a:avLst/>
          </a:prstGeom>
        </p:spPr>
      </p:pic>
      <p:sp>
        <p:nvSpPr>
          <p:cNvPr id="2" name="Title 1">
            <a:extLst>
              <a:ext uri="{FF2B5EF4-FFF2-40B4-BE49-F238E27FC236}">
                <a16:creationId xmlns:a16="http://schemas.microsoft.com/office/drawing/2014/main" id="{BD51E453-E52B-EB7A-1D15-02B3CA0A47EF}"/>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問題二 軟件管理</a:t>
            </a:r>
          </a:p>
        </p:txBody>
      </p:sp>
      <p:sp>
        <p:nvSpPr>
          <p:cNvPr id="3" name="Content Placeholder 2">
            <a:extLst>
              <a:ext uri="{FF2B5EF4-FFF2-40B4-BE49-F238E27FC236}">
                <a16:creationId xmlns:a16="http://schemas.microsoft.com/office/drawing/2014/main" id="{2F7BDC00-0CBD-D9EA-5DA2-57771CEDD425}"/>
              </a:ext>
            </a:extLst>
          </p:cNvPr>
          <p:cNvSpPr>
            <a:spLocks noGrp="1"/>
          </p:cNvSpPr>
          <p:nvPr>
            <p:ph idx="1"/>
          </p:nvPr>
        </p:nvSpPr>
        <p:spPr>
          <a:xfrm>
            <a:off x="1371599" y="2286000"/>
            <a:ext cx="4826001" cy="3886200"/>
          </a:xfrm>
        </p:spPr>
        <p:txBody>
          <a:bodyPr>
            <a:noAutofit/>
          </a:bodyPr>
          <a:lstStyle/>
          <a:p>
            <a:r>
              <a:rPr lang="zh-TW" altLang="en-US">
                <a:latin typeface="DengXian" panose="02010600030101010101" pitchFamily="2" charset="-122"/>
                <a:ea typeface="DengXian" panose="02010600030101010101" pitchFamily="2" charset="-122"/>
              </a:rPr>
              <a:t>當公司想更新伺服器軟件以</a:t>
            </a:r>
            <a:r>
              <a:rPr lang="zh-TW" altLang="en-US" u="sng">
                <a:latin typeface="DengXian" panose="02010600030101010101" pitchFamily="2" charset="-122"/>
                <a:ea typeface="DengXian" panose="02010600030101010101" pitchFamily="2" charset="-122"/>
              </a:rPr>
              <a:t>使用最新的</a:t>
            </a:r>
            <a:r>
              <a:rPr lang="en-US" altLang="zh-TW" u="sng">
                <a:latin typeface="DengXian" panose="02010600030101010101" pitchFamily="2" charset="-122"/>
                <a:ea typeface="DengXian" panose="02010600030101010101" pitchFamily="2" charset="-122"/>
              </a:rPr>
              <a:t>AI</a:t>
            </a:r>
            <a:r>
              <a:rPr lang="zh-TW" altLang="en-US" u="sng">
                <a:latin typeface="DengXian" panose="02010600030101010101" pitchFamily="2" charset="-122"/>
                <a:ea typeface="DengXian" panose="02010600030101010101" pitchFamily="2" charset="-122"/>
              </a:rPr>
              <a:t>功能</a:t>
            </a:r>
          </a:p>
          <a:p>
            <a:r>
              <a:rPr lang="zh-TW" altLang="en-US">
                <a:latin typeface="DengXian" panose="02010600030101010101" pitchFamily="2" charset="-122"/>
                <a:ea typeface="DengXian" panose="02010600030101010101" pitchFamily="2" charset="-122"/>
              </a:rPr>
              <a:t>但各軟件之間存在複雜的</a:t>
            </a:r>
            <a:r>
              <a:rPr lang="zh-TW" altLang="en-US" b="1">
                <a:latin typeface="DengXian" panose="02010600030101010101" pitchFamily="2" charset="-122"/>
                <a:ea typeface="DengXian" panose="02010600030101010101" pitchFamily="2" charset="-122"/>
              </a:rPr>
              <a:t>依賴關係</a:t>
            </a:r>
            <a:endParaRPr lang="en-US" altLang="zh-TW" b="1">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例如：</a:t>
            </a:r>
            <a:r>
              <a:rPr lang="en-US" altLang="zh-TW">
                <a:latin typeface="DengXian" panose="02010600030101010101" pitchFamily="2" charset="-122"/>
                <a:ea typeface="DengXian" panose="02010600030101010101" pitchFamily="2" charset="-122"/>
              </a:rPr>
              <a:t>iOS</a:t>
            </a:r>
            <a:r>
              <a:rPr lang="zh-TW" altLang="en-US">
                <a:latin typeface="DengXian" panose="02010600030101010101" pitchFamily="2" charset="-122"/>
                <a:ea typeface="DengXian" panose="02010600030101010101" pitchFamily="2" charset="-122"/>
              </a:rPr>
              <a:t>作業系統升級後，應用程式亦須同步升級</a:t>
            </a:r>
          </a:p>
          <a:p>
            <a:r>
              <a:rPr lang="zh-TW" altLang="en-US">
                <a:latin typeface="DengXian" panose="02010600030101010101" pitchFamily="2" charset="-122"/>
                <a:ea typeface="DengXian" panose="02010600030101010101" pitchFamily="2" charset="-122"/>
              </a:rPr>
              <a:t>升級所帶來的</a:t>
            </a:r>
            <a:r>
              <a:rPr lang="zh-TW" altLang="en-US" b="1">
                <a:latin typeface="DengXian" panose="02010600030101010101" pitchFamily="2" charset="-122"/>
                <a:ea typeface="DengXian" panose="02010600030101010101" pitchFamily="2" charset="-122"/>
              </a:rPr>
              <a:t>後果</a:t>
            </a:r>
            <a:r>
              <a:rPr lang="zh-TW" altLang="en-US" u="sng">
                <a:latin typeface="DengXian" panose="02010600030101010101" pitchFamily="2" charset="-122"/>
                <a:ea typeface="DengXian" panose="02010600030101010101" pitchFamily="2" charset="-122"/>
              </a:rPr>
              <a:t>難以預先掌握</a:t>
            </a:r>
          </a:p>
        </p:txBody>
      </p:sp>
      <p:sp>
        <p:nvSpPr>
          <p:cNvPr id="4" name="Slide Number Placeholder 3">
            <a:extLst>
              <a:ext uri="{FF2B5EF4-FFF2-40B4-BE49-F238E27FC236}">
                <a16:creationId xmlns:a16="http://schemas.microsoft.com/office/drawing/2014/main" id="{2FDC27C0-C567-8E4D-D67A-6ADD3227288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052191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D533F-BFDB-5C08-A7FC-F1A4A0A16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A3651-D7E4-4F5C-CC07-9A16C0E80ADA}"/>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問題三 網絡管理</a:t>
            </a:r>
          </a:p>
        </p:txBody>
      </p:sp>
      <p:sp>
        <p:nvSpPr>
          <p:cNvPr id="3" name="Content Placeholder 2">
            <a:extLst>
              <a:ext uri="{FF2B5EF4-FFF2-40B4-BE49-F238E27FC236}">
                <a16:creationId xmlns:a16="http://schemas.microsoft.com/office/drawing/2014/main" id="{7C360754-2BF9-55E3-DEB4-E1DF7B0D9E90}"/>
              </a:ext>
            </a:extLst>
          </p:cNvPr>
          <p:cNvSpPr>
            <a:spLocks noGrp="1"/>
          </p:cNvSpPr>
          <p:nvPr>
            <p:ph idx="1"/>
          </p:nvPr>
        </p:nvSpPr>
        <p:spPr>
          <a:xfrm>
            <a:off x="1371600" y="2285999"/>
            <a:ext cx="9857232" cy="2858655"/>
          </a:xfrm>
        </p:spPr>
        <p:txBody>
          <a:bodyPr>
            <a:noAutofit/>
          </a:bodyPr>
          <a:lstStyle/>
          <a:p>
            <a:r>
              <a:rPr lang="zh-TW" altLang="en-US">
                <a:latin typeface="DengXian" panose="02010600030101010101" pitchFamily="2" charset="-122"/>
                <a:ea typeface="DengXian" panose="02010600030101010101" pitchFamily="2" charset="-122"/>
              </a:rPr>
              <a:t>公司除須自行架設伺服器外，</a:t>
            </a:r>
            <a:r>
              <a:rPr lang="zh-TW" altLang="en-US" u="sng">
                <a:latin typeface="DengXian" panose="02010600030101010101" pitchFamily="2" charset="-122"/>
                <a:ea typeface="DengXian" panose="02010600030101010101" pitchFamily="2" charset="-122"/>
              </a:rPr>
              <a:t>亦須負責電腦網絡管理</a:t>
            </a:r>
          </a:p>
          <a:p>
            <a:r>
              <a:rPr lang="zh-TW" altLang="en-US">
                <a:latin typeface="DengXian" panose="02010600030101010101" pitchFamily="2" charset="-122"/>
                <a:ea typeface="DengXian" panose="02010600030101010101" pitchFamily="2" charset="-122"/>
              </a:rPr>
              <a:t>需確保所有分行均能</a:t>
            </a:r>
            <a:r>
              <a:rPr lang="zh-TW" altLang="en-US" u="sng">
                <a:latin typeface="DengXian" panose="02010600030101010101" pitchFamily="2" charset="-122"/>
                <a:ea typeface="DengXian" panose="02010600030101010101" pitchFamily="2" charset="-122"/>
              </a:rPr>
              <a:t>穩定存取共享資源</a:t>
            </a:r>
          </a:p>
          <a:p>
            <a:r>
              <a:rPr lang="zh-TW" altLang="en-US">
                <a:latin typeface="DengXian" panose="02010600030101010101" pitchFamily="2" charset="-122"/>
                <a:ea typeface="DengXian" panose="02010600030101010101" pitchFamily="2" charset="-122"/>
              </a:rPr>
              <a:t>隨着種子公司業務擴張，分行數目增加，網絡架構日趨複雜，</a:t>
            </a:r>
            <a:r>
              <a:rPr lang="zh-TW" altLang="en-US" u="sng">
                <a:latin typeface="DengXian" panose="02010600030101010101" pitchFamily="2" charset="-122"/>
                <a:ea typeface="DengXian" panose="02010600030101010101" pitchFamily="2" charset="-122"/>
              </a:rPr>
              <a:t>管理難度亦隨之上升</a:t>
            </a:r>
          </a:p>
        </p:txBody>
      </p:sp>
      <p:sp>
        <p:nvSpPr>
          <p:cNvPr id="4" name="Slide Number Placeholder 3">
            <a:extLst>
              <a:ext uri="{FF2B5EF4-FFF2-40B4-BE49-F238E27FC236}">
                <a16:creationId xmlns:a16="http://schemas.microsoft.com/office/drawing/2014/main" id="{5B6EFB56-6309-06C5-9E61-639E0A98DF5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791091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B55363-98B7-CF41-BDD9-D26EA3B839ED}"/>
              </a:ext>
            </a:extLst>
          </p:cNvPr>
          <p:cNvSpPr>
            <a:spLocks noGrp="1"/>
          </p:cNvSpPr>
          <p:nvPr>
            <p:ph type="title"/>
          </p:nvPr>
        </p:nvSpPr>
        <p:spPr>
          <a:xfrm>
            <a:off x="723900" y="685800"/>
            <a:ext cx="3855720" cy="2157884"/>
          </a:xfrm>
        </p:spPr>
        <p:txBody>
          <a:bodyPr anchor="b">
            <a:normAutofit/>
          </a:bodyPr>
          <a:lstStyle/>
          <a:p>
            <a:r>
              <a:rPr lang="zh-TW" altLang="en-US"/>
              <a:t>互聯網很複雜</a:t>
            </a:r>
            <a:endParaRPr lang="en-US"/>
          </a:p>
        </p:txBody>
      </p:sp>
      <p:pic>
        <p:nvPicPr>
          <p:cNvPr id="6150" name="Picture 6" descr="Diagram&#10;&#10;Description automatically generated">
            <a:extLst>
              <a:ext uri="{FF2B5EF4-FFF2-40B4-BE49-F238E27FC236}">
                <a16:creationId xmlns:a16="http://schemas.microsoft.com/office/drawing/2014/main" id="{BE515B03-E039-9943-835F-BE91E25D83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32120" y="1073068"/>
            <a:ext cx="6659880" cy="4711863"/>
          </a:xfrm>
          <a:prstGeom prst="rect">
            <a:avLst/>
          </a:prstGeom>
          <a:solidFill>
            <a:srgbClr val="FFFFFF"/>
          </a:solidFill>
        </p:spPr>
      </p:pic>
      <p:sp>
        <p:nvSpPr>
          <p:cNvPr id="5" name="Content Placeholder 4">
            <a:extLst>
              <a:ext uri="{FF2B5EF4-FFF2-40B4-BE49-F238E27FC236}">
                <a16:creationId xmlns:a16="http://schemas.microsoft.com/office/drawing/2014/main" id="{677996AA-778D-E140-AF17-B70094136BAF}"/>
              </a:ext>
            </a:extLst>
          </p:cNvPr>
          <p:cNvSpPr>
            <a:spLocks noGrp="1"/>
          </p:cNvSpPr>
          <p:nvPr>
            <p:ph type="body" sz="half" idx="2"/>
          </p:nvPr>
        </p:nvSpPr>
        <p:spPr>
          <a:xfrm>
            <a:off x="723900" y="2855968"/>
            <a:ext cx="3855720" cy="3011432"/>
          </a:xfrm>
        </p:spPr>
        <p:txBody>
          <a:bodyPr>
            <a:normAutofit/>
          </a:bodyPr>
          <a:lstStyle/>
          <a:p>
            <a:r>
              <a:rPr lang="zh-TW" altLang="en-US">
                <a:solidFill>
                  <a:schemeClr val="bg1"/>
                </a:solidFill>
              </a:rPr>
              <a:t>這就是為什麼互聯網在圖示中通常以</a:t>
            </a:r>
            <a:r>
              <a:rPr lang="zh-TW" altLang="en-US" b="1">
                <a:solidFill>
                  <a:schemeClr val="bg1"/>
                </a:solidFill>
              </a:rPr>
              <a:t>雲</a:t>
            </a:r>
            <a:r>
              <a:rPr lang="zh-TW" altLang="en-US">
                <a:solidFill>
                  <a:schemeClr val="bg1"/>
                </a:solidFill>
              </a:rPr>
              <a:t>作為代表符號</a:t>
            </a:r>
            <a:endParaRPr lang="en-US">
              <a:solidFill>
                <a:schemeClr val="bg1"/>
              </a:solidFill>
            </a:endParaRPr>
          </a:p>
        </p:txBody>
      </p:sp>
      <p:sp>
        <p:nvSpPr>
          <p:cNvPr id="2" name="Slide Number Placeholder 1">
            <a:extLst>
              <a:ext uri="{FF2B5EF4-FFF2-40B4-BE49-F238E27FC236}">
                <a16:creationId xmlns:a16="http://schemas.microsoft.com/office/drawing/2014/main" id="{1B82D87D-6AF2-4E4A-A3BD-408D8FDAA53C}"/>
              </a:ext>
            </a:extLst>
          </p:cNvPr>
          <p:cNvSpPr>
            <a:spLocks noGrp="1"/>
          </p:cNvSpPr>
          <p:nvPr>
            <p:ph type="sldNum" sz="quarter" idx="12"/>
          </p:nvPr>
        </p:nvSpPr>
        <p:spPr>
          <a:xfrm>
            <a:off x="9883140" y="6453386"/>
            <a:ext cx="1596292" cy="404614"/>
          </a:xfrm>
        </p:spPr>
        <p:txBody>
          <a:bodyPr anchor="ctr">
            <a:normAutofit/>
          </a:bodyPr>
          <a:lstStyle/>
          <a:p>
            <a:pPr>
              <a:spcAft>
                <a:spcPts val="600"/>
              </a:spcAft>
            </a:pPr>
            <a:fld id="{14B07A3D-2F58-EF4D-A265-F014B879E6ED}" type="slidenum">
              <a:rPr lang="en-US" smtClean="0"/>
              <a:pPr>
                <a:spcAft>
                  <a:spcPts val="600"/>
                </a:spcAft>
              </a:pPr>
              <a:t>15</a:t>
            </a:fld>
            <a:endParaRPr lang="en-US"/>
          </a:p>
        </p:txBody>
      </p:sp>
    </p:spTree>
    <p:extLst>
      <p:ext uri="{BB962C8B-B14F-4D97-AF65-F5344CB8AC3E}">
        <p14:creationId xmlns:p14="http://schemas.microsoft.com/office/powerpoint/2010/main" val="1756684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B000D-68D8-7225-58A7-75C842511665}"/>
            </a:ext>
          </a:extLst>
        </p:cNvPr>
        <p:cNvGrpSpPr/>
        <p:nvPr/>
      </p:nvGrpSpPr>
      <p:grpSpPr>
        <a:xfrm>
          <a:off x="0" y="0"/>
          <a:ext cx="0" cy="0"/>
          <a:chOff x="0" y="0"/>
          <a:chExt cx="0" cy="0"/>
        </a:xfrm>
      </p:grpSpPr>
      <p:pic>
        <p:nvPicPr>
          <p:cNvPr id="8" name="圖片 7" descr="Japanese anime / manga illustration style, clean modern seinenleaning art, semirealistic proportions, expressive but restrained; illustration aimed at 16yearold students as viewers — mature, stylish, intelligentlooking illustration, NOT childish, NOT chibi, NOT kawaii mascot style, NOT picturebook style. Scene: A split composition divided by a thin clean white vertical line down the middle, showing one continuous ground plane that forks into two diverging paths. On the left side, an adult male professional in his early thirties with short black hair, wearing a simple business shirt buttoned fully to the top collar button, trousers and flat formal shoes, stands hunched under the weight of an oversized backpack piled with three heavy abstract burdens — a blocky tower shape resembling stacked server hardware, a tangled dense ball of cablelike lines, and a leaning stack of flat panel shapes resembling software modules. The ground beneath his feet is cracked and jagged in heavy navy tones, his posture strained, looking down at the fractured path with a tired, thoughtful expression. On the right side, an adult female professional in her early thirties with long black hair, wearing a simple business blouse buttoned fully to the top collar button, long trousers no skirt and flat formal shoes not high heels, stands lightly upright with confident posture on a smooth, softly glowing platform shaped like a stylized rounded cloud silhouette floating slightly above the ground, one hand extended back toward the male figure in an inviting gesture. Her path is clean, open, and unobstructed in soft teal tones with a gentle upward incline suggesting ease and elevation. The two paths meet at a single fork point at the bottom center of the frame, visually connecting both figures within one unified ground.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horizontal orientation. Pure white FFFFFF background, completely plain — no texture, no pattern, no frame, no border, no drop shadow, no coloured backdrop. Subjects float on clean white space with generous negative space. Restrained colour palette: deep navy 1F3A5F for linework, darks, and the burdened left path; single accent colour teal 2A9D8F for the cloud platform and right path to signal a positive direction; plus soft neutral greys for secondary shading. Simple, uncluttered composition, one clear focal point at the central fork where both figures meet, readable silhouette, legible when projected in a classroom. Highquality editorial illustration, textbookquality, professional anime illustration.">
            <a:extLst>
              <a:ext uri="{FF2B5EF4-FFF2-40B4-BE49-F238E27FC236}">
                <a16:creationId xmlns:a16="http://schemas.microsoft.com/office/drawing/2014/main" id="{FD5ED287-A43C-5490-8BFB-D6799C7EA890}"/>
              </a:ext>
            </a:extLst>
          </p:cNvPr>
          <p:cNvPicPr>
            <a:picLocks noChangeAspect="1"/>
          </p:cNvPicPr>
          <p:nvPr/>
        </p:nvPicPr>
        <p:blipFill>
          <a:blip r:embed="rId2"/>
          <a:srcRect r="49813"/>
          <a:stretch>
            <a:fillRect/>
          </a:stretch>
        </p:blipFill>
        <p:spPr>
          <a:xfrm>
            <a:off x="716805" y="2919280"/>
            <a:ext cx="3512295" cy="3938719"/>
          </a:xfrm>
          <a:prstGeom prst="rect">
            <a:avLst/>
          </a:prstGeom>
        </p:spPr>
      </p:pic>
      <p:sp>
        <p:nvSpPr>
          <p:cNvPr id="2" name="Title 1">
            <a:extLst>
              <a:ext uri="{FF2B5EF4-FFF2-40B4-BE49-F238E27FC236}">
                <a16:creationId xmlns:a16="http://schemas.microsoft.com/office/drawing/2014/main" id="{1F7D1096-CC07-E391-3D3F-15296E48876E}"/>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轉捩點 </a:t>
            </a:r>
            <a:r>
              <a:rPr lang="en-US" altLang="zh-TW" b="1">
                <a:latin typeface="DengXian" panose="02010600030101010101" pitchFamily="2" charset="-122"/>
                <a:ea typeface="DengXian" panose="02010600030101010101" pitchFamily="2" charset="-122"/>
              </a:rPr>
              <a:t>—— </a:t>
            </a:r>
            <a:r>
              <a:rPr lang="zh-TW" altLang="en-US" b="1">
                <a:latin typeface="DengXian" panose="02010600030101010101" pitchFamily="2" charset="-122"/>
                <a:ea typeface="DengXian" panose="02010600030101010101" pitchFamily="2" charset="-122"/>
              </a:rPr>
              <a:t>尋找更佳方案</a:t>
            </a:r>
          </a:p>
        </p:txBody>
      </p:sp>
      <p:sp>
        <p:nvSpPr>
          <p:cNvPr id="3" name="Content Placeholder 2">
            <a:extLst>
              <a:ext uri="{FF2B5EF4-FFF2-40B4-BE49-F238E27FC236}">
                <a16:creationId xmlns:a16="http://schemas.microsoft.com/office/drawing/2014/main" id="{A1FE689D-8028-BE04-82BC-F2AC154E06BA}"/>
              </a:ext>
            </a:extLst>
          </p:cNvPr>
          <p:cNvSpPr>
            <a:spLocks noGrp="1"/>
          </p:cNvSpPr>
          <p:nvPr>
            <p:ph idx="1"/>
          </p:nvPr>
        </p:nvSpPr>
        <p:spPr>
          <a:xfrm>
            <a:off x="1371600" y="2084429"/>
            <a:ext cx="9525000" cy="2074244"/>
          </a:xfrm>
        </p:spPr>
        <p:txBody>
          <a:bodyPr>
            <a:noAutofit/>
          </a:bodyPr>
          <a:lstStyle/>
          <a:p>
            <a:pPr marL="0" indent="0">
              <a:buNone/>
            </a:pPr>
            <a:r>
              <a:rPr lang="zh-TW" altLang="en-US">
                <a:latin typeface="DengXian" panose="02010600030101010101" pitchFamily="2" charset="-122"/>
                <a:ea typeface="DengXian" panose="02010600030101010101" pitchFamily="2" charset="-122"/>
              </a:rPr>
              <a:t>面對</a:t>
            </a:r>
            <a:r>
              <a:rPr lang="zh-TW" altLang="en-US" b="1">
                <a:latin typeface="DengXian" panose="02010600030101010101" pitchFamily="2" charset="-122"/>
                <a:ea typeface="DengXian" panose="02010600030101010101" pitchFamily="2" charset="-122"/>
              </a:rPr>
              <a:t>硬件</a:t>
            </a:r>
            <a:r>
              <a:rPr lang="zh-TW" altLang="en-US">
                <a:latin typeface="DengXian" panose="02010600030101010101" pitchFamily="2" charset="-122"/>
                <a:ea typeface="DengXian" panose="02010600030101010101" pitchFamily="2" charset="-122"/>
              </a:rPr>
              <a:t>、</a:t>
            </a:r>
            <a:r>
              <a:rPr lang="zh-TW" altLang="en-US" b="1">
                <a:latin typeface="DengXian" panose="02010600030101010101" pitchFamily="2" charset="-122"/>
                <a:ea typeface="DengXian" panose="02010600030101010101" pitchFamily="2" charset="-122"/>
              </a:rPr>
              <a:t>軟件</a:t>
            </a:r>
            <a:r>
              <a:rPr lang="zh-TW" altLang="en-US">
                <a:latin typeface="DengXian" panose="02010600030101010101" pitchFamily="2" charset="-122"/>
                <a:ea typeface="DengXian" panose="02010600030101010101" pitchFamily="2" charset="-122"/>
              </a:rPr>
              <a:t>及</a:t>
            </a:r>
            <a:r>
              <a:rPr lang="zh-TW" altLang="en-US" b="1">
                <a:latin typeface="DengXian" panose="02010600030101010101" pitchFamily="2" charset="-122"/>
                <a:ea typeface="DengXian" panose="02010600030101010101" pitchFamily="2" charset="-122"/>
              </a:rPr>
              <a:t>網絡管理</a:t>
            </a:r>
            <a:r>
              <a:rPr lang="zh-TW" altLang="en-US">
                <a:latin typeface="DengXian" panose="02010600030101010101" pitchFamily="2" charset="-122"/>
                <a:ea typeface="DengXian" panose="02010600030101010101" pitchFamily="2" charset="-122"/>
              </a:rPr>
              <a:t>三方面的挑戰，</a:t>
            </a:r>
            <a:endParaRPr lang="en-US" altLang="zh-TW">
              <a:latin typeface="DengXian" panose="02010600030101010101" pitchFamily="2" charset="-122"/>
              <a:ea typeface="DengXian" panose="02010600030101010101" pitchFamily="2" charset="-122"/>
            </a:endParaRPr>
          </a:p>
          <a:p>
            <a:pPr marL="0" indent="0">
              <a:buNone/>
            </a:pPr>
            <a:r>
              <a:rPr lang="zh-TW" altLang="en-US">
                <a:latin typeface="DengXian" panose="02010600030101010101" pitchFamily="2" charset="-122"/>
                <a:ea typeface="DengXian" panose="02010600030101010101" pitchFamily="2" charset="-122"/>
              </a:rPr>
              <a:t>你（新總裁）開始思考：</a:t>
            </a:r>
            <a:r>
              <a:rPr lang="zh-TW" altLang="en-US" b="1">
                <a:solidFill>
                  <a:srgbClr val="0070C0"/>
                </a:solidFill>
                <a:latin typeface="DengXian" panose="02010600030101010101" pitchFamily="2" charset="-122"/>
                <a:ea typeface="DengXian" panose="02010600030101010101" pitchFamily="2" charset="-122"/>
              </a:rPr>
              <a:t>有沒有更好的方法呢</a:t>
            </a:r>
            <a:r>
              <a:rPr lang="en-US" altLang="zh-TW" b="1">
                <a:solidFill>
                  <a:srgbClr val="0070C0"/>
                </a:solidFill>
                <a:latin typeface="DengXian" panose="02010600030101010101" pitchFamily="2" charset="-122"/>
                <a:ea typeface="DengXian" panose="02010600030101010101" pitchFamily="2" charset="-122"/>
              </a:rPr>
              <a:t>?</a:t>
            </a:r>
          </a:p>
        </p:txBody>
      </p:sp>
      <p:sp>
        <p:nvSpPr>
          <p:cNvPr id="4" name="Slide Number Placeholder 3">
            <a:extLst>
              <a:ext uri="{FF2B5EF4-FFF2-40B4-BE49-F238E27FC236}">
                <a16:creationId xmlns:a16="http://schemas.microsoft.com/office/drawing/2014/main" id="{5825C07B-5505-B059-31A5-C23AE52F5E9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241754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7F98-DE45-4052-1367-482839EF7693}"/>
            </a:ext>
          </a:extLst>
        </p:cNvPr>
        <p:cNvGrpSpPr/>
        <p:nvPr/>
      </p:nvGrpSpPr>
      <p:grpSpPr>
        <a:xfrm>
          <a:off x="0" y="0"/>
          <a:ext cx="0" cy="0"/>
          <a:chOff x="0" y="0"/>
          <a:chExt cx="0" cy="0"/>
        </a:xfrm>
      </p:grpSpPr>
      <p:pic>
        <p:nvPicPr>
          <p:cNvPr id="8" name="圖片 7" descr="Japanese anime / manga illustration style, clean modern seinenleaning art, semirealistic proportions, expressive but restrained; illustration aimed at 16yearold students as viewers — mature, stylish, intelligentlooking illustration, NOT childish, NOT chibi, NOT kawaii mascot style, NOT picturebook style. Scene: A split composition divided by a thin clean white vertical line down the middle, showing one continuous ground plane that forks into two diverging paths. On the left side, an adult male professional in his early thirties with short black hair, wearing a simple business shirt buttoned fully to the top collar button, trousers and flat formal shoes, stands hunched under the weight of an oversized backpack piled with three heavy abstract burdens — a blocky tower shape resembling stacked server hardware, a tangled dense ball of cablelike lines, and a leaning stack of flat panel shapes resembling software modules. The ground beneath his feet is cracked and jagged in heavy navy tones, his posture strained, looking down at the fractured path with a tired, thoughtful expression. On the right side, an adult female professional in her early thirties with long black hair, wearing a simple business blouse buttoned fully to the top collar button, long trousers no skirt and flat formal shoes not high heels, stands lightly upright with confident posture on a smooth, softly glowing platform shaped like a stylized rounded cloud silhouette floating slightly above the ground, one hand extended back toward the male figure in an inviting gesture. Her path is clean, open, and unobstructed in soft teal tones with a gentle upward incline suggesting ease and elevation. The two paths meet at a single fork point at the bottom center of the frame, visually connecting both figures within one unified ground.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horizontal orientation. Pure white FFFFFF background, completely plain — no texture, no pattern, no frame, no border, no drop shadow, no coloured backdrop. Subjects float on clean white space with generous negative space. Restrained colour palette: deep navy 1F3A5F for linework, darks, and the burdened left path; single accent colour teal 2A9D8F for the cloud platform and right path to signal a positive direction; plus soft neutral greys for secondary shading. Simple, uncluttered composition, one clear focal point at the central fork where both figures meet, readable silhouette, legible when projected in a classroom. Highquality editorial illustration, textbookquality, professional anime illustration.">
            <a:extLst>
              <a:ext uri="{FF2B5EF4-FFF2-40B4-BE49-F238E27FC236}">
                <a16:creationId xmlns:a16="http://schemas.microsoft.com/office/drawing/2014/main" id="{D437C86F-CA22-7299-B56B-17ACA0821F5D}"/>
              </a:ext>
            </a:extLst>
          </p:cNvPr>
          <p:cNvPicPr>
            <a:picLocks noChangeAspect="1"/>
          </p:cNvPicPr>
          <p:nvPr/>
        </p:nvPicPr>
        <p:blipFill>
          <a:blip r:embed="rId2"/>
          <a:stretch>
            <a:fillRect/>
          </a:stretch>
        </p:blipFill>
        <p:spPr>
          <a:xfrm>
            <a:off x="716805" y="2919280"/>
            <a:ext cx="6998446" cy="3938719"/>
          </a:xfrm>
          <a:prstGeom prst="rect">
            <a:avLst/>
          </a:prstGeom>
        </p:spPr>
      </p:pic>
      <p:sp>
        <p:nvSpPr>
          <p:cNvPr id="2" name="Title 1">
            <a:extLst>
              <a:ext uri="{FF2B5EF4-FFF2-40B4-BE49-F238E27FC236}">
                <a16:creationId xmlns:a16="http://schemas.microsoft.com/office/drawing/2014/main" id="{1786201F-52D9-45B1-0310-520EF9C00C6A}"/>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轉捩點 </a:t>
            </a:r>
            <a:r>
              <a:rPr lang="en-US" altLang="zh-TW" b="1">
                <a:latin typeface="DengXian" panose="02010600030101010101" pitchFamily="2" charset="-122"/>
                <a:ea typeface="DengXian" panose="02010600030101010101" pitchFamily="2" charset="-122"/>
              </a:rPr>
              <a:t>—— </a:t>
            </a:r>
            <a:r>
              <a:rPr lang="zh-TW" altLang="en-US" b="1">
                <a:latin typeface="DengXian" panose="02010600030101010101" pitchFamily="2" charset="-122"/>
                <a:ea typeface="DengXian" panose="02010600030101010101" pitchFamily="2" charset="-122"/>
              </a:rPr>
              <a:t>尋找更佳方案</a:t>
            </a:r>
          </a:p>
        </p:txBody>
      </p:sp>
      <p:sp>
        <p:nvSpPr>
          <p:cNvPr id="3" name="Content Placeholder 2">
            <a:extLst>
              <a:ext uri="{FF2B5EF4-FFF2-40B4-BE49-F238E27FC236}">
                <a16:creationId xmlns:a16="http://schemas.microsoft.com/office/drawing/2014/main" id="{9BAB3B97-5D42-5FE6-7943-74E7B360235E}"/>
              </a:ext>
            </a:extLst>
          </p:cNvPr>
          <p:cNvSpPr>
            <a:spLocks noGrp="1"/>
          </p:cNvSpPr>
          <p:nvPr>
            <p:ph idx="1"/>
          </p:nvPr>
        </p:nvSpPr>
        <p:spPr>
          <a:xfrm>
            <a:off x="1371600" y="2084429"/>
            <a:ext cx="9525000" cy="2074244"/>
          </a:xfrm>
        </p:spPr>
        <p:txBody>
          <a:bodyPr>
            <a:noAutofit/>
          </a:bodyPr>
          <a:lstStyle/>
          <a:p>
            <a:pPr marL="0" indent="0">
              <a:buNone/>
            </a:pPr>
            <a:r>
              <a:rPr lang="zh-TW" altLang="en-US">
                <a:latin typeface="DengXian" panose="02010600030101010101" pitchFamily="2" charset="-122"/>
                <a:ea typeface="DengXian" panose="02010600030101010101" pitchFamily="2" charset="-122"/>
              </a:rPr>
              <a:t>面對</a:t>
            </a:r>
            <a:r>
              <a:rPr lang="zh-TW" altLang="en-US" b="1">
                <a:latin typeface="DengXian" panose="02010600030101010101" pitchFamily="2" charset="-122"/>
                <a:ea typeface="DengXian" panose="02010600030101010101" pitchFamily="2" charset="-122"/>
              </a:rPr>
              <a:t>硬件</a:t>
            </a:r>
            <a:r>
              <a:rPr lang="zh-TW" altLang="en-US">
                <a:latin typeface="DengXian" panose="02010600030101010101" pitchFamily="2" charset="-122"/>
                <a:ea typeface="DengXian" panose="02010600030101010101" pitchFamily="2" charset="-122"/>
              </a:rPr>
              <a:t>、</a:t>
            </a:r>
            <a:r>
              <a:rPr lang="zh-TW" altLang="en-US" b="1">
                <a:latin typeface="DengXian" panose="02010600030101010101" pitchFamily="2" charset="-122"/>
                <a:ea typeface="DengXian" panose="02010600030101010101" pitchFamily="2" charset="-122"/>
              </a:rPr>
              <a:t>軟件</a:t>
            </a:r>
            <a:r>
              <a:rPr lang="zh-TW" altLang="en-US">
                <a:latin typeface="DengXian" panose="02010600030101010101" pitchFamily="2" charset="-122"/>
                <a:ea typeface="DengXian" panose="02010600030101010101" pitchFamily="2" charset="-122"/>
              </a:rPr>
              <a:t>及</a:t>
            </a:r>
            <a:r>
              <a:rPr lang="zh-TW" altLang="en-US" b="1">
                <a:latin typeface="DengXian" panose="02010600030101010101" pitchFamily="2" charset="-122"/>
                <a:ea typeface="DengXian" panose="02010600030101010101" pitchFamily="2" charset="-122"/>
              </a:rPr>
              <a:t>網絡管理</a:t>
            </a:r>
            <a:r>
              <a:rPr lang="zh-TW" altLang="en-US">
                <a:latin typeface="DengXian" panose="02010600030101010101" pitchFamily="2" charset="-122"/>
                <a:ea typeface="DengXian" panose="02010600030101010101" pitchFamily="2" charset="-122"/>
              </a:rPr>
              <a:t>三方面的挑戰，</a:t>
            </a:r>
            <a:endParaRPr lang="en-US" altLang="zh-TW">
              <a:latin typeface="DengXian" panose="02010600030101010101" pitchFamily="2" charset="-122"/>
              <a:ea typeface="DengXian" panose="02010600030101010101" pitchFamily="2" charset="-122"/>
            </a:endParaRPr>
          </a:p>
          <a:p>
            <a:pPr marL="0" indent="0">
              <a:buNone/>
            </a:pPr>
            <a:r>
              <a:rPr lang="zh-TW" altLang="en-US">
                <a:latin typeface="DengXian" panose="02010600030101010101" pitchFamily="2" charset="-122"/>
                <a:ea typeface="DengXian" panose="02010600030101010101" pitchFamily="2" charset="-122"/>
              </a:rPr>
              <a:t>你（新總裁）開始思考：</a:t>
            </a:r>
            <a:r>
              <a:rPr lang="zh-TW" altLang="en-US" b="1">
                <a:solidFill>
                  <a:srgbClr val="0070C0"/>
                </a:solidFill>
                <a:latin typeface="DengXian" panose="02010600030101010101" pitchFamily="2" charset="-122"/>
                <a:ea typeface="DengXian" panose="02010600030101010101" pitchFamily="2" charset="-122"/>
              </a:rPr>
              <a:t>有沒有更好的方法呢</a:t>
            </a:r>
            <a:r>
              <a:rPr lang="en-US" altLang="zh-TW" b="1">
                <a:solidFill>
                  <a:srgbClr val="0070C0"/>
                </a:solidFill>
                <a:latin typeface="DengXian" panose="02010600030101010101" pitchFamily="2" charset="-122"/>
                <a:ea typeface="DengXian" panose="02010600030101010101" pitchFamily="2" charset="-122"/>
              </a:rPr>
              <a:t>?</a:t>
            </a:r>
          </a:p>
        </p:txBody>
      </p:sp>
      <p:sp>
        <p:nvSpPr>
          <p:cNvPr id="4" name="Slide Number Placeholder 3">
            <a:extLst>
              <a:ext uri="{FF2B5EF4-FFF2-40B4-BE49-F238E27FC236}">
                <a16:creationId xmlns:a16="http://schemas.microsoft.com/office/drawing/2014/main" id="{FA7F31D2-213D-15D3-C43E-C61D7541E92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
        <p:nvSpPr>
          <p:cNvPr id="9" name="文字方塊 8">
            <a:extLst>
              <a:ext uri="{FF2B5EF4-FFF2-40B4-BE49-F238E27FC236}">
                <a16:creationId xmlns:a16="http://schemas.microsoft.com/office/drawing/2014/main" id="{0197E9E2-FF2E-6087-6C18-08A19FB525B9}"/>
              </a:ext>
            </a:extLst>
          </p:cNvPr>
          <p:cNvSpPr txBox="1"/>
          <p:nvPr/>
        </p:nvSpPr>
        <p:spPr>
          <a:xfrm>
            <a:off x="6096000" y="3635453"/>
            <a:ext cx="6094428" cy="523220"/>
          </a:xfrm>
          <a:prstGeom prst="rect">
            <a:avLst/>
          </a:prstGeom>
          <a:noFill/>
        </p:spPr>
        <p:txBody>
          <a:bodyPr wrap="square">
            <a:spAutoFit/>
          </a:bodyPr>
          <a:lstStyle/>
          <a:p>
            <a:r>
              <a:rPr lang="zh-TW" altLang="en-US" sz="2800">
                <a:latin typeface="DengXian" panose="02010600030101010101" pitchFamily="2" charset="-122"/>
                <a:ea typeface="DengXian" panose="02010600030101010101" pitchFamily="2" charset="-122"/>
              </a:rPr>
              <a:t>答案便是</a:t>
            </a:r>
            <a:r>
              <a:rPr lang="zh-TW" altLang="en-US" sz="2800" b="1">
                <a:solidFill>
                  <a:srgbClr val="FFCE2B"/>
                </a:solidFill>
                <a:latin typeface="DengXian" panose="02010600030101010101" pitchFamily="2" charset="-122"/>
                <a:ea typeface="DengXian" panose="02010600030101010101" pitchFamily="2" charset="-122"/>
              </a:rPr>
              <a:t>雲計算（</a:t>
            </a:r>
            <a:r>
              <a:rPr lang="en-US" altLang="zh-TW" sz="2800" b="1">
                <a:solidFill>
                  <a:srgbClr val="FFCE2B"/>
                </a:solidFill>
                <a:latin typeface="DengXian" panose="02010600030101010101" pitchFamily="2" charset="-122"/>
                <a:ea typeface="DengXian" panose="02010600030101010101" pitchFamily="2" charset="-122"/>
              </a:rPr>
              <a:t>Cloud Computing</a:t>
            </a:r>
            <a:r>
              <a:rPr lang="zh-TW" altLang="en-US" sz="2800" b="1">
                <a:solidFill>
                  <a:srgbClr val="FFCE2B"/>
                </a:solidFill>
                <a:latin typeface="DengXian" panose="02010600030101010101" pitchFamily="2" charset="-122"/>
                <a:ea typeface="DengXian" panose="02010600030101010101" pitchFamily="2" charset="-122"/>
              </a:rPr>
              <a:t>）</a:t>
            </a:r>
          </a:p>
        </p:txBody>
      </p:sp>
    </p:spTree>
    <p:extLst>
      <p:ext uri="{BB962C8B-B14F-4D97-AF65-F5344CB8AC3E}">
        <p14:creationId xmlns:p14="http://schemas.microsoft.com/office/powerpoint/2010/main" val="1177956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A30480-51E8-4540-06BF-8E72DB3E4606}"/>
            </a:ext>
          </a:extLst>
        </p:cNvPr>
        <p:cNvGrpSpPr/>
        <p:nvPr/>
      </p:nvGrpSpPr>
      <p:grpSpPr>
        <a:xfrm>
          <a:off x="0" y="0"/>
          <a:ext cx="0" cy="0"/>
          <a:chOff x="0" y="0"/>
          <a:chExt cx="0" cy="0"/>
        </a:xfrm>
      </p:grpSpPr>
      <p:pic>
        <p:nvPicPr>
          <p:cNvPr id="5" name="圖片 4" descr="Japanese anime / manga illustration style, clean modern seinenleaning art, semirealistic proportions, expressive but restrained; aimed at 16yearold students — NOT childish, NOT chibi, NOT kawaii mascot style, NOT picturebook style; mature, stylish, intelligentlooking illustration. Scene: A split composition divided by a thin clean white vertical line down the middle, showing one continuous ground plane that forks into two diverging paths. On the left side, a teenage male student with short black hair, wearing a simple blazer uniform, stands hunched under the weight of an oversized backpack piled with three distinct heavy abstract burdens strapped together — a blocky tower shape resembling stacked server hardware, a tangled dense ball of cablelike lines, and a leaning stack of flat panel shapes resembling software modules. The ground beneath his feet is cracked and jagged, rendered in heavy navy tones, and his posture is strained, shoulders low, looking down at the fractured path with a tired, thoughtful expression. On the right side, a teenage female student with long black hair stands lightly upright with confident posture on a smooth, softly glowing platform shaped like a stylized rounded cloud silhouette that floats slightly above the ground, one hand extended back toward the male student in an inviting gesture. Her path is clean, open, and unobstructed, rendered in soft teal tones with a gentle upward incline suggesting ease and elevation. The two paths meet at a single fork point at the bottom center of the frame, visually connecting both figures within one unified ground.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Pure white FFFFFF background, completely plain — no texture, no pattern, no frame, no border, no drop shadow, no coloured backdrop. Subjects float on clean white space with generous negative space. Restrained colour palette: deep navy 1F3A5F for linework, darks, and the burdened left path; single accent colour teal 2A9D8F for the cloud platform and right path to signal a positive direction; plus soft neutral greys for secondary shading. Simple, uncluttered composition, one clear focal point at the central fork where both figures meet, readable silhouette, legible when projected in a classroom. Highquality editorial illustration, textbookquality, professional anime illustration.">
            <a:extLst>
              <a:ext uri="{FF2B5EF4-FFF2-40B4-BE49-F238E27FC236}">
                <a16:creationId xmlns:a16="http://schemas.microsoft.com/office/drawing/2014/main" id="{70ABE1FC-B7B9-2A19-FA31-351817E730D9}"/>
              </a:ext>
            </a:extLst>
          </p:cNvPr>
          <p:cNvPicPr>
            <a:picLocks noChangeAspect="1"/>
          </p:cNvPicPr>
          <p:nvPr/>
        </p:nvPicPr>
        <p:blipFill>
          <a:blip r:embed="rId2"/>
          <a:srcRect r="50194"/>
          <a:stretch>
            <a:fillRect/>
          </a:stretch>
        </p:blipFill>
        <p:spPr>
          <a:xfrm>
            <a:off x="711725" y="2965608"/>
            <a:ext cx="3444639" cy="3892392"/>
          </a:xfrm>
          <a:prstGeom prst="rect">
            <a:avLst/>
          </a:prstGeom>
        </p:spPr>
      </p:pic>
      <p:sp>
        <p:nvSpPr>
          <p:cNvPr id="2" name="Title 1">
            <a:extLst>
              <a:ext uri="{FF2B5EF4-FFF2-40B4-BE49-F238E27FC236}">
                <a16:creationId xmlns:a16="http://schemas.microsoft.com/office/drawing/2014/main" id="{6DA73BD8-E4BB-5A24-2BDE-FC1D66AA86E7}"/>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轉捩點 </a:t>
            </a:r>
            <a:r>
              <a:rPr lang="en-US" altLang="zh-TW" b="1">
                <a:latin typeface="DengXian" panose="02010600030101010101" pitchFamily="2" charset="-122"/>
                <a:ea typeface="DengXian" panose="02010600030101010101" pitchFamily="2" charset="-122"/>
              </a:rPr>
              <a:t>—— </a:t>
            </a:r>
            <a:r>
              <a:rPr lang="zh-TW" altLang="en-US" b="1">
                <a:latin typeface="DengXian" panose="02010600030101010101" pitchFamily="2" charset="-122"/>
                <a:ea typeface="DengXian" panose="02010600030101010101" pitchFamily="2" charset="-122"/>
              </a:rPr>
              <a:t>尋找更佳方案</a:t>
            </a:r>
          </a:p>
        </p:txBody>
      </p:sp>
      <p:sp>
        <p:nvSpPr>
          <p:cNvPr id="3" name="Content Placeholder 2">
            <a:extLst>
              <a:ext uri="{FF2B5EF4-FFF2-40B4-BE49-F238E27FC236}">
                <a16:creationId xmlns:a16="http://schemas.microsoft.com/office/drawing/2014/main" id="{152DDDD8-7F39-B47E-84B1-9DF665DCEDC6}"/>
              </a:ext>
            </a:extLst>
          </p:cNvPr>
          <p:cNvSpPr>
            <a:spLocks noGrp="1"/>
          </p:cNvSpPr>
          <p:nvPr>
            <p:ph idx="1"/>
          </p:nvPr>
        </p:nvSpPr>
        <p:spPr>
          <a:xfrm>
            <a:off x="1371600" y="2084429"/>
            <a:ext cx="9525000" cy="2074244"/>
          </a:xfrm>
        </p:spPr>
        <p:txBody>
          <a:bodyPr>
            <a:noAutofit/>
          </a:bodyPr>
          <a:lstStyle/>
          <a:p>
            <a:pPr marL="0" indent="0">
              <a:buNone/>
            </a:pPr>
            <a:r>
              <a:rPr lang="zh-TW" altLang="en-US">
                <a:latin typeface="DengXian" panose="02010600030101010101" pitchFamily="2" charset="-122"/>
                <a:ea typeface="DengXian" panose="02010600030101010101" pitchFamily="2" charset="-122"/>
              </a:rPr>
              <a:t>面對</a:t>
            </a:r>
            <a:r>
              <a:rPr lang="zh-TW" altLang="en-US" b="1">
                <a:latin typeface="DengXian" panose="02010600030101010101" pitchFamily="2" charset="-122"/>
                <a:ea typeface="DengXian" panose="02010600030101010101" pitchFamily="2" charset="-122"/>
              </a:rPr>
              <a:t>硬件</a:t>
            </a:r>
            <a:r>
              <a:rPr lang="zh-TW" altLang="en-US">
                <a:latin typeface="DengXian" panose="02010600030101010101" pitchFamily="2" charset="-122"/>
                <a:ea typeface="DengXian" panose="02010600030101010101" pitchFamily="2" charset="-122"/>
              </a:rPr>
              <a:t>、</a:t>
            </a:r>
            <a:r>
              <a:rPr lang="zh-TW" altLang="en-US" b="1">
                <a:latin typeface="DengXian" panose="02010600030101010101" pitchFamily="2" charset="-122"/>
                <a:ea typeface="DengXian" panose="02010600030101010101" pitchFamily="2" charset="-122"/>
              </a:rPr>
              <a:t>軟件</a:t>
            </a:r>
            <a:r>
              <a:rPr lang="zh-TW" altLang="en-US">
                <a:latin typeface="DengXian" panose="02010600030101010101" pitchFamily="2" charset="-122"/>
                <a:ea typeface="DengXian" panose="02010600030101010101" pitchFamily="2" charset="-122"/>
              </a:rPr>
              <a:t>及</a:t>
            </a:r>
            <a:r>
              <a:rPr lang="zh-TW" altLang="en-US" b="1">
                <a:latin typeface="DengXian" panose="02010600030101010101" pitchFamily="2" charset="-122"/>
                <a:ea typeface="DengXian" panose="02010600030101010101" pitchFamily="2" charset="-122"/>
              </a:rPr>
              <a:t>網絡管理</a:t>
            </a:r>
            <a:r>
              <a:rPr lang="zh-TW" altLang="en-US">
                <a:latin typeface="DengXian" panose="02010600030101010101" pitchFamily="2" charset="-122"/>
                <a:ea typeface="DengXian" panose="02010600030101010101" pitchFamily="2" charset="-122"/>
              </a:rPr>
              <a:t>三方面的挑戰，</a:t>
            </a:r>
            <a:endParaRPr lang="en-US" altLang="zh-TW">
              <a:latin typeface="DengXian" panose="02010600030101010101" pitchFamily="2" charset="-122"/>
              <a:ea typeface="DengXian" panose="02010600030101010101" pitchFamily="2" charset="-122"/>
            </a:endParaRPr>
          </a:p>
          <a:p>
            <a:pPr marL="0" indent="0">
              <a:buNone/>
            </a:pPr>
            <a:r>
              <a:rPr lang="zh-TW" altLang="en-US">
                <a:latin typeface="DengXian" panose="02010600030101010101" pitchFamily="2" charset="-122"/>
                <a:ea typeface="DengXian" panose="02010600030101010101" pitchFamily="2" charset="-122"/>
              </a:rPr>
              <a:t>公司開始思考：</a:t>
            </a:r>
            <a:r>
              <a:rPr lang="zh-TW" altLang="en-US" b="1">
                <a:solidFill>
                  <a:srgbClr val="0070C0"/>
                </a:solidFill>
                <a:latin typeface="DengXian" panose="02010600030101010101" pitchFamily="2" charset="-122"/>
                <a:ea typeface="DengXian" panose="02010600030101010101" pitchFamily="2" charset="-122"/>
              </a:rPr>
              <a:t>有沒有更好的方法呢</a:t>
            </a:r>
            <a:r>
              <a:rPr lang="en-US" altLang="zh-TW" b="1">
                <a:solidFill>
                  <a:srgbClr val="0070C0"/>
                </a:solidFill>
                <a:latin typeface="DengXian" panose="02010600030101010101" pitchFamily="2" charset="-122"/>
                <a:ea typeface="DengXian" panose="02010600030101010101" pitchFamily="2" charset="-122"/>
              </a:rPr>
              <a:t>?</a:t>
            </a:r>
          </a:p>
        </p:txBody>
      </p:sp>
      <p:sp>
        <p:nvSpPr>
          <p:cNvPr id="4" name="Slide Number Placeholder 3">
            <a:extLst>
              <a:ext uri="{FF2B5EF4-FFF2-40B4-BE49-F238E27FC236}">
                <a16:creationId xmlns:a16="http://schemas.microsoft.com/office/drawing/2014/main" id="{74FD74FF-E3EF-1C18-F595-BA8932B5F48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grpSp>
        <p:nvGrpSpPr>
          <p:cNvPr id="11" name="群組 10">
            <a:extLst>
              <a:ext uri="{FF2B5EF4-FFF2-40B4-BE49-F238E27FC236}">
                <a16:creationId xmlns:a16="http://schemas.microsoft.com/office/drawing/2014/main" id="{C94D8194-7C28-3BCA-31CB-4D7948E3E59F}"/>
              </a:ext>
            </a:extLst>
          </p:cNvPr>
          <p:cNvGrpSpPr/>
          <p:nvPr/>
        </p:nvGrpSpPr>
        <p:grpSpPr>
          <a:xfrm>
            <a:off x="4156364" y="3222546"/>
            <a:ext cx="8034064" cy="3635453"/>
            <a:chOff x="4156364" y="3222546"/>
            <a:chExt cx="8034064" cy="3635453"/>
          </a:xfrm>
        </p:grpSpPr>
        <p:pic>
          <p:nvPicPr>
            <p:cNvPr id="7" name="圖片 6" descr="Japanese anime / manga illustration style, clean modern seinenleaning art, semirealistic proportions, expressive but restrained; aimed at 16yearold students — NOT childish, NOT chibi, NOT kawaii mascot style, NOT picturebook style; mature, stylish, intelligentlooking illustration. Scene: A split composition divided by a thin clean white vertical line down the middle, showing one continuous ground plane that forks into two diverging paths. On the left side, a teenage male student with short black hair, wearing a simple blazer uniform, stands hunched under the weight of an oversized backpack piled with three distinct heavy abstract burdens strapped together — a blocky tower shape resembling stacked server hardware, a tangled dense ball of cablelike lines, and a leaning stack of flat panel shapes resembling software modules. The ground beneath his feet is cracked and jagged, rendered in heavy navy tones, and his posture is strained, shoulders low, looking down at the fractured path with a tired, thoughtful expression. On the right side, a teenage female student with long black hair stands lightly upright with confident posture on a smooth, softly glowing platform shaped like a stylized rounded cloud silhouette that floats slightly above the ground, one hand extended back toward the male student in an inviting gesture. Her path is clean, open, and unobstructed, rendered in soft teal tones with a gentle upward incline suggesting ease and elevation. The two paths meet at a single fork point at the bottom center of the frame, visually connecting both figures within one unified ground.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Pure white FFFFFF background, completely plain — no texture, no pattern, no frame, no border, no drop shadow, no coloured backdrop. Subjects float on clean white space with generous negative space. Restrained colour palette: deep navy 1F3A5F for linework, darks, and the burdened left path; single accent colour teal 2A9D8F for the cloud platform and right path to signal a positive direction; plus soft neutral greys for secondary shading. Simple, uncluttered composition, one clear focal point at the central fork where both figures meet, readable silhouette, legible when projected in a classroom. Highquality editorial illustration, textbookquality, professional anime illustration.">
              <a:extLst>
                <a:ext uri="{FF2B5EF4-FFF2-40B4-BE49-F238E27FC236}">
                  <a16:creationId xmlns:a16="http://schemas.microsoft.com/office/drawing/2014/main" id="{BC23052C-C05F-77FC-1B2C-8C358C605350}"/>
                </a:ext>
              </a:extLst>
            </p:cNvPr>
            <p:cNvPicPr>
              <a:picLocks noChangeAspect="1"/>
            </p:cNvPicPr>
            <p:nvPr/>
          </p:nvPicPr>
          <p:blipFill>
            <a:blip r:embed="rId2"/>
            <a:srcRect l="49806" t="6601"/>
            <a:stretch>
              <a:fillRect/>
            </a:stretch>
          </p:blipFill>
          <p:spPr>
            <a:xfrm>
              <a:off x="4156364" y="3222546"/>
              <a:ext cx="3471491" cy="3635453"/>
            </a:xfrm>
            <a:prstGeom prst="rect">
              <a:avLst/>
            </a:prstGeom>
          </p:spPr>
        </p:pic>
        <p:sp>
          <p:nvSpPr>
            <p:cNvPr id="9" name="文字方塊 8">
              <a:extLst>
                <a:ext uri="{FF2B5EF4-FFF2-40B4-BE49-F238E27FC236}">
                  <a16:creationId xmlns:a16="http://schemas.microsoft.com/office/drawing/2014/main" id="{0CC4EFD9-057E-01D7-A486-BF4663B2697E}"/>
                </a:ext>
              </a:extLst>
            </p:cNvPr>
            <p:cNvSpPr txBox="1"/>
            <p:nvPr/>
          </p:nvSpPr>
          <p:spPr>
            <a:xfrm>
              <a:off x="6096000" y="3635453"/>
              <a:ext cx="6094428" cy="523220"/>
            </a:xfrm>
            <a:prstGeom prst="rect">
              <a:avLst/>
            </a:prstGeom>
            <a:noFill/>
          </p:spPr>
          <p:txBody>
            <a:bodyPr wrap="square">
              <a:spAutoFit/>
            </a:bodyPr>
            <a:lstStyle/>
            <a:p>
              <a:r>
                <a:rPr lang="zh-TW" altLang="en-US" sz="2800">
                  <a:latin typeface="DengXian" panose="02010600030101010101" pitchFamily="2" charset="-122"/>
                  <a:ea typeface="DengXian" panose="02010600030101010101" pitchFamily="2" charset="-122"/>
                </a:rPr>
                <a:t>答案是</a:t>
              </a:r>
              <a:r>
                <a:rPr lang="zh-TW" altLang="en-US" sz="2800" b="1">
                  <a:solidFill>
                    <a:srgbClr val="FFCE2B"/>
                  </a:solidFill>
                  <a:latin typeface="DengXian" panose="02010600030101010101" pitchFamily="2" charset="-122"/>
                  <a:ea typeface="DengXian" panose="02010600030101010101" pitchFamily="2" charset="-122"/>
                </a:rPr>
                <a:t>雲計算（</a:t>
              </a:r>
              <a:r>
                <a:rPr lang="en-US" altLang="zh-TW" sz="2800" b="1">
                  <a:solidFill>
                    <a:srgbClr val="FFCE2B"/>
                  </a:solidFill>
                  <a:latin typeface="DengXian" panose="02010600030101010101" pitchFamily="2" charset="-122"/>
                  <a:ea typeface="DengXian" panose="02010600030101010101" pitchFamily="2" charset="-122"/>
                </a:rPr>
                <a:t>Cloud Computing</a:t>
              </a:r>
              <a:r>
                <a:rPr lang="zh-TW" altLang="en-US" sz="2800" b="1">
                  <a:solidFill>
                    <a:srgbClr val="FFCE2B"/>
                  </a:solidFill>
                  <a:latin typeface="DengXian" panose="02010600030101010101" pitchFamily="2" charset="-122"/>
                  <a:ea typeface="DengXian" panose="02010600030101010101" pitchFamily="2" charset="-122"/>
                </a:rPr>
                <a:t>）</a:t>
              </a:r>
            </a:p>
          </p:txBody>
        </p:sp>
      </p:grpSp>
    </p:spTree>
    <p:extLst>
      <p:ext uri="{BB962C8B-B14F-4D97-AF65-F5344CB8AC3E}">
        <p14:creationId xmlns:p14="http://schemas.microsoft.com/office/powerpoint/2010/main" val="388348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C6DB3-B1E5-5C51-A42A-BBC18D28A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1ACCC-4EF1-2069-2BAA-27E02ECA7DE3}"/>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雲計算的核心概念</a:t>
            </a:r>
          </a:p>
        </p:txBody>
      </p:sp>
      <p:sp>
        <p:nvSpPr>
          <p:cNvPr id="3" name="Content Placeholder 2">
            <a:extLst>
              <a:ext uri="{FF2B5EF4-FFF2-40B4-BE49-F238E27FC236}">
                <a16:creationId xmlns:a16="http://schemas.microsoft.com/office/drawing/2014/main" id="{772E289D-7BC1-941D-C9AC-AC23194EC841}"/>
              </a:ext>
            </a:extLst>
          </p:cNvPr>
          <p:cNvSpPr>
            <a:spLocks noGrp="1"/>
          </p:cNvSpPr>
          <p:nvPr>
            <p:ph idx="1"/>
          </p:nvPr>
        </p:nvSpPr>
        <p:spPr>
          <a:xfrm>
            <a:off x="1371600" y="2286000"/>
            <a:ext cx="3486727" cy="2074244"/>
          </a:xfrm>
        </p:spPr>
        <p:txBody>
          <a:bodyPr>
            <a:noAutofit/>
          </a:bodyPr>
          <a:lstStyle/>
          <a:p>
            <a:r>
              <a:rPr lang="zh-TW" altLang="en-US">
                <a:latin typeface="DengXian" panose="02010600030101010101" pitchFamily="2" charset="-122"/>
                <a:ea typeface="DengXian" panose="02010600030101010101" pitchFamily="2" charset="-122"/>
              </a:rPr>
              <a:t>你</a:t>
            </a:r>
            <a:r>
              <a:rPr lang="zh-TW" altLang="en-US" u="sng">
                <a:latin typeface="DengXian" panose="02010600030101010101" pitchFamily="2" charset="-122"/>
                <a:ea typeface="DengXian" panose="02010600030101010101" pitchFamily="2" charset="-122"/>
              </a:rPr>
              <a:t>毋須擁有實體電腦資源設備</a:t>
            </a:r>
          </a:p>
          <a:p>
            <a:r>
              <a:rPr lang="zh-TW" altLang="en-US">
                <a:latin typeface="DengXian" panose="02010600030101010101" pitchFamily="2" charset="-122"/>
                <a:ea typeface="DengXian" panose="02010600030101010101" pitchFamily="2" charset="-122"/>
              </a:rPr>
              <a:t>改以</a:t>
            </a:r>
            <a:r>
              <a:rPr lang="zh-TW" altLang="en-US" u="sng">
                <a:latin typeface="DengXian" panose="02010600030101010101" pitchFamily="2" charset="-122"/>
                <a:ea typeface="DengXian" panose="02010600030101010101" pitchFamily="2" charset="-122"/>
              </a:rPr>
              <a:t>租用方式</a:t>
            </a:r>
            <a:r>
              <a:rPr lang="zh-TW" altLang="en-US">
                <a:latin typeface="DengXian" panose="02010600030101010101" pitchFamily="2" charset="-122"/>
                <a:ea typeface="DengXian" panose="02010600030101010101" pitchFamily="2" charset="-122"/>
              </a:rPr>
              <a:t>，向雲端服務供應商取得所需資源</a:t>
            </a:r>
          </a:p>
          <a:p>
            <a:r>
              <a:rPr lang="zh-TW" altLang="en-US" b="1">
                <a:latin typeface="DengXian" panose="02010600030101010101" pitchFamily="2" charset="-122"/>
                <a:ea typeface="DengXian" panose="02010600030101010101" pitchFamily="2" charset="-122"/>
              </a:rPr>
              <a:t>由供應商負責</a:t>
            </a:r>
            <a:r>
              <a:rPr lang="zh-TW" altLang="en-US" u="sng">
                <a:latin typeface="DengXian" panose="02010600030101010101" pitchFamily="2" charset="-122"/>
                <a:ea typeface="DengXian" panose="02010600030101010101" pitchFamily="2" charset="-122"/>
              </a:rPr>
              <a:t>硬件維護、系統更新及網絡基礎建設</a:t>
            </a:r>
          </a:p>
        </p:txBody>
      </p:sp>
      <p:sp>
        <p:nvSpPr>
          <p:cNvPr id="4" name="Slide Number Placeholder 3">
            <a:extLst>
              <a:ext uri="{FF2B5EF4-FFF2-40B4-BE49-F238E27FC236}">
                <a16:creationId xmlns:a16="http://schemas.microsoft.com/office/drawing/2014/main" id="{C14587FD-38D1-6938-F075-0400A5DD53B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pic>
        <p:nvPicPr>
          <p:cNvPr id="5" name="圖片 4" descr="Flat vector illustration, minimalist, simple, textbookquality style, 16:9 landscape composition, pure white FFFFFF background, completely plain with no texture, no pattern, no frame, no shadow, no coloured background panels. Layout: lefttoright contrast with a transformation arrow, plus branching connections to a responsibility list. On the left side, an icon of a physical server rack/tower is placed with the label &quot;自行擁有設備&quot; beneath it. A single bold thinline arrow points from this left icon toward the right side, indicating a shift. On the right side, an icon of a simple cloud shape is placed with the label &quot;租用雲端資源&quot; beneath it. A thin vertical divider line separates the left and right halves. From the cloud icon on the right, three thin connecting lines branch downward and outward to three small responsibility nodes arranged in a row beneath the cloud, each with its own small thinline icon and label: &quot;硬件維護&quot; wrench icon, &quot;系統更新&quot; refresh/update icon, &quot;網絡建設&quot; network/signal icon. These three nodes should visually appear as being provided by the cloud/supplier side. All text must be in Traditional Chinese 繁體中文, formal written style, using a sansserif Traditional Chinese typeface Noto Sans TC style with clear and correct character strokes. No Simplified Chinese, no English, no Japanese text anywhere. Icons: thin 2px line icons, simple, easy to understand, one icon per item only. Colour: white background; text in deep navy 1F3A5F; one accent colour only — teal 2A9D8F for the transformation arrow, connecting lines, cloud icon, and responsibility icons, since this is a neutral/informative theme. Composition: generous white space, evenly spaced, perfectly aligned, no gradients, no 3D effects, no clutter, no title, no heading, no caption. Highly legible when projected in a classroom.">
            <a:extLst>
              <a:ext uri="{FF2B5EF4-FFF2-40B4-BE49-F238E27FC236}">
                <a16:creationId xmlns:a16="http://schemas.microsoft.com/office/drawing/2014/main" id="{BE579B6A-54FE-A0C4-DBAB-8F70CB08DD53}"/>
              </a:ext>
            </a:extLst>
          </p:cNvPr>
          <p:cNvPicPr>
            <a:picLocks noChangeAspect="1"/>
          </p:cNvPicPr>
          <p:nvPr/>
        </p:nvPicPr>
        <p:blipFill>
          <a:blip r:embed="rId2"/>
          <a:srcRect l="8183" t="8632" r="7879" b="8900"/>
          <a:stretch>
            <a:fillRect/>
          </a:stretch>
        </p:blipFill>
        <p:spPr>
          <a:xfrm>
            <a:off x="5828145" y="2286000"/>
            <a:ext cx="5745020" cy="3173241"/>
          </a:xfrm>
          <a:prstGeom prst="rect">
            <a:avLst/>
          </a:prstGeom>
        </p:spPr>
      </p:pic>
    </p:spTree>
    <p:extLst>
      <p:ext uri="{BB962C8B-B14F-4D97-AF65-F5344CB8AC3E}">
        <p14:creationId xmlns:p14="http://schemas.microsoft.com/office/powerpoint/2010/main" val="2277835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337A2-FD00-E386-6D14-C0868F6032C7}"/>
            </a:ext>
          </a:extLst>
        </p:cNvPr>
        <p:cNvGrpSpPr/>
        <p:nvPr/>
      </p:nvGrpSpPr>
      <p:grpSpPr>
        <a:xfrm>
          <a:off x="0" y="0"/>
          <a:ext cx="0" cy="0"/>
          <a:chOff x="0" y="0"/>
          <a:chExt cx="0" cy="0"/>
        </a:xfrm>
      </p:grpSpPr>
      <p:pic>
        <p:nvPicPr>
          <p:cNvPr id="5" name="圖片 4" descr="Flat vector illustration, minimalist, simple, textbookquality style, 16:9 landscape composition, pure white FFFFFF background, completely plain with no texture, no pattern, no frame, no shadow, no coloured background panels. Layout: threepanel horizontal flow connected by arrows, showing a problem being resolved by a cloud advantage. Panel 1 leftmost: a small icon of a large coin stack with a warning mark, labeled &quot;前期投資龐大&quot;, drawn in amberorange E76F51 to visually echo the earlier hardwaremanagement problem. A thin teal arrow points from Panel 1 to Panel 2, with a small checkmark icon on the arrow indicating resolution. Panel 2 middle: an icon of a usage meter or dial, labeled &quot;即用即付&quot;, drawn in teal 2A9D8F. A second thin teal arrow points from Panel 2 to Panel 3. Panel 3 rightmost: two small icons side by side — a calculator/scale icon and a brokenchain icon representing removal of fixed cost — with two short labels stacked beneath them: &quot;按量計費&quot; and &quot;免固定成本&quot;. All text must be in Traditional Chinese 繁體中文, formal written style, using a sansserif Traditional Chinese typeface Noto Sans TC style with clear and correct character strokes. No Simplified Chinese, no English, no Japanese text anywhere. Icons: thin 2px line icons, simple, easy to understand, one icon per item only. Colour: white background; text in deep navy 1F3A5F; two accent colours used deliberately — amberorange E76F51 only for the Panel 1 problem icon and label referencing the earlier risk, and teal 2A9D8F for all arrows, the Panel 2 solution icon, and Panel 3 icons/labels, since the overall theme is a positive resolution. Composition: generous white space, evenly spaced, perfectly aligned, no gradients, no 3D effects, no clutter, no title, no heading, no caption. Highly legible when projected in a classroom.">
            <a:extLst>
              <a:ext uri="{FF2B5EF4-FFF2-40B4-BE49-F238E27FC236}">
                <a16:creationId xmlns:a16="http://schemas.microsoft.com/office/drawing/2014/main" id="{F01D154F-6214-6A44-03FE-0173644BD8E9}"/>
              </a:ext>
            </a:extLst>
          </p:cNvPr>
          <p:cNvPicPr>
            <a:picLocks noChangeAspect="1"/>
          </p:cNvPicPr>
          <p:nvPr/>
        </p:nvPicPr>
        <p:blipFill>
          <a:blip r:embed="rId2"/>
          <a:srcRect t="25318" b="34333"/>
          <a:stretch>
            <a:fillRect/>
          </a:stretch>
        </p:blipFill>
        <p:spPr>
          <a:xfrm>
            <a:off x="1092199" y="3971706"/>
            <a:ext cx="9144000" cy="2074244"/>
          </a:xfrm>
          <a:prstGeom prst="rect">
            <a:avLst/>
          </a:prstGeom>
        </p:spPr>
      </p:pic>
      <p:sp>
        <p:nvSpPr>
          <p:cNvPr id="2" name="Title 1">
            <a:extLst>
              <a:ext uri="{FF2B5EF4-FFF2-40B4-BE49-F238E27FC236}">
                <a16:creationId xmlns:a16="http://schemas.microsoft.com/office/drawing/2014/main" id="{F6733184-1905-0720-2399-ABD681A38701}"/>
              </a:ext>
            </a:extLst>
          </p:cNvPr>
          <p:cNvSpPr>
            <a:spLocks noGrp="1"/>
          </p:cNvSpPr>
          <p:nvPr>
            <p:ph type="title"/>
          </p:nvPr>
        </p:nvSpPr>
        <p:spPr>
          <a:xfrm>
            <a:off x="1092199" y="676563"/>
            <a:ext cx="10656455" cy="1485900"/>
          </a:xfrm>
        </p:spPr>
        <p:txBody>
          <a:bodyPr/>
          <a:lstStyle/>
          <a:p>
            <a:r>
              <a:rPr lang="zh-TW" altLang="en-US" b="1">
                <a:latin typeface="DengXian" panose="02010600030101010101" pitchFamily="2" charset="-122"/>
                <a:ea typeface="DengXian" panose="02010600030101010101" pitchFamily="2" charset="-122"/>
              </a:rPr>
              <a:t>優勢一 即用即付</a:t>
            </a:r>
            <a:endParaRPr lang="zh-TW" altLang="en-US" sz="3000"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460EAA73-7717-F0B4-9A99-84F40322C8DB}"/>
              </a:ext>
            </a:extLst>
          </p:cNvPr>
          <p:cNvSpPr>
            <a:spLocks noGrp="1"/>
          </p:cNvSpPr>
          <p:nvPr>
            <p:ph idx="1"/>
          </p:nvPr>
        </p:nvSpPr>
        <p:spPr>
          <a:xfrm>
            <a:off x="1333500" y="2391878"/>
            <a:ext cx="9525000" cy="2074244"/>
          </a:xfrm>
        </p:spPr>
        <p:txBody>
          <a:bodyPr vert="horz" lIns="91440" tIns="45720" rIns="91440" bIns="45720" rtlCol="0" anchor="t">
            <a:noAutofit/>
          </a:bodyPr>
          <a:lstStyle/>
          <a:p>
            <a:r>
              <a:rPr lang="zh-TW" altLang="en-US" u="sng">
                <a:latin typeface="DengXian" panose="02010600030101010101" pitchFamily="2" charset="-122"/>
                <a:ea typeface="DengXian" panose="02010600030101010101" pitchFamily="2" charset="-122"/>
              </a:rPr>
              <a:t>用量多少，收費相應計算</a:t>
            </a:r>
            <a:r>
              <a:rPr lang="zh-TW" altLang="en-US">
                <a:latin typeface="DengXian" panose="02010600030101010101" pitchFamily="2" charset="-122"/>
                <a:ea typeface="DengXian" panose="02010600030101010101" pitchFamily="2" charset="-122"/>
              </a:rPr>
              <a:t>，毋須預先承擔龐大固定成本</a:t>
            </a:r>
          </a:p>
          <a:p>
            <a:pPr marL="383540" indent="-383540"/>
            <a:r>
              <a:rPr lang="zh-TW" altLang="en-US">
                <a:latin typeface="DengXian"/>
                <a:ea typeface="DengXian"/>
                <a:cs typeface="Helvetica"/>
              </a:rPr>
              <a:t>有效解決</a:t>
            </a:r>
            <a:r>
              <a:rPr lang="zh-TW" altLang="en-US" b="1">
                <a:latin typeface="DengXian"/>
                <a:ea typeface="DengXian"/>
                <a:cs typeface="Helvetica"/>
              </a:rPr>
              <a:t>硬件管理</a:t>
            </a:r>
            <a:r>
              <a:rPr lang="zh-TW" altLang="en-US">
                <a:latin typeface="DengXian"/>
                <a:ea typeface="DengXian"/>
                <a:cs typeface="Helvetica"/>
              </a:rPr>
              <a:t>中</a:t>
            </a:r>
            <a:r>
              <a:rPr lang="zh-TW" altLang="en-US" u="sng">
                <a:latin typeface="DengXian"/>
                <a:ea typeface="DengXian"/>
                <a:cs typeface="Helvetica"/>
              </a:rPr>
              <a:t>前期硬件投資龐大</a:t>
            </a:r>
            <a:r>
              <a:rPr lang="zh-TW" altLang="en-US">
                <a:latin typeface="DengXian"/>
                <a:ea typeface="DengXian"/>
                <a:cs typeface="Helvetica"/>
              </a:rPr>
              <a:t>，</a:t>
            </a:r>
            <a:r>
              <a:rPr lang="zh-TW" altLang="en-US" u="sng">
                <a:latin typeface="DengXian"/>
                <a:ea typeface="DengXian"/>
                <a:cs typeface="Helvetica"/>
              </a:rPr>
              <a:t>公司伺服器效能跟不上業務拓展的速度</a:t>
            </a:r>
            <a:r>
              <a:rPr lang="zh-TW" altLang="en-US">
                <a:latin typeface="DengXian"/>
                <a:ea typeface="DengXian"/>
                <a:cs typeface="Helvetica"/>
              </a:rPr>
              <a:t>，需要</a:t>
            </a:r>
            <a:r>
              <a:rPr lang="zh-TW" altLang="en-US" u="sng">
                <a:latin typeface="DengXian"/>
                <a:ea typeface="DengXian"/>
                <a:cs typeface="Helvetica"/>
              </a:rPr>
              <a:t>經常更換硬件</a:t>
            </a:r>
            <a:r>
              <a:rPr lang="zh-TW" altLang="en-US">
                <a:latin typeface="DengXian"/>
                <a:ea typeface="DengXian"/>
                <a:cs typeface="Helvetica"/>
              </a:rPr>
              <a:t>等問題</a:t>
            </a:r>
            <a:endParaRPr lang="en-US" altLang="zh-TW">
              <a:latin typeface="DengXian"/>
              <a:ea typeface="DengXian"/>
              <a:cs typeface="Helvetica"/>
            </a:endParaRPr>
          </a:p>
          <a:p>
            <a:endParaRPr lang="zh-TW" altLang="en-US">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179B29F1-6E73-9DEB-4572-F6BC1F3224F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038779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5FCE2-9A70-3409-64BA-B60EF54B5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85F96-47D0-04AE-092E-490EA5A1F4C8}"/>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優勢二 彈性靈活</a:t>
            </a:r>
          </a:p>
        </p:txBody>
      </p:sp>
      <p:sp>
        <p:nvSpPr>
          <p:cNvPr id="3" name="Content Placeholder 2">
            <a:extLst>
              <a:ext uri="{FF2B5EF4-FFF2-40B4-BE49-F238E27FC236}">
                <a16:creationId xmlns:a16="http://schemas.microsoft.com/office/drawing/2014/main" id="{F9E11E11-0DEA-3D49-0ADD-AA88BB8140AE}"/>
              </a:ext>
            </a:extLst>
          </p:cNvPr>
          <p:cNvSpPr>
            <a:spLocks noGrp="1"/>
          </p:cNvSpPr>
          <p:nvPr>
            <p:ph idx="1"/>
          </p:nvPr>
        </p:nvSpPr>
        <p:spPr>
          <a:xfrm>
            <a:off x="1371600" y="2286000"/>
            <a:ext cx="9525000" cy="2074244"/>
          </a:xfrm>
        </p:spPr>
        <p:txBody>
          <a:bodyPr>
            <a:noAutofit/>
          </a:bodyPr>
          <a:lstStyle/>
          <a:p>
            <a:r>
              <a:rPr lang="zh-TW" altLang="en-US">
                <a:latin typeface="DengXian" panose="02010600030101010101" pitchFamily="2" charset="-122"/>
                <a:ea typeface="DengXian" panose="02010600030101010101" pitchFamily="2" charset="-122"/>
              </a:rPr>
              <a:t>雲端伺服器可</a:t>
            </a:r>
            <a:r>
              <a:rPr lang="zh-TW" altLang="en-US" u="sng">
                <a:latin typeface="DengXian" panose="02010600030101010101" pitchFamily="2" charset="-122"/>
                <a:ea typeface="DengXian" panose="02010600030101010101" pitchFamily="2" charset="-122"/>
              </a:rPr>
              <a:t>隨時啟動</a:t>
            </a:r>
            <a:r>
              <a:rPr lang="zh-TW" altLang="en-US">
                <a:latin typeface="DengXian" panose="02010600030101010101" pitchFamily="2" charset="-122"/>
                <a:ea typeface="DengXian" panose="02010600030101010101" pitchFamily="2" charset="-122"/>
              </a:rPr>
              <a:t>或</a:t>
            </a:r>
            <a:r>
              <a:rPr lang="zh-TW" altLang="en-US" u="sng">
                <a:latin typeface="DengXian" panose="02010600030101010101" pitchFamily="2" charset="-122"/>
                <a:ea typeface="DengXian" panose="02010600030101010101" pitchFamily="2" charset="-122"/>
              </a:rPr>
              <a:t>停用</a:t>
            </a:r>
          </a:p>
          <a:p>
            <a:r>
              <a:rPr lang="zh-TW" altLang="en-US">
                <a:latin typeface="DengXian" panose="02010600030101010101" pitchFamily="2" charset="-122"/>
                <a:ea typeface="DengXian" panose="02010600030101010101" pitchFamily="2" charset="-122"/>
              </a:rPr>
              <a:t>甚至</a:t>
            </a:r>
            <a:r>
              <a:rPr lang="zh-TW" altLang="en-US" u="sng">
                <a:latin typeface="DengXian" panose="02010600030101010101" pitchFamily="2" charset="-122"/>
                <a:ea typeface="DengXian" panose="02010600030101010101" pitchFamily="2" charset="-122"/>
              </a:rPr>
              <a:t>可僅租用一天的運算資源</a:t>
            </a:r>
          </a:p>
          <a:p>
            <a:r>
              <a:rPr lang="zh-TW" altLang="en-US">
                <a:latin typeface="DengXian" panose="02010600030101010101" pitchFamily="2" charset="-122"/>
                <a:ea typeface="DengXian" panose="02010600030101010101" pitchFamily="2" charset="-122"/>
              </a:rPr>
              <a:t>毋須因短期需求而作出長期投資</a:t>
            </a:r>
          </a:p>
        </p:txBody>
      </p:sp>
      <p:sp>
        <p:nvSpPr>
          <p:cNvPr id="4" name="Slide Number Placeholder 3">
            <a:extLst>
              <a:ext uri="{FF2B5EF4-FFF2-40B4-BE49-F238E27FC236}">
                <a16:creationId xmlns:a16="http://schemas.microsoft.com/office/drawing/2014/main" id="{FD7642D1-7C72-12EA-665C-6A4278D5C86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pic>
        <p:nvPicPr>
          <p:cNvPr id="5" name="圖片 4" descr="Flat vector illustration, minimalist, simple, textbookquality style, 16:9 landscape composition, pure white FFFFFF background, completely plain with no texture, no pattern, no frame, no shadow, no coloured background panels. Layout: threepanel horizontal flow connected by arrows, showing a causeandeffect progression of flexibility. Panel 1 leftmost: an icon of a power on/off toggle switch, labeled &quot;隨時啟停伺服器&quot;. A thin teal arrow points from Panel 1 to Panel 2. Panel 2 middle: an icon of a single calendar day highlighted representing a oneday rental, labeled &quot;僅租一天資源&quot;. A second thin teal arrow points from Panel 2 to Panel 3. Panel 3 rightmost: an icon of an open padlock or a broken chain link representing no longterm commitment, labeled &quot;免長期投資&quot;. All text must be in Traditional Chinese 繁體中文, formal written style, using a sansserif Traditional Chinese typeface Noto Sans TC style with clear and correct character strokes. No Simplified Chinese, no English, no Japanese text anywhere. Icons: thin 2px line icons, simple, easy to understand, one icon per item only. Colour: white background; text in deep navy 1F3A5F; one accent colour only — teal 2A9D8F for the arrows and all three icons, since this is a positive/neutral advantage theme. Composition: generous white space, evenly spaced, perfectly aligned, no gradients, no 3D effects, no clutter, no title, no heading, no caption. Highly legible when projected in a classroom.">
            <a:extLst>
              <a:ext uri="{FF2B5EF4-FFF2-40B4-BE49-F238E27FC236}">
                <a16:creationId xmlns:a16="http://schemas.microsoft.com/office/drawing/2014/main" id="{856968DC-2F48-BC86-504E-661E6AD0B68D}"/>
              </a:ext>
            </a:extLst>
          </p:cNvPr>
          <p:cNvPicPr>
            <a:picLocks noChangeAspect="1"/>
          </p:cNvPicPr>
          <p:nvPr/>
        </p:nvPicPr>
        <p:blipFill>
          <a:blip r:embed="rId2"/>
          <a:srcRect l="2524" t="25498" r="5859" b="31930"/>
          <a:stretch>
            <a:fillRect/>
          </a:stretch>
        </p:blipFill>
        <p:spPr>
          <a:xfrm>
            <a:off x="1295400" y="4059713"/>
            <a:ext cx="8377383" cy="2188544"/>
          </a:xfrm>
          <a:prstGeom prst="rect">
            <a:avLst/>
          </a:prstGeom>
        </p:spPr>
      </p:pic>
    </p:spTree>
    <p:extLst>
      <p:ext uri="{BB962C8B-B14F-4D97-AF65-F5344CB8AC3E}">
        <p14:creationId xmlns:p14="http://schemas.microsoft.com/office/powerpoint/2010/main" val="4162993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413A9-2041-F5E0-3B92-63409519F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D1C4D-7EA9-37E2-565B-610E86FBEE67}"/>
              </a:ext>
            </a:extLst>
          </p:cNvPr>
          <p:cNvSpPr>
            <a:spLocks noGrp="1"/>
          </p:cNvSpPr>
          <p:nvPr>
            <p:ph type="title"/>
          </p:nvPr>
        </p:nvSpPr>
        <p:spPr>
          <a:xfrm>
            <a:off x="1353536" y="673605"/>
            <a:ext cx="9601200" cy="1485900"/>
          </a:xfrm>
        </p:spPr>
        <p:txBody>
          <a:bodyPr/>
          <a:lstStyle/>
          <a:p>
            <a:r>
              <a:rPr lang="zh-TW" altLang="en-US" b="1">
                <a:latin typeface="DengXian" panose="02010600030101010101" pitchFamily="2" charset="-122"/>
                <a:ea typeface="DengXian" panose="02010600030101010101" pitchFamily="2" charset="-122"/>
              </a:rPr>
              <a:t>優勢三 規模可伸縮</a:t>
            </a:r>
          </a:p>
        </p:txBody>
      </p:sp>
      <p:sp>
        <p:nvSpPr>
          <p:cNvPr id="3" name="Content Placeholder 2">
            <a:extLst>
              <a:ext uri="{FF2B5EF4-FFF2-40B4-BE49-F238E27FC236}">
                <a16:creationId xmlns:a16="http://schemas.microsoft.com/office/drawing/2014/main" id="{E1E68897-CE9D-46A7-0D12-E26373A96CD6}"/>
              </a:ext>
            </a:extLst>
          </p:cNvPr>
          <p:cNvSpPr>
            <a:spLocks noGrp="1"/>
          </p:cNvSpPr>
          <p:nvPr>
            <p:ph idx="1"/>
          </p:nvPr>
        </p:nvSpPr>
        <p:spPr>
          <a:xfrm>
            <a:off x="1353535" y="1992261"/>
            <a:ext cx="10662973" cy="2074244"/>
          </a:xfrm>
        </p:spPr>
        <p:txBody>
          <a:bodyPr>
            <a:noAutofit/>
          </a:bodyPr>
          <a:lstStyle/>
          <a:p>
            <a:r>
              <a:rPr lang="zh-TW" altLang="en-US">
                <a:latin typeface="DengXian" panose="02010600030101010101" pitchFamily="2" charset="-122"/>
                <a:ea typeface="DengXian" panose="02010600030101010101" pitchFamily="2" charset="-122"/>
              </a:rPr>
              <a:t>企業可因應業務需求變化，</a:t>
            </a:r>
            <a:r>
              <a:rPr lang="zh-TW" altLang="en-US" u="sng">
                <a:latin typeface="DengXian" panose="02010600030101010101" pitchFamily="2" charset="-122"/>
                <a:ea typeface="DengXian" panose="02010600030101010101" pitchFamily="2" charset="-122"/>
              </a:rPr>
              <a:t>輕鬆擴大或縮小雲端資源規模</a:t>
            </a:r>
          </a:p>
          <a:p>
            <a:r>
              <a:rPr lang="zh-TW" altLang="en-US">
                <a:latin typeface="DengXian" panose="02010600030101010101" pitchFamily="2" charset="-122"/>
                <a:ea typeface="DengXian" panose="02010600030101010101" pitchFamily="2" charset="-122"/>
              </a:rPr>
              <a:t>例如：年結期間</a:t>
            </a:r>
            <a:r>
              <a:rPr lang="zh-TW" altLang="en-US" u="sng">
                <a:latin typeface="DengXian" panose="02010600030101010101" pitchFamily="2" charset="-122"/>
                <a:ea typeface="DengXian" panose="02010600030101010101" pitchFamily="2" charset="-122"/>
              </a:rPr>
              <a:t>業務繁忙</a:t>
            </a:r>
            <a:r>
              <a:rPr lang="zh-TW" altLang="en-US">
                <a:latin typeface="DengXian" panose="02010600030101010101" pitchFamily="2" charset="-122"/>
                <a:ea typeface="DengXian" panose="02010600030101010101" pitchFamily="2" charset="-122"/>
              </a:rPr>
              <a:t>可</a:t>
            </a:r>
            <a:r>
              <a:rPr lang="zh-TW" altLang="en-US" b="1" u="sng">
                <a:latin typeface="DengXian" panose="02010600030101010101" pitchFamily="2" charset="-122"/>
                <a:ea typeface="DengXian" panose="02010600030101010101" pitchFamily="2" charset="-122"/>
              </a:rPr>
              <a:t>調高資源用量</a:t>
            </a:r>
            <a:r>
              <a:rPr lang="zh-TW" altLang="en-US">
                <a:latin typeface="DengXian" panose="02010600030101010101" pitchFamily="2" charset="-122"/>
                <a:ea typeface="DengXian" panose="02010600030101010101" pitchFamily="2" charset="-122"/>
              </a:rPr>
              <a:t>；</a:t>
            </a:r>
            <a:r>
              <a:rPr lang="zh-TW" altLang="en-US" u="sng">
                <a:latin typeface="DengXian" panose="02010600030101010101" pitchFamily="2" charset="-122"/>
                <a:ea typeface="DengXian" panose="02010600030101010101" pitchFamily="2" charset="-122"/>
              </a:rPr>
              <a:t>淡季時</a:t>
            </a:r>
            <a:r>
              <a:rPr lang="zh-TW" altLang="en-US">
                <a:latin typeface="DengXian" panose="02010600030101010101" pitchFamily="2" charset="-122"/>
                <a:ea typeface="DengXian" panose="02010600030101010101" pitchFamily="2" charset="-122"/>
              </a:rPr>
              <a:t>則可</a:t>
            </a:r>
            <a:r>
              <a:rPr lang="zh-TW" altLang="en-US" b="1" u="sng">
                <a:latin typeface="DengXian" panose="02010600030101010101" pitchFamily="2" charset="-122"/>
                <a:ea typeface="DengXian" panose="02010600030101010101" pitchFamily="2" charset="-122"/>
              </a:rPr>
              <a:t>相應調低</a:t>
            </a:r>
          </a:p>
          <a:p>
            <a:r>
              <a:rPr lang="zh-TW" altLang="en-US">
                <a:latin typeface="DengXian" panose="02010600030101010101" pitchFamily="2" charset="-122"/>
                <a:ea typeface="DengXian" panose="02010600030101010101" pitchFamily="2" charset="-122"/>
              </a:rPr>
              <a:t>解決投資難以配合需求波動的問題</a:t>
            </a:r>
          </a:p>
        </p:txBody>
      </p:sp>
      <p:sp>
        <p:nvSpPr>
          <p:cNvPr id="4" name="Slide Number Placeholder 3">
            <a:extLst>
              <a:ext uri="{FF2B5EF4-FFF2-40B4-BE49-F238E27FC236}">
                <a16:creationId xmlns:a16="http://schemas.microsoft.com/office/drawing/2014/main" id="{AD50FCF3-12D5-9507-03B1-D1F190BF783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pic>
        <p:nvPicPr>
          <p:cNvPr id="5" name="Picture 2" descr="Great Questions on Scalability – {Dotnet}.Share(knowledge)">
            <a:extLst>
              <a:ext uri="{FF2B5EF4-FFF2-40B4-BE49-F238E27FC236}">
                <a16:creationId xmlns:a16="http://schemas.microsoft.com/office/drawing/2014/main" id="{79BAEDA7-86C2-CD8C-5EAA-A0ECA6804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2468" y="4187152"/>
            <a:ext cx="4789133" cy="1761166"/>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73B5175E-13FD-0180-1389-02E8EF05738F}"/>
              </a:ext>
            </a:extLst>
          </p:cNvPr>
          <p:cNvSpPr txBox="1">
            <a:spLocks/>
          </p:cNvSpPr>
          <p:nvPr/>
        </p:nvSpPr>
        <p:spPr>
          <a:xfrm>
            <a:off x="3354968" y="6202989"/>
            <a:ext cx="1722837" cy="404614"/>
          </a:xfrm>
          <a:prstGeom prst="rect">
            <a:avLst/>
          </a:prstGeom>
        </p:spPr>
        <p:txBody>
          <a:bodyPr vert="horz" lIns="91440" tIns="45720" rIns="91440" bIns="45720" rtlCol="0" anchor="b">
            <a:noAutofit/>
          </a:bodyPr>
          <a:lstStyle>
            <a:lvl1pPr marL="0" indent="0" algn="l" defTabSz="914400" rtl="0" eaLnBrk="1" latinLnBrk="0" hangingPunct="1">
              <a:lnSpc>
                <a:spcPct val="84000"/>
              </a:lnSpc>
              <a:spcBef>
                <a:spcPts val="0"/>
              </a:spcBef>
              <a:spcAft>
                <a:spcPts val="0"/>
              </a:spcAft>
              <a:buFont typeface="Franklin Gothic Book" panose="020B0503020102020204" pitchFamily="34" charset="0"/>
              <a:buNone/>
              <a:defRPr sz="3000" b="0" i="0" kern="1200" baseline="0">
                <a:solidFill>
                  <a:schemeClr val="tx2"/>
                </a:solidFill>
                <a:latin typeface="Helvetica" pitchFamily="2" charset="0"/>
                <a:ea typeface="Noto Sans SC Medium" panose="020B0600000000000000" pitchFamily="34" charset="-128"/>
                <a:cs typeface="Helvetica" pitchFamily="2" charset="0"/>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b="1" i="0" kern="1200" baseline="0">
                <a:solidFill>
                  <a:srgbClr val="42413D"/>
                </a:solidFill>
                <a:latin typeface="Helvetica" pitchFamily="2" charset="0"/>
                <a:ea typeface="Noto Sans SC Medium" panose="020B0600000000000000" pitchFamily="34" charset="-128"/>
                <a:cs typeface="Helvetica" pitchFamily="2" charset="0"/>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b="1" i="0" kern="1200" baseline="0">
                <a:solidFill>
                  <a:srgbClr val="42413D"/>
                </a:solidFill>
                <a:latin typeface="Helvetica" pitchFamily="2" charset="0"/>
                <a:ea typeface="Noto Sans SC Medium" panose="020B0600000000000000" pitchFamily="34" charset="-128"/>
                <a:cs typeface="Helvetica" pitchFamily="2" charset="0"/>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9pPr>
          </a:lstStyle>
          <a:p>
            <a:pPr lvl="0" algn="ctr">
              <a:lnSpc>
                <a:spcPct val="110000"/>
              </a:lnSpc>
            </a:pPr>
            <a:r>
              <a:rPr kumimoji="0" lang="en-US" altLang="zh-TW"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rPr>
              <a:t>1</a:t>
            </a:r>
            <a:r>
              <a:rPr lang="zh-TW" altLang="en-US" sz="2000" b="1">
                <a:solidFill>
                  <a:srgbClr val="373545"/>
                </a:solidFill>
                <a:latin typeface="DengXian" panose="02010600030101010101" pitchFamily="2" charset="-122"/>
                <a:ea typeface="DengXian" panose="02010600030101010101" pitchFamily="2" charset="-122"/>
              </a:rPr>
              <a:t>台服務器</a:t>
            </a:r>
            <a:endParaRPr lang="en-US" altLang="zh-TW" sz="2000" b="1">
              <a:solidFill>
                <a:srgbClr val="373545"/>
              </a:solidFill>
              <a:latin typeface="DengXian" panose="02010600030101010101" pitchFamily="2" charset="-122"/>
              <a:ea typeface="DengXian" panose="02010600030101010101" pitchFamily="2" charset="-122"/>
            </a:endParaRPr>
          </a:p>
          <a:p>
            <a:pPr lvl="0" algn="ctr">
              <a:lnSpc>
                <a:spcPct val="110000"/>
              </a:lnSpc>
            </a:pPr>
            <a:r>
              <a:rPr lang="zh-TW" altLang="en-US" sz="2000" b="1">
                <a:solidFill>
                  <a:srgbClr val="373545"/>
                </a:solidFill>
                <a:latin typeface="DengXian" panose="02010600030101010101" pitchFamily="2" charset="-122"/>
                <a:ea typeface="DengXian" panose="02010600030101010101" pitchFamily="2" charset="-122"/>
              </a:rPr>
              <a:t>就</a:t>
            </a:r>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rPr>
              <a:t>足夠了</a:t>
            </a:r>
            <a:endParaRPr kumimoji="0" 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endParaRPr>
          </a:p>
        </p:txBody>
      </p:sp>
      <p:sp>
        <p:nvSpPr>
          <p:cNvPr id="10" name="Text Placeholder 6">
            <a:extLst>
              <a:ext uri="{FF2B5EF4-FFF2-40B4-BE49-F238E27FC236}">
                <a16:creationId xmlns:a16="http://schemas.microsoft.com/office/drawing/2014/main" id="{6FC782FA-E73E-83D3-1742-5265F6C92EA4}"/>
              </a:ext>
            </a:extLst>
          </p:cNvPr>
          <p:cNvSpPr txBox="1">
            <a:spLocks/>
          </p:cNvSpPr>
          <p:nvPr/>
        </p:nvSpPr>
        <p:spPr>
          <a:xfrm>
            <a:off x="4908694" y="5866290"/>
            <a:ext cx="2232905" cy="745645"/>
          </a:xfrm>
          <a:prstGeom prst="rect">
            <a:avLst/>
          </a:prstGeom>
        </p:spPr>
        <p:txBody>
          <a:bodyPr vert="horz" lIns="91440" tIns="45720" rIns="91440" bIns="45720" rtlCol="0" anchor="b">
            <a:noAutofit/>
          </a:bodyPr>
          <a:lstStyle>
            <a:lvl1pPr marL="0" indent="0" algn="l" defTabSz="914400" rtl="0" eaLnBrk="1" latinLnBrk="0" hangingPunct="1">
              <a:lnSpc>
                <a:spcPct val="84000"/>
              </a:lnSpc>
              <a:spcBef>
                <a:spcPts val="0"/>
              </a:spcBef>
              <a:spcAft>
                <a:spcPts val="0"/>
              </a:spcAft>
              <a:buFont typeface="Franklin Gothic Book" panose="020B0503020102020204" pitchFamily="34" charset="0"/>
              <a:buNone/>
              <a:defRPr sz="3000" b="0" i="0" kern="1200" baseline="0">
                <a:solidFill>
                  <a:schemeClr val="tx2"/>
                </a:solidFill>
                <a:latin typeface="Helvetica" pitchFamily="2" charset="0"/>
                <a:ea typeface="Noto Sans SC Medium" panose="020B0600000000000000" pitchFamily="34" charset="-128"/>
                <a:cs typeface="Helvetica" pitchFamily="2" charset="0"/>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b="1" i="0" kern="1200" baseline="0">
                <a:solidFill>
                  <a:srgbClr val="42413D"/>
                </a:solidFill>
                <a:latin typeface="Helvetica" pitchFamily="2" charset="0"/>
                <a:ea typeface="Noto Sans SC Medium" panose="020B0600000000000000" pitchFamily="34" charset="-128"/>
                <a:cs typeface="Helvetica" pitchFamily="2" charset="0"/>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b="1" i="0" kern="1200" baseline="0">
                <a:solidFill>
                  <a:srgbClr val="42413D"/>
                </a:solidFill>
                <a:latin typeface="Helvetica" pitchFamily="2" charset="0"/>
                <a:ea typeface="Noto Sans SC Medium" panose="020B0600000000000000" pitchFamily="34" charset="-128"/>
                <a:cs typeface="Helvetica" pitchFamily="2" charset="0"/>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0"/>
              </a:spcAft>
              <a:buClrTx/>
              <a:buSzTx/>
              <a:buFont typeface="Franklin Gothic Book" panose="020B0503020102020204" pitchFamily="34" charset="0"/>
              <a:buNone/>
              <a:tabLst/>
              <a:defRPr/>
            </a:pPr>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rPr>
              <a:t>額外的服務器加入</a:t>
            </a:r>
            <a:endParaRPr kumimoji="0" lang="en-US" altLang="zh-TW"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endParaRPr>
          </a:p>
          <a:p>
            <a:pPr marL="0" marR="0" lvl="0" indent="0" algn="ctr" defTabSz="914400" rtl="0" eaLnBrk="1" fontAlgn="auto" latinLnBrk="0" hangingPunct="1">
              <a:lnSpc>
                <a:spcPct val="110000"/>
              </a:lnSpc>
              <a:spcBef>
                <a:spcPts val="0"/>
              </a:spcBef>
              <a:spcAft>
                <a:spcPts val="0"/>
              </a:spcAft>
              <a:buClrTx/>
              <a:buSzTx/>
              <a:buFont typeface="Franklin Gothic Book" panose="020B0503020102020204" pitchFamily="34" charset="0"/>
              <a:buNone/>
              <a:tabLst/>
              <a:defRPr/>
            </a:pPr>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rPr>
              <a:t>以分擔工作負載</a:t>
            </a:r>
            <a:endParaRPr kumimoji="0" 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endParaRPr>
          </a:p>
        </p:txBody>
      </p:sp>
      <p:sp>
        <p:nvSpPr>
          <p:cNvPr id="11" name="Text Placeholder 6">
            <a:extLst>
              <a:ext uri="{FF2B5EF4-FFF2-40B4-BE49-F238E27FC236}">
                <a16:creationId xmlns:a16="http://schemas.microsoft.com/office/drawing/2014/main" id="{6C7C7CBB-677D-E9C2-0EE2-F5F93D078057}"/>
              </a:ext>
            </a:extLst>
          </p:cNvPr>
          <p:cNvSpPr txBox="1">
            <a:spLocks/>
          </p:cNvSpPr>
          <p:nvPr/>
        </p:nvSpPr>
        <p:spPr>
          <a:xfrm>
            <a:off x="7130623" y="5696114"/>
            <a:ext cx="2891763" cy="922175"/>
          </a:xfrm>
          <a:prstGeom prst="rect">
            <a:avLst/>
          </a:prstGeom>
        </p:spPr>
        <p:txBody>
          <a:bodyPr vert="horz" lIns="91440" tIns="45720" rIns="91440" bIns="45720" rtlCol="0" anchor="b">
            <a:noAutofit/>
          </a:bodyPr>
          <a:lstStyle>
            <a:lvl1pPr marL="0" indent="0" algn="l" defTabSz="914400" rtl="0" eaLnBrk="1" latinLnBrk="0" hangingPunct="1">
              <a:lnSpc>
                <a:spcPct val="84000"/>
              </a:lnSpc>
              <a:spcBef>
                <a:spcPts val="0"/>
              </a:spcBef>
              <a:spcAft>
                <a:spcPts val="0"/>
              </a:spcAft>
              <a:buFont typeface="Franklin Gothic Book" panose="020B0503020102020204" pitchFamily="34" charset="0"/>
              <a:buNone/>
              <a:defRPr sz="3000" b="0" i="0" kern="1200" baseline="0">
                <a:solidFill>
                  <a:schemeClr val="tx2"/>
                </a:solidFill>
                <a:latin typeface="Helvetica" pitchFamily="2" charset="0"/>
                <a:ea typeface="Noto Sans SC Medium" panose="020B0600000000000000" pitchFamily="34" charset="-128"/>
                <a:cs typeface="Helvetica" pitchFamily="2" charset="0"/>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b="1" i="0" kern="1200" baseline="0">
                <a:solidFill>
                  <a:srgbClr val="42413D"/>
                </a:solidFill>
                <a:latin typeface="Helvetica" pitchFamily="2" charset="0"/>
                <a:ea typeface="Noto Sans SC Medium" panose="020B0600000000000000" pitchFamily="34" charset="-128"/>
                <a:cs typeface="Helvetica" pitchFamily="2" charset="0"/>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b="1" i="0" kern="1200" baseline="0">
                <a:solidFill>
                  <a:srgbClr val="42413D"/>
                </a:solidFill>
                <a:latin typeface="Helvetica" pitchFamily="2" charset="0"/>
                <a:ea typeface="Noto Sans SC Medium" panose="020B0600000000000000" pitchFamily="34" charset="-128"/>
                <a:cs typeface="Helvetica" pitchFamily="2" charset="0"/>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0"/>
              </a:spcAft>
              <a:buClrTx/>
              <a:buSzTx/>
              <a:buFont typeface="Franklin Gothic Book" panose="020B0503020102020204" pitchFamily="34" charset="0"/>
              <a:buNone/>
              <a:tabLst/>
              <a:defRPr/>
            </a:pPr>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rPr>
              <a:t>更多的服務器臨時加入以處理短時間極端流量</a:t>
            </a:r>
            <a:endParaRPr kumimoji="0" 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endParaRPr>
          </a:p>
        </p:txBody>
      </p:sp>
      <p:sp>
        <p:nvSpPr>
          <p:cNvPr id="13" name="文字方塊 12">
            <a:extLst>
              <a:ext uri="{FF2B5EF4-FFF2-40B4-BE49-F238E27FC236}">
                <a16:creationId xmlns:a16="http://schemas.microsoft.com/office/drawing/2014/main" id="{77AC99FA-D5D5-C8B1-68DA-8769F8E475D7}"/>
              </a:ext>
            </a:extLst>
          </p:cNvPr>
          <p:cNvSpPr txBox="1"/>
          <p:nvPr/>
        </p:nvSpPr>
        <p:spPr>
          <a:xfrm>
            <a:off x="2462359" y="3828750"/>
            <a:ext cx="1045424" cy="400110"/>
          </a:xfrm>
          <a:prstGeom prst="rect">
            <a:avLst/>
          </a:prstGeom>
          <a:noFill/>
        </p:spPr>
        <p:txBody>
          <a:bodyPr wrap="square">
            <a:spAutoFit/>
          </a:bodyPr>
          <a:lstStyle/>
          <a:p>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cs typeface="Helvetica" pitchFamily="2" charset="0"/>
              </a:rPr>
              <a:t>流量：</a:t>
            </a:r>
            <a:endParaRPr lang="zh-HK" altLang="en-US" b="1">
              <a:latin typeface="DengXian" panose="02010600030101010101" pitchFamily="2" charset="-122"/>
              <a:ea typeface="DengXian" panose="02010600030101010101" pitchFamily="2" charset="-122"/>
            </a:endParaRPr>
          </a:p>
        </p:txBody>
      </p:sp>
      <p:sp>
        <p:nvSpPr>
          <p:cNvPr id="15" name="文字方塊 14">
            <a:extLst>
              <a:ext uri="{FF2B5EF4-FFF2-40B4-BE49-F238E27FC236}">
                <a16:creationId xmlns:a16="http://schemas.microsoft.com/office/drawing/2014/main" id="{0F33453C-D437-FB84-92DE-915339F8B7FC}"/>
              </a:ext>
            </a:extLst>
          </p:cNvPr>
          <p:cNvSpPr txBox="1"/>
          <p:nvPr/>
        </p:nvSpPr>
        <p:spPr>
          <a:xfrm>
            <a:off x="3988228" y="3850344"/>
            <a:ext cx="802335" cy="407135"/>
          </a:xfrm>
          <a:prstGeom prst="rect">
            <a:avLst/>
          </a:prstGeom>
          <a:noFill/>
        </p:spPr>
        <p:txBody>
          <a:bodyPr wrap="square">
            <a:spAutoFit/>
          </a:bodyPr>
          <a:lstStyle/>
          <a:p>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cs typeface="Helvetica" pitchFamily="2" charset="0"/>
              </a:rPr>
              <a:t>較低</a:t>
            </a:r>
            <a:endParaRPr lang="zh-HK" altLang="en-US" b="1">
              <a:latin typeface="DengXian" panose="02010600030101010101" pitchFamily="2" charset="-122"/>
              <a:ea typeface="DengXian" panose="02010600030101010101" pitchFamily="2" charset="-122"/>
            </a:endParaRPr>
          </a:p>
        </p:txBody>
      </p:sp>
      <p:sp>
        <p:nvSpPr>
          <p:cNvPr id="17" name="文字方塊 16">
            <a:extLst>
              <a:ext uri="{FF2B5EF4-FFF2-40B4-BE49-F238E27FC236}">
                <a16:creationId xmlns:a16="http://schemas.microsoft.com/office/drawing/2014/main" id="{ED1F0577-2FF3-7DC2-E1E8-041EE350382C}"/>
              </a:ext>
            </a:extLst>
          </p:cNvPr>
          <p:cNvSpPr txBox="1"/>
          <p:nvPr/>
        </p:nvSpPr>
        <p:spPr>
          <a:xfrm>
            <a:off x="5395878" y="3840013"/>
            <a:ext cx="1019013" cy="400110"/>
          </a:xfrm>
          <a:prstGeom prst="rect">
            <a:avLst/>
          </a:prstGeom>
          <a:noFill/>
        </p:spPr>
        <p:txBody>
          <a:bodyPr wrap="square">
            <a:spAutoFit/>
          </a:bodyPr>
          <a:lstStyle/>
          <a:p>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cs typeface="Helvetica" pitchFamily="2" charset="0"/>
              </a:rPr>
              <a:t>增加時</a:t>
            </a:r>
            <a:endParaRPr lang="zh-HK" altLang="en-US" b="1">
              <a:latin typeface="DengXian" panose="02010600030101010101" pitchFamily="2" charset="-122"/>
              <a:ea typeface="DengXian" panose="02010600030101010101" pitchFamily="2" charset="-122"/>
            </a:endParaRPr>
          </a:p>
        </p:txBody>
      </p:sp>
      <p:sp>
        <p:nvSpPr>
          <p:cNvPr id="19" name="文字方塊 18">
            <a:extLst>
              <a:ext uri="{FF2B5EF4-FFF2-40B4-BE49-F238E27FC236}">
                <a16:creationId xmlns:a16="http://schemas.microsoft.com/office/drawing/2014/main" id="{B18754E7-794D-4197-297F-D59422FDC27E}"/>
              </a:ext>
            </a:extLst>
          </p:cNvPr>
          <p:cNvSpPr txBox="1"/>
          <p:nvPr/>
        </p:nvSpPr>
        <p:spPr>
          <a:xfrm>
            <a:off x="7351476" y="3836907"/>
            <a:ext cx="1520125" cy="400110"/>
          </a:xfrm>
          <a:prstGeom prst="rect">
            <a:avLst/>
          </a:prstGeom>
          <a:noFill/>
        </p:spPr>
        <p:txBody>
          <a:bodyPr wrap="square">
            <a:spAutoFit/>
          </a:bodyPr>
          <a:lstStyle/>
          <a:p>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cs typeface="Helvetica" pitchFamily="2" charset="0"/>
              </a:rPr>
              <a:t>季節性高峰</a:t>
            </a:r>
            <a:endParaRPr lang="zh-HK" altLang="en-US" b="1">
              <a:latin typeface="DengXian" panose="02010600030101010101" pitchFamily="2" charset="-122"/>
              <a:ea typeface="DengXian" panose="02010600030101010101" pitchFamily="2" charset="-122"/>
            </a:endParaRPr>
          </a:p>
        </p:txBody>
      </p:sp>
      <p:sp>
        <p:nvSpPr>
          <p:cNvPr id="21" name="文字方塊 20">
            <a:extLst>
              <a:ext uri="{FF2B5EF4-FFF2-40B4-BE49-F238E27FC236}">
                <a16:creationId xmlns:a16="http://schemas.microsoft.com/office/drawing/2014/main" id="{FA0C2717-F8DF-6A11-5A68-182BA6B29DE4}"/>
              </a:ext>
            </a:extLst>
          </p:cNvPr>
          <p:cNvSpPr txBox="1"/>
          <p:nvPr/>
        </p:nvSpPr>
        <p:spPr>
          <a:xfrm>
            <a:off x="2280888" y="5985060"/>
            <a:ext cx="1168491" cy="400110"/>
          </a:xfrm>
          <a:prstGeom prst="rect">
            <a:avLst/>
          </a:prstGeom>
          <a:noFill/>
        </p:spPr>
        <p:txBody>
          <a:bodyPr wrap="square">
            <a:spAutoFit/>
          </a:bodyPr>
          <a:lstStyle/>
          <a:p>
            <a:r>
              <a:rPr kumimoji="0" lang="zh-TW" altLang="en-US"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cs typeface="Helvetica" pitchFamily="2" charset="0"/>
              </a:rPr>
              <a:t>服務器</a:t>
            </a:r>
            <a:r>
              <a:rPr kumimoji="0" lang="en-US" altLang="zh-TW" sz="2000" b="1" i="0" u="none" strike="noStrike" kern="1200" cap="none" spc="0" normalizeH="0" baseline="0" noProof="0">
                <a:ln>
                  <a:noFill/>
                </a:ln>
                <a:solidFill>
                  <a:srgbClr val="373545"/>
                </a:solidFill>
                <a:effectLst/>
                <a:uLnTx/>
                <a:uFillTx/>
                <a:latin typeface="DengXian" panose="02010600030101010101" pitchFamily="2" charset="-122"/>
                <a:ea typeface="DengXian" panose="02010600030101010101" pitchFamily="2" charset="-122"/>
                <a:cs typeface="Helvetica" pitchFamily="2" charset="0"/>
              </a:rPr>
              <a:t>:</a:t>
            </a:r>
            <a:endParaRPr lang="zh-HK" altLang="en-US" b="1">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266716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CCB93-9BD0-50EA-2182-2E727FD5DBC2}"/>
            </a:ext>
          </a:extLst>
        </p:cNvPr>
        <p:cNvGrpSpPr/>
        <p:nvPr/>
      </p:nvGrpSpPr>
      <p:grpSpPr>
        <a:xfrm>
          <a:off x="0" y="0"/>
          <a:ext cx="0" cy="0"/>
          <a:chOff x="0" y="0"/>
          <a:chExt cx="0" cy="0"/>
        </a:xfrm>
      </p:grpSpPr>
      <p:pic>
        <p:nvPicPr>
          <p:cNvPr id="7" name="圖片 6">
            <a:extLst>
              <a:ext uri="{FF2B5EF4-FFF2-40B4-BE49-F238E27FC236}">
                <a16:creationId xmlns:a16="http://schemas.microsoft.com/office/drawing/2014/main" id="{688EA9C1-6A0D-2FF9-A13D-29B3511034A6}"/>
              </a:ext>
            </a:extLst>
          </p:cNvPr>
          <p:cNvPicPr>
            <a:picLocks noChangeAspect="1"/>
          </p:cNvPicPr>
          <p:nvPr/>
        </p:nvPicPr>
        <p:blipFill>
          <a:blip r:embed="rId2"/>
          <a:srcRect l="1260" t="13715" r="1213" b="22047"/>
          <a:stretch>
            <a:fillRect/>
          </a:stretch>
        </p:blipFill>
        <p:spPr>
          <a:xfrm>
            <a:off x="1925053" y="4241814"/>
            <a:ext cx="7064943" cy="2616186"/>
          </a:xfrm>
          <a:prstGeom prst="rect">
            <a:avLst/>
          </a:prstGeom>
        </p:spPr>
      </p:pic>
      <p:sp>
        <p:nvSpPr>
          <p:cNvPr id="2" name="Title 1">
            <a:extLst>
              <a:ext uri="{FF2B5EF4-FFF2-40B4-BE49-F238E27FC236}">
                <a16:creationId xmlns:a16="http://schemas.microsoft.com/office/drawing/2014/main" id="{4F86370C-703B-41FF-12E9-EA2A032B8C2E}"/>
              </a:ext>
            </a:extLst>
          </p:cNvPr>
          <p:cNvSpPr>
            <a:spLocks noGrp="1"/>
          </p:cNvSpPr>
          <p:nvPr>
            <p:ph type="title"/>
          </p:nvPr>
        </p:nvSpPr>
        <p:spPr>
          <a:xfrm>
            <a:off x="1092199" y="676563"/>
            <a:ext cx="10656455" cy="1485900"/>
          </a:xfrm>
        </p:spPr>
        <p:txBody>
          <a:bodyPr/>
          <a:lstStyle/>
          <a:p>
            <a:r>
              <a:rPr lang="zh-TW" altLang="en-US" b="1">
                <a:latin typeface="DengXian" panose="02010600030101010101" pitchFamily="2" charset="-122"/>
                <a:ea typeface="DengXian" panose="02010600030101010101" pitchFamily="2" charset="-122"/>
              </a:rPr>
              <a:t>優勢四 軟件即用</a:t>
            </a:r>
            <a:endParaRPr lang="zh-TW" altLang="en-US" sz="3000"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D60C6164-824E-2339-2C4F-2AA2F28334F6}"/>
              </a:ext>
            </a:extLst>
          </p:cNvPr>
          <p:cNvSpPr>
            <a:spLocks noGrp="1"/>
          </p:cNvSpPr>
          <p:nvPr>
            <p:ph idx="1"/>
          </p:nvPr>
        </p:nvSpPr>
        <p:spPr>
          <a:xfrm>
            <a:off x="1333500" y="2135741"/>
            <a:ext cx="9525000" cy="2074244"/>
          </a:xfrm>
        </p:spPr>
        <p:txBody>
          <a:bodyPr vert="horz" lIns="91440" tIns="45720" rIns="91440" bIns="45720" rtlCol="0" anchor="t">
            <a:noAutofit/>
          </a:bodyPr>
          <a:lstStyle/>
          <a:p>
            <a:r>
              <a:rPr lang="zh-TW" altLang="en-US" b="1">
                <a:latin typeface="DengXian" panose="02010600030101010101" pitchFamily="2" charset="-122"/>
                <a:ea typeface="DengXian" panose="02010600030101010101" pitchFamily="2" charset="-122"/>
              </a:rPr>
              <a:t>升級</a:t>
            </a:r>
            <a:r>
              <a:rPr lang="zh-TW" altLang="en-US">
                <a:latin typeface="DengXian" panose="02010600030101010101" pitchFamily="2" charset="-122"/>
                <a:ea typeface="DengXian" panose="02010600030101010101" pitchFamily="2" charset="-122"/>
              </a:rPr>
              <a:t>由</a:t>
            </a:r>
            <a:r>
              <a:rPr lang="zh-TW" altLang="en-US" u="sng">
                <a:latin typeface="DengXian" panose="02010600030101010101" pitchFamily="2" charset="-122"/>
                <a:ea typeface="DengXian" panose="02010600030101010101" pitchFamily="2" charset="-122"/>
              </a:rPr>
              <a:t>供應商統一處理</a:t>
            </a:r>
          </a:p>
          <a:p>
            <a:r>
              <a:rPr lang="zh-TW" altLang="en-US">
                <a:latin typeface="DengXian" panose="02010600030101010101" pitchFamily="2" charset="-122"/>
                <a:ea typeface="DengXian" panose="02010600030101010101" pitchFamily="2" charset="-122"/>
              </a:rPr>
              <a:t>種子公司</a:t>
            </a:r>
            <a:r>
              <a:rPr lang="zh-TW" altLang="en-US" b="1" u="sng">
                <a:latin typeface="DengXian" panose="02010600030101010101" pitchFamily="2" charset="-122"/>
                <a:ea typeface="DengXian" panose="02010600030101010101" pitchFamily="2" charset="-122"/>
              </a:rPr>
              <a:t>毋須</a:t>
            </a:r>
            <a:r>
              <a:rPr lang="zh-TW" altLang="en-US" u="sng">
                <a:latin typeface="DengXian" panose="02010600030101010101" pitchFamily="2" charset="-122"/>
                <a:ea typeface="DengXian" panose="02010600030101010101" pitchFamily="2" charset="-122"/>
              </a:rPr>
              <a:t>自行研究依賴關係</a:t>
            </a:r>
            <a:r>
              <a:rPr lang="zh-TW" altLang="en-US">
                <a:latin typeface="DengXian" panose="02010600030101010101" pitchFamily="2" charset="-122"/>
                <a:ea typeface="DengXian" panose="02010600030101010101" pitchFamily="2" charset="-122"/>
              </a:rPr>
              <a:t>，亦</a:t>
            </a:r>
            <a:r>
              <a:rPr lang="zh-TW" altLang="en-US" b="1" u="sng">
                <a:latin typeface="DengXian" panose="02010600030101010101" pitchFamily="2" charset="-122"/>
                <a:ea typeface="DengXian" panose="02010600030101010101" pitchFamily="2" charset="-122"/>
              </a:rPr>
              <a:t>毋須</a:t>
            </a:r>
            <a:r>
              <a:rPr lang="zh-TW" altLang="en-US" u="sng">
                <a:latin typeface="DengXian" panose="02010600030101010101" pitchFamily="2" charset="-122"/>
                <a:ea typeface="DengXian" panose="02010600030101010101" pitchFamily="2" charset="-122"/>
              </a:rPr>
              <a:t>承擔試錯的風險</a:t>
            </a:r>
            <a:endParaRPr lang="en-US" altLang="zh-TW" u="sng">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公司同事能夠即開即用軟件，例如</a:t>
            </a:r>
            <a:r>
              <a:rPr lang="en-US" altLang="zh-TW">
                <a:latin typeface="DengXian" panose="02010600030101010101" pitchFamily="2" charset="-122"/>
                <a:ea typeface="DengXian" panose="02010600030101010101" pitchFamily="2" charset="-122"/>
              </a:rPr>
              <a:t>Microsoft Excel</a:t>
            </a:r>
          </a:p>
          <a:p>
            <a:r>
              <a:rPr lang="zh-TW" altLang="en-US">
                <a:latin typeface="DengXian" panose="02010600030101010101" pitchFamily="2" charset="-122"/>
                <a:ea typeface="DengXian" panose="02010600030101010101" pitchFamily="2" charset="-122"/>
              </a:rPr>
              <a:t>新的 </a:t>
            </a:r>
            <a:r>
              <a:rPr lang="en-US" altLang="zh-TW">
                <a:latin typeface="DengXian" panose="02010600030101010101" pitchFamily="2" charset="-122"/>
                <a:ea typeface="DengXian" panose="02010600030101010101" pitchFamily="2" charset="-122"/>
              </a:rPr>
              <a:t>AI </a:t>
            </a:r>
            <a:r>
              <a:rPr lang="zh-TW" altLang="en-US">
                <a:latin typeface="DengXian" panose="02010600030101010101" pitchFamily="2" charset="-122"/>
                <a:ea typeface="DengXian" panose="02010600030101010101" pitchFamily="2" charset="-122"/>
              </a:rPr>
              <a:t>功能一經推出即可使用</a:t>
            </a:r>
            <a:endParaRPr lang="zh-TW" altLang="en-US" u="sng">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07AF077C-F261-91A2-9668-74861DCF854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991860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CC86-5561-AD70-BA4B-D05CB2E407D2}"/>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D1BE652A-5048-0ED3-71DF-4BBB94188FDC}"/>
              </a:ext>
            </a:extLst>
          </p:cNvPr>
          <p:cNvPicPr>
            <a:picLocks noChangeAspect="1"/>
          </p:cNvPicPr>
          <p:nvPr/>
        </p:nvPicPr>
        <p:blipFill>
          <a:blip r:embed="rId2"/>
          <a:srcRect l="16578" t="11489" r="14895" b="15068"/>
          <a:stretch>
            <a:fillRect/>
          </a:stretch>
        </p:blipFill>
        <p:spPr>
          <a:xfrm>
            <a:off x="6545179" y="2006868"/>
            <a:ext cx="5367774" cy="3234268"/>
          </a:xfrm>
          <a:prstGeom prst="rect">
            <a:avLst/>
          </a:prstGeom>
        </p:spPr>
      </p:pic>
      <p:sp>
        <p:nvSpPr>
          <p:cNvPr id="2" name="Title 1">
            <a:extLst>
              <a:ext uri="{FF2B5EF4-FFF2-40B4-BE49-F238E27FC236}">
                <a16:creationId xmlns:a16="http://schemas.microsoft.com/office/drawing/2014/main" id="{EEBC8AF4-0895-14F7-BB77-F963E27F702E}"/>
              </a:ext>
            </a:extLst>
          </p:cNvPr>
          <p:cNvSpPr>
            <a:spLocks noGrp="1"/>
          </p:cNvSpPr>
          <p:nvPr>
            <p:ph type="title"/>
          </p:nvPr>
        </p:nvSpPr>
        <p:spPr>
          <a:xfrm>
            <a:off x="1092199" y="676563"/>
            <a:ext cx="10656455" cy="1485900"/>
          </a:xfrm>
        </p:spPr>
        <p:txBody>
          <a:bodyPr/>
          <a:lstStyle/>
          <a:p>
            <a:r>
              <a:rPr lang="zh-TW" altLang="en-US" b="1">
                <a:latin typeface="DengXian" panose="02010600030101010101" pitchFamily="2" charset="-122"/>
                <a:ea typeface="DengXian" panose="02010600030101010101" pitchFamily="2" charset="-122"/>
              </a:rPr>
              <a:t>優勢五 免</a:t>
            </a:r>
            <a:r>
              <a:rPr lang="zh-HK" altLang="zh-HK" b="1">
                <a:latin typeface="DengXian" panose="02010600030101010101" pitchFamily="2" charset="-122"/>
                <a:ea typeface="DengXian" panose="02010600030101010101" pitchFamily="2" charset="-122"/>
              </a:rPr>
              <a:t>自建網絡</a:t>
            </a:r>
            <a:endParaRPr lang="zh-TW" altLang="en-US"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F2ADB5C0-0891-7870-61B8-BDE331E1FCE8}"/>
              </a:ext>
            </a:extLst>
          </p:cNvPr>
          <p:cNvSpPr>
            <a:spLocks noGrp="1"/>
          </p:cNvSpPr>
          <p:nvPr>
            <p:ph idx="1"/>
          </p:nvPr>
        </p:nvSpPr>
        <p:spPr>
          <a:xfrm>
            <a:off x="1256498" y="2093494"/>
            <a:ext cx="4634164" cy="3952455"/>
          </a:xfrm>
        </p:spPr>
        <p:txBody>
          <a:bodyPr vert="horz" lIns="91440" tIns="45720" rIns="91440" bIns="45720" rtlCol="0" anchor="t">
            <a:noAutofit/>
          </a:bodyPr>
          <a:lstStyle/>
          <a:p>
            <a:r>
              <a:rPr lang="zh-TW" altLang="en-US">
                <a:latin typeface="DengXian" panose="02010600030101010101" pitchFamily="2" charset="-122"/>
                <a:ea typeface="DengXian" panose="02010600030101010101" pitchFamily="2" charset="-122"/>
              </a:rPr>
              <a:t>供應商的網絡早已鋪設完成，公司只需接入使用</a:t>
            </a:r>
          </a:p>
          <a:p>
            <a:r>
              <a:rPr lang="zh-TW" altLang="en-US">
                <a:latin typeface="DengXian" panose="02010600030101010101" pitchFamily="2" charset="-122"/>
                <a:ea typeface="DengXian" panose="02010600030101010101" pitchFamily="2" charset="-122"/>
              </a:rPr>
              <a:t>種子公司的同事</a:t>
            </a:r>
            <a:r>
              <a:rPr lang="zh-TW" altLang="en-US" b="1" u="sng">
                <a:latin typeface="DengXian" panose="02010600030101010101" pitchFamily="2" charset="-122"/>
                <a:ea typeface="DengXian" panose="02010600030101010101" pitchFamily="2" charset="-122"/>
              </a:rPr>
              <a:t>只要能上網</a:t>
            </a:r>
            <a:r>
              <a:rPr lang="zh-TW" altLang="en-US">
                <a:latin typeface="DengXian" panose="02010600030101010101" pitchFamily="2" charset="-122"/>
                <a:ea typeface="DengXian" panose="02010600030101010101" pitchFamily="2" charset="-122"/>
              </a:rPr>
              <a:t>便能夠連接各分行伺服器，毋須自建專門的網絡線路</a:t>
            </a:r>
            <a:endParaRPr lang="en-US" altLang="zh-TW">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新開分行當日即可接入系統，</a:t>
            </a:r>
            <a:r>
              <a:rPr lang="zh-TW" altLang="en-US" b="1" u="sng">
                <a:latin typeface="DengXian" panose="02010600030101010101" pitchFamily="2" charset="-122"/>
                <a:ea typeface="DengXian" panose="02010600030101010101" pitchFamily="2" charset="-122"/>
              </a:rPr>
              <a:t>毋須</a:t>
            </a:r>
            <a:r>
              <a:rPr lang="zh-TW" altLang="en-US" u="sng">
                <a:latin typeface="DengXian" panose="02010600030101010101" pitchFamily="2" charset="-122"/>
                <a:ea typeface="DengXian" panose="02010600030101010101" pitchFamily="2" charset="-122"/>
              </a:rPr>
              <a:t>等候網絡工程</a:t>
            </a:r>
          </a:p>
        </p:txBody>
      </p:sp>
      <p:sp>
        <p:nvSpPr>
          <p:cNvPr id="4" name="Slide Number Placeholder 3">
            <a:extLst>
              <a:ext uri="{FF2B5EF4-FFF2-40B4-BE49-F238E27FC236}">
                <a16:creationId xmlns:a16="http://schemas.microsoft.com/office/drawing/2014/main" id="{A5B44F20-3B70-23E9-5851-0E2630948F1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827364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B0D62-3C73-48A4-C55F-07B0558CB4D1}"/>
            </a:ext>
          </a:extLst>
        </p:cNvPr>
        <p:cNvGrpSpPr/>
        <p:nvPr/>
      </p:nvGrpSpPr>
      <p:grpSpPr>
        <a:xfrm>
          <a:off x="0" y="0"/>
          <a:ext cx="0" cy="0"/>
          <a:chOff x="0" y="0"/>
          <a:chExt cx="0" cy="0"/>
        </a:xfrm>
      </p:grpSpPr>
      <p:pic>
        <p:nvPicPr>
          <p:cNvPr id="10" name="圖片 9">
            <a:extLst>
              <a:ext uri="{FF2B5EF4-FFF2-40B4-BE49-F238E27FC236}">
                <a16:creationId xmlns:a16="http://schemas.microsoft.com/office/drawing/2014/main" id="{F6B39343-3C11-7347-C67F-EF54A3701254}"/>
              </a:ext>
            </a:extLst>
          </p:cNvPr>
          <p:cNvPicPr>
            <a:picLocks noChangeAspect="1"/>
          </p:cNvPicPr>
          <p:nvPr/>
        </p:nvPicPr>
        <p:blipFill>
          <a:blip r:embed="rId2"/>
          <a:srcRect t="11290" b="7611"/>
          <a:stretch>
            <a:fillRect/>
          </a:stretch>
        </p:blipFill>
        <p:spPr>
          <a:xfrm>
            <a:off x="1295400" y="2027750"/>
            <a:ext cx="7790465" cy="3555776"/>
          </a:xfrm>
          <a:prstGeom prst="rect">
            <a:avLst/>
          </a:prstGeom>
        </p:spPr>
      </p:pic>
      <p:sp>
        <p:nvSpPr>
          <p:cNvPr id="2" name="Title 1">
            <a:extLst>
              <a:ext uri="{FF2B5EF4-FFF2-40B4-BE49-F238E27FC236}">
                <a16:creationId xmlns:a16="http://schemas.microsoft.com/office/drawing/2014/main" id="{CD552D14-67CD-DE4B-9A3B-93F9B3490748}"/>
              </a:ext>
            </a:extLst>
          </p:cNvPr>
          <p:cNvSpPr>
            <a:spLocks noGrp="1"/>
          </p:cNvSpPr>
          <p:nvPr>
            <p:ph type="title"/>
          </p:nvPr>
        </p:nvSpPr>
        <p:spPr>
          <a:xfrm>
            <a:off x="1295400" y="328173"/>
            <a:ext cx="9601200" cy="1485900"/>
          </a:xfrm>
        </p:spPr>
        <p:txBody>
          <a:bodyPr/>
          <a:lstStyle/>
          <a:p>
            <a:r>
              <a:rPr lang="zh-TW" altLang="en-US" b="1">
                <a:latin typeface="DengXian" panose="02010600030101010101" pitchFamily="2" charset="-122"/>
                <a:ea typeface="DengXian" panose="02010600030101010101" pitchFamily="2" charset="-122"/>
              </a:rPr>
              <a:t>故事結局</a:t>
            </a:r>
            <a:r>
              <a:rPr lang="en-HK" altLang="zh-TW" b="1">
                <a:latin typeface="DengXian" panose="02010600030101010101" pitchFamily="2" charset="-122"/>
                <a:ea typeface="DengXian" panose="02010600030101010101" pitchFamily="2" charset="-122"/>
              </a:rPr>
              <a:t>(</a:t>
            </a:r>
            <a:r>
              <a:rPr lang="zh-TW" altLang="en-US" b="1">
                <a:latin typeface="DengXian" panose="02010600030101010101" pitchFamily="2" charset="-122"/>
                <a:ea typeface="DengXian" panose="02010600030101010101" pitchFamily="2" charset="-122"/>
              </a:rPr>
              <a:t>劇透</a:t>
            </a:r>
            <a:r>
              <a:rPr lang="en-HK" altLang="zh-TW" b="1">
                <a:latin typeface="DengXian" panose="02010600030101010101" pitchFamily="2" charset="-122"/>
                <a:ea typeface="DengXian" panose="02010600030101010101" pitchFamily="2" charset="-122"/>
              </a:rPr>
              <a:t>)</a:t>
            </a:r>
            <a:endParaRPr lang="zh-TW" altLang="en-US" b="1">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D5A04796-232F-7C94-A785-DF4B0D20566A}"/>
              </a:ext>
            </a:extLst>
          </p:cNvPr>
          <p:cNvSpPr>
            <a:spLocks noGrp="1"/>
          </p:cNvSpPr>
          <p:nvPr>
            <p:ph idx="1"/>
          </p:nvPr>
        </p:nvSpPr>
        <p:spPr>
          <a:xfrm>
            <a:off x="1295400" y="1527780"/>
            <a:ext cx="9183624" cy="393700"/>
          </a:xfrm>
        </p:spPr>
        <p:txBody>
          <a:bodyPr>
            <a:noAutofit/>
          </a:bodyPr>
          <a:lstStyle/>
          <a:p>
            <a:pPr marL="0" indent="0">
              <a:buNone/>
            </a:pPr>
            <a:r>
              <a:rPr lang="zh-TW" altLang="en-US">
                <a:latin typeface="DengXian" panose="02010600030101010101" pitchFamily="2" charset="-122"/>
                <a:ea typeface="DengXian" panose="02010600030101010101" pitchFamily="2" charset="-122"/>
              </a:rPr>
              <a:t>種子公司最後採用雲計算後，成功節省：</a:t>
            </a:r>
          </a:p>
        </p:txBody>
      </p:sp>
      <p:sp>
        <p:nvSpPr>
          <p:cNvPr id="4" name="Slide Number Placeholder 3">
            <a:extLst>
              <a:ext uri="{FF2B5EF4-FFF2-40B4-BE49-F238E27FC236}">
                <a16:creationId xmlns:a16="http://schemas.microsoft.com/office/drawing/2014/main" id="{16816028-2E5A-F790-A42F-E2AF85D9CDF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
        <p:nvSpPr>
          <p:cNvPr id="9" name="文字方塊 8">
            <a:extLst>
              <a:ext uri="{FF2B5EF4-FFF2-40B4-BE49-F238E27FC236}">
                <a16:creationId xmlns:a16="http://schemas.microsoft.com/office/drawing/2014/main" id="{43BADD6C-5DD6-2DC3-E3A0-4375860C145E}"/>
              </a:ext>
            </a:extLst>
          </p:cNvPr>
          <p:cNvSpPr txBox="1"/>
          <p:nvPr/>
        </p:nvSpPr>
        <p:spPr>
          <a:xfrm>
            <a:off x="4901092" y="5554239"/>
            <a:ext cx="6096000" cy="923330"/>
          </a:xfrm>
          <a:prstGeom prst="rect">
            <a:avLst/>
          </a:prstGeom>
          <a:noFill/>
        </p:spPr>
        <p:txBody>
          <a:bodyPr wrap="square">
            <a:spAutoFit/>
          </a:bodyPr>
          <a:lstStyle/>
          <a:p>
            <a:pPr algn="ctr"/>
            <a:r>
              <a:rPr lang="zh-TW" altLang="en-US" b="1">
                <a:latin typeface="DengXian" panose="02010600030101010101" pitchFamily="2" charset="-122"/>
                <a:ea typeface="DengXian" panose="02010600030101010101" pitchFamily="2" charset="-122"/>
              </a:rPr>
              <a:t>人力資源</a:t>
            </a:r>
            <a:endParaRPr lang="en-US" altLang="zh-TW" b="1">
              <a:latin typeface="DengXian" panose="02010600030101010101" pitchFamily="2" charset="-122"/>
              <a:ea typeface="DengXian" panose="02010600030101010101" pitchFamily="2" charset="-122"/>
            </a:endParaRPr>
          </a:p>
          <a:p>
            <a:pPr algn="ctr"/>
            <a:r>
              <a:rPr lang="zh-TW" altLang="en-US">
                <a:latin typeface="DengXian" panose="02010600030101010101" pitchFamily="2" charset="-122"/>
                <a:ea typeface="DengXian" panose="02010600030101010101" pitchFamily="2" charset="-122"/>
              </a:rPr>
              <a:t>減少資訊科技團隊</a:t>
            </a:r>
            <a:endParaRPr lang="en-US" altLang="zh-TW">
              <a:latin typeface="DengXian" panose="02010600030101010101" pitchFamily="2" charset="-122"/>
              <a:ea typeface="DengXian" panose="02010600030101010101" pitchFamily="2" charset="-122"/>
            </a:endParaRPr>
          </a:p>
          <a:p>
            <a:pPr algn="ctr"/>
            <a:r>
              <a:rPr lang="zh-TW" altLang="en-US">
                <a:latin typeface="DengXian" panose="02010600030101010101" pitchFamily="2" charset="-122"/>
                <a:ea typeface="DengXian" panose="02010600030101010101" pitchFamily="2" charset="-122"/>
              </a:rPr>
              <a:t>維護伺服器的人員</a:t>
            </a:r>
          </a:p>
        </p:txBody>
      </p:sp>
      <p:sp>
        <p:nvSpPr>
          <p:cNvPr id="11" name="文字方塊 10">
            <a:extLst>
              <a:ext uri="{FF2B5EF4-FFF2-40B4-BE49-F238E27FC236}">
                <a16:creationId xmlns:a16="http://schemas.microsoft.com/office/drawing/2014/main" id="{855454B7-763B-501A-734A-658AEB4B5A1B}"/>
              </a:ext>
            </a:extLst>
          </p:cNvPr>
          <p:cNvSpPr txBox="1"/>
          <p:nvPr/>
        </p:nvSpPr>
        <p:spPr>
          <a:xfrm>
            <a:off x="1295400" y="5537290"/>
            <a:ext cx="2618508" cy="646331"/>
          </a:xfrm>
          <a:prstGeom prst="rect">
            <a:avLst/>
          </a:prstGeom>
          <a:noFill/>
        </p:spPr>
        <p:txBody>
          <a:bodyPr wrap="square">
            <a:spAutoFit/>
          </a:bodyPr>
          <a:lstStyle/>
          <a:p>
            <a:pPr algn="ctr"/>
            <a:r>
              <a:rPr lang="zh-TW" altLang="en-US" sz="1800" b="1">
                <a:latin typeface="DengXian" panose="02010600030101010101" pitchFamily="2" charset="-122"/>
                <a:ea typeface="DengXian" panose="02010600030101010101" pitchFamily="2" charset="-122"/>
              </a:rPr>
              <a:t>金錢</a:t>
            </a:r>
            <a:endParaRPr lang="en-US" altLang="zh-TW" b="1">
              <a:latin typeface="DengXian" panose="02010600030101010101" pitchFamily="2" charset="-122"/>
              <a:ea typeface="DengXian" panose="02010600030101010101" pitchFamily="2" charset="-122"/>
            </a:endParaRPr>
          </a:p>
          <a:p>
            <a:pPr algn="ctr"/>
            <a:r>
              <a:rPr lang="zh-TW" altLang="en-US" sz="1800">
                <a:latin typeface="DengXian" panose="02010600030101010101" pitchFamily="2" charset="-122"/>
                <a:ea typeface="DengXian" panose="02010600030101010101" pitchFamily="2" charset="-122"/>
              </a:rPr>
              <a:t>毋須承擔龐大硬件投資</a:t>
            </a:r>
          </a:p>
        </p:txBody>
      </p:sp>
      <p:sp>
        <p:nvSpPr>
          <p:cNvPr id="13" name="文字方塊 12">
            <a:extLst>
              <a:ext uri="{FF2B5EF4-FFF2-40B4-BE49-F238E27FC236}">
                <a16:creationId xmlns:a16="http://schemas.microsoft.com/office/drawing/2014/main" id="{5E96C7D0-5D00-977B-9902-95C13EF9D5E8}"/>
              </a:ext>
            </a:extLst>
          </p:cNvPr>
          <p:cNvSpPr txBox="1"/>
          <p:nvPr/>
        </p:nvSpPr>
        <p:spPr>
          <a:xfrm>
            <a:off x="3417222" y="5549892"/>
            <a:ext cx="3687619" cy="923330"/>
          </a:xfrm>
          <a:prstGeom prst="rect">
            <a:avLst/>
          </a:prstGeom>
          <a:noFill/>
        </p:spPr>
        <p:txBody>
          <a:bodyPr wrap="square">
            <a:spAutoFit/>
          </a:bodyPr>
          <a:lstStyle/>
          <a:p>
            <a:pPr algn="ctr"/>
            <a:r>
              <a:rPr lang="zh-TW" altLang="en-US" sz="1800" b="1">
                <a:latin typeface="DengXian" panose="02010600030101010101" pitchFamily="2" charset="-122"/>
                <a:ea typeface="DengXian" panose="02010600030101010101" pitchFamily="2" charset="-122"/>
              </a:rPr>
              <a:t>時間</a:t>
            </a:r>
            <a:endParaRPr lang="en-US" altLang="zh-TW" b="1">
              <a:latin typeface="DengXian" panose="02010600030101010101" pitchFamily="2" charset="-122"/>
              <a:ea typeface="DengXian" panose="02010600030101010101" pitchFamily="2" charset="-122"/>
            </a:endParaRPr>
          </a:p>
          <a:p>
            <a:pPr algn="ctr"/>
            <a:r>
              <a:rPr lang="zh-TW" altLang="en-US" sz="1800">
                <a:latin typeface="DengXian" panose="02010600030101010101" pitchFamily="2" charset="-122"/>
                <a:ea typeface="DengXian" panose="02010600030101010101" pitchFamily="2" charset="-122"/>
              </a:rPr>
              <a:t>毋須自行處理系統升級</a:t>
            </a:r>
            <a:endParaRPr lang="en-US" altLang="zh-TW" sz="1800">
              <a:latin typeface="DengXian" panose="02010600030101010101" pitchFamily="2" charset="-122"/>
              <a:ea typeface="DengXian" panose="02010600030101010101" pitchFamily="2" charset="-122"/>
            </a:endParaRPr>
          </a:p>
          <a:p>
            <a:pPr algn="ctr"/>
            <a:r>
              <a:rPr lang="zh-TW" altLang="en-US" sz="1800">
                <a:latin typeface="DengXian" panose="02010600030101010101" pitchFamily="2" charset="-122"/>
                <a:ea typeface="DengXian" panose="02010600030101010101" pitchFamily="2" charset="-122"/>
              </a:rPr>
              <a:t>及網絡維護</a:t>
            </a:r>
          </a:p>
        </p:txBody>
      </p:sp>
    </p:spTree>
    <p:extLst>
      <p:ext uri="{BB962C8B-B14F-4D97-AF65-F5344CB8AC3E}">
        <p14:creationId xmlns:p14="http://schemas.microsoft.com/office/powerpoint/2010/main" val="1119391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06A323-5041-50BB-56BC-C0FA8E77D216}"/>
            </a:ext>
          </a:extLst>
        </p:cNvPr>
        <p:cNvGrpSpPr/>
        <p:nvPr/>
      </p:nvGrpSpPr>
      <p:grpSpPr>
        <a:xfrm>
          <a:off x="0" y="0"/>
          <a:ext cx="0" cy="0"/>
          <a:chOff x="0" y="0"/>
          <a:chExt cx="0" cy="0"/>
        </a:xfrm>
      </p:grpSpPr>
      <p:pic>
        <p:nvPicPr>
          <p:cNvPr id="5" name="圖片 4" descr="Japanese anime / manga illustration style, clean modern seinenleaning art, semirealistic proportions, expressive but restrained; aimed at 16yearold students — NOT childish, NOT chibi, NOT kawaii mascot style, NOT picturebook style; mature, stylish, intelligentlooking illustration. Scene: A triptych composition divided into three equal vertical panels by two thin clean white lines, all sharing the same simple ground line so the sequence reads as one continuous story. Left panel money saved: A teenage male student with short black hair, wearing a simple blazer uniform, stands calmly beside a small intact stack of coinlike discs and a closed simple chest shape, both untouched and stable. Behind him, a large blocky servertower silhouette is shown faded, greyedout, and shrunk into the far background with a soft dashed outline, visually implying it is no longer needed. His posture is relaxed, one hand resting on the coin stack, expression calm and satisfied. Middle panel time saved: A teenage female student with long black hair sits comfortably on a simple low platform, holding a plain closed book on her lap, expression relaxed and unhurried. Beside her floats a simple round gearandclock hybrid shape, its gears turning smoothly on its own with a faint soft glow, requiring no handson adjustment from her, symbolizing automatic upkeep freeing her time. Right panel manpower refocused: The same male and female student stand together, now working side by side to stack simple geometric building blocks upward into a small growing tower shape representing new business growth. Beside their feet, a tangled cablelike shape has been neatly coiled into a small tidy loop and set aside untouched, showing that maintenance work is no longer their focus. Their expressions are engaged and focused on the blocks they are building, leaning slightly toward each other in collaboration. ABSOLUTELY NO TEXT of any kind — no letters, no words, no numbers, no captions, no labels, no signage, no UI text, no logos, no watermarks. All surfaces that would normally carry text must be left blank or suggested only by abstract shapes and lines. No real brand logos of any kind. Crisp clean linework, flat celshading with soft simple shadows, limited palette, no heavy gradients, no 3D render, no photorealism. 16:9 landscape composition. Pure white FFFFFF background, completely plain — no texture, no pattern, no frame, no border, no drop shadow, no coloured backdrop. Subjects float on clean white space with generous negative space. Restrained colour palette: deep navy 1F3A5F for linework and darks; single accent colour teal 2A9D8F used consistently across the glowing gear, the growing block tower, and highlight details in all three panels to signal a positive resolution; plus soft neutral greys for the faded server silhouette and secondary shading. Simple, uncluttered composition, one clear focal point per panel, readable silhouette, legible when projected in a classroom. Highquality editorial illustration, textbookquality, professional anime illustration.">
            <a:extLst>
              <a:ext uri="{FF2B5EF4-FFF2-40B4-BE49-F238E27FC236}">
                <a16:creationId xmlns:a16="http://schemas.microsoft.com/office/drawing/2014/main" id="{64E692C6-65E1-57F1-12FD-AD5969C3AFE1}"/>
              </a:ext>
            </a:extLst>
          </p:cNvPr>
          <p:cNvPicPr>
            <a:picLocks noChangeAspect="1"/>
          </p:cNvPicPr>
          <p:nvPr/>
        </p:nvPicPr>
        <p:blipFill>
          <a:blip r:embed="rId2"/>
          <a:srcRect t="16973" b="13332"/>
          <a:stretch>
            <a:fillRect/>
          </a:stretch>
        </p:blipFill>
        <p:spPr>
          <a:xfrm>
            <a:off x="1295400" y="1921480"/>
            <a:ext cx="8114145" cy="3182677"/>
          </a:xfrm>
          <a:prstGeom prst="rect">
            <a:avLst/>
          </a:prstGeom>
        </p:spPr>
      </p:pic>
      <p:sp>
        <p:nvSpPr>
          <p:cNvPr id="2" name="Title 1">
            <a:extLst>
              <a:ext uri="{FF2B5EF4-FFF2-40B4-BE49-F238E27FC236}">
                <a16:creationId xmlns:a16="http://schemas.microsoft.com/office/drawing/2014/main" id="{7EBE9122-489B-A999-1753-34E40B579AD4}"/>
              </a:ext>
            </a:extLst>
          </p:cNvPr>
          <p:cNvSpPr>
            <a:spLocks noGrp="1"/>
          </p:cNvSpPr>
          <p:nvPr>
            <p:ph type="title"/>
          </p:nvPr>
        </p:nvSpPr>
        <p:spPr>
          <a:xfrm>
            <a:off x="1295400" y="328173"/>
            <a:ext cx="9601200" cy="1485900"/>
          </a:xfrm>
        </p:spPr>
        <p:txBody>
          <a:bodyPr/>
          <a:lstStyle/>
          <a:p>
            <a:r>
              <a:rPr lang="zh-TW" altLang="en-US" b="1">
                <a:latin typeface="DengXian" panose="02010600030101010101" pitchFamily="2" charset="-122"/>
                <a:ea typeface="DengXian" panose="02010600030101010101" pitchFamily="2" charset="-122"/>
              </a:rPr>
              <a:t>故事結局</a:t>
            </a:r>
          </a:p>
        </p:txBody>
      </p:sp>
      <p:sp>
        <p:nvSpPr>
          <p:cNvPr id="3" name="Content Placeholder 2">
            <a:extLst>
              <a:ext uri="{FF2B5EF4-FFF2-40B4-BE49-F238E27FC236}">
                <a16:creationId xmlns:a16="http://schemas.microsoft.com/office/drawing/2014/main" id="{1B624F8C-CD35-F58B-63FD-6A03923985BA}"/>
              </a:ext>
            </a:extLst>
          </p:cNvPr>
          <p:cNvSpPr>
            <a:spLocks noGrp="1"/>
          </p:cNvSpPr>
          <p:nvPr>
            <p:ph idx="1"/>
          </p:nvPr>
        </p:nvSpPr>
        <p:spPr>
          <a:xfrm>
            <a:off x="1295400" y="1527780"/>
            <a:ext cx="6985000" cy="393700"/>
          </a:xfrm>
        </p:spPr>
        <p:txBody>
          <a:bodyPr>
            <a:noAutofit/>
          </a:bodyPr>
          <a:lstStyle/>
          <a:p>
            <a:pPr marL="0" indent="0">
              <a:buNone/>
            </a:pPr>
            <a:r>
              <a:rPr lang="zh-TW" altLang="en-US">
                <a:latin typeface="DengXian" panose="02010600030101010101" pitchFamily="2" charset="-122"/>
                <a:ea typeface="DengXian" panose="02010600030101010101" pitchFamily="2" charset="-122"/>
              </a:rPr>
              <a:t>你的物業管理公司採用雲計算後，成功節省：</a:t>
            </a:r>
          </a:p>
        </p:txBody>
      </p:sp>
      <p:sp>
        <p:nvSpPr>
          <p:cNvPr id="4" name="Slide Number Placeholder 3">
            <a:extLst>
              <a:ext uri="{FF2B5EF4-FFF2-40B4-BE49-F238E27FC236}">
                <a16:creationId xmlns:a16="http://schemas.microsoft.com/office/drawing/2014/main" id="{8682BCF3-3B06-CD8F-E912-D108F7D9F6A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sp>
        <p:nvSpPr>
          <p:cNvPr id="9" name="文字方塊 8">
            <a:extLst>
              <a:ext uri="{FF2B5EF4-FFF2-40B4-BE49-F238E27FC236}">
                <a16:creationId xmlns:a16="http://schemas.microsoft.com/office/drawing/2014/main" id="{3F846DA3-BA16-8E29-2080-9D7F2341760C}"/>
              </a:ext>
            </a:extLst>
          </p:cNvPr>
          <p:cNvSpPr txBox="1"/>
          <p:nvPr/>
        </p:nvSpPr>
        <p:spPr>
          <a:xfrm>
            <a:off x="5019964" y="5179335"/>
            <a:ext cx="6096000" cy="923330"/>
          </a:xfrm>
          <a:prstGeom prst="rect">
            <a:avLst/>
          </a:prstGeom>
          <a:noFill/>
        </p:spPr>
        <p:txBody>
          <a:bodyPr wrap="square">
            <a:spAutoFit/>
          </a:bodyPr>
          <a:lstStyle/>
          <a:p>
            <a:pPr algn="ctr"/>
            <a:r>
              <a:rPr lang="zh-TW" altLang="en-US" b="1">
                <a:latin typeface="DengXian" panose="02010600030101010101" pitchFamily="2" charset="-122"/>
                <a:ea typeface="DengXian" panose="02010600030101010101" pitchFamily="2" charset="-122"/>
              </a:rPr>
              <a:t>人力資源</a:t>
            </a:r>
            <a:endParaRPr lang="en-US" altLang="zh-TW" b="1">
              <a:latin typeface="DengXian" panose="02010600030101010101" pitchFamily="2" charset="-122"/>
              <a:ea typeface="DengXian" panose="02010600030101010101" pitchFamily="2" charset="-122"/>
            </a:endParaRPr>
          </a:p>
          <a:p>
            <a:pPr algn="ctr"/>
            <a:r>
              <a:rPr lang="zh-TW" altLang="en-US">
                <a:latin typeface="DengXian" panose="02010600030101010101" pitchFamily="2" charset="-122"/>
                <a:ea typeface="DengXian" panose="02010600030101010101" pitchFamily="2" charset="-122"/>
              </a:rPr>
              <a:t>資訊科技團隊可專注於</a:t>
            </a:r>
            <a:endParaRPr lang="en-US" altLang="zh-TW">
              <a:latin typeface="DengXian" panose="02010600030101010101" pitchFamily="2" charset="-122"/>
              <a:ea typeface="DengXian" panose="02010600030101010101" pitchFamily="2" charset="-122"/>
            </a:endParaRPr>
          </a:p>
          <a:p>
            <a:pPr algn="ctr"/>
            <a:r>
              <a:rPr lang="zh-TW" altLang="en-US">
                <a:latin typeface="DengXian" panose="02010600030101010101" pitchFamily="2" charset="-122"/>
                <a:ea typeface="DengXian" panose="02010600030101010101" pitchFamily="2" charset="-122"/>
              </a:rPr>
              <a:t>核心業務發展</a:t>
            </a:r>
          </a:p>
        </p:txBody>
      </p:sp>
      <p:sp>
        <p:nvSpPr>
          <p:cNvPr id="11" name="文字方塊 10">
            <a:extLst>
              <a:ext uri="{FF2B5EF4-FFF2-40B4-BE49-F238E27FC236}">
                <a16:creationId xmlns:a16="http://schemas.microsoft.com/office/drawing/2014/main" id="{0D48176D-8B8C-1FA7-E90E-EDB2D448A354}"/>
              </a:ext>
            </a:extLst>
          </p:cNvPr>
          <p:cNvSpPr txBox="1"/>
          <p:nvPr/>
        </p:nvSpPr>
        <p:spPr>
          <a:xfrm>
            <a:off x="1295400" y="5317834"/>
            <a:ext cx="2618508" cy="646331"/>
          </a:xfrm>
          <a:prstGeom prst="rect">
            <a:avLst/>
          </a:prstGeom>
          <a:noFill/>
        </p:spPr>
        <p:txBody>
          <a:bodyPr wrap="square">
            <a:spAutoFit/>
          </a:bodyPr>
          <a:lstStyle/>
          <a:p>
            <a:pPr algn="ctr"/>
            <a:r>
              <a:rPr lang="zh-TW" altLang="en-US" sz="1800" b="1">
                <a:latin typeface="DengXian" panose="02010600030101010101" pitchFamily="2" charset="-122"/>
                <a:ea typeface="DengXian" panose="02010600030101010101" pitchFamily="2" charset="-122"/>
              </a:rPr>
              <a:t>金錢</a:t>
            </a:r>
            <a:endParaRPr lang="en-US" altLang="zh-TW" b="1">
              <a:latin typeface="DengXian" panose="02010600030101010101" pitchFamily="2" charset="-122"/>
              <a:ea typeface="DengXian" panose="02010600030101010101" pitchFamily="2" charset="-122"/>
            </a:endParaRPr>
          </a:p>
          <a:p>
            <a:pPr algn="ctr"/>
            <a:r>
              <a:rPr lang="zh-TW" altLang="en-US" sz="1800">
                <a:latin typeface="DengXian" panose="02010600030101010101" pitchFamily="2" charset="-122"/>
                <a:ea typeface="DengXian" panose="02010600030101010101" pitchFamily="2" charset="-122"/>
              </a:rPr>
              <a:t>毋須承擔龐大硬件投資</a:t>
            </a:r>
          </a:p>
        </p:txBody>
      </p:sp>
      <p:sp>
        <p:nvSpPr>
          <p:cNvPr id="13" name="文字方塊 12">
            <a:extLst>
              <a:ext uri="{FF2B5EF4-FFF2-40B4-BE49-F238E27FC236}">
                <a16:creationId xmlns:a16="http://schemas.microsoft.com/office/drawing/2014/main" id="{5CD48643-E387-DEF1-9E0D-23A1F60689E8}"/>
              </a:ext>
            </a:extLst>
          </p:cNvPr>
          <p:cNvSpPr txBox="1"/>
          <p:nvPr/>
        </p:nvSpPr>
        <p:spPr>
          <a:xfrm>
            <a:off x="3508662" y="5211564"/>
            <a:ext cx="3687619" cy="923330"/>
          </a:xfrm>
          <a:prstGeom prst="rect">
            <a:avLst/>
          </a:prstGeom>
          <a:noFill/>
        </p:spPr>
        <p:txBody>
          <a:bodyPr wrap="square">
            <a:spAutoFit/>
          </a:bodyPr>
          <a:lstStyle/>
          <a:p>
            <a:pPr algn="ctr"/>
            <a:r>
              <a:rPr lang="zh-TW" altLang="en-US" sz="1800" b="1">
                <a:latin typeface="DengXian" panose="02010600030101010101" pitchFamily="2" charset="-122"/>
                <a:ea typeface="DengXian" panose="02010600030101010101" pitchFamily="2" charset="-122"/>
              </a:rPr>
              <a:t>時間</a:t>
            </a:r>
            <a:endParaRPr lang="en-US" altLang="zh-TW" b="1">
              <a:latin typeface="DengXian" panose="02010600030101010101" pitchFamily="2" charset="-122"/>
              <a:ea typeface="DengXian" panose="02010600030101010101" pitchFamily="2" charset="-122"/>
            </a:endParaRPr>
          </a:p>
          <a:p>
            <a:pPr algn="ctr"/>
            <a:r>
              <a:rPr lang="zh-TW" altLang="en-US" sz="1800">
                <a:latin typeface="DengXian" panose="02010600030101010101" pitchFamily="2" charset="-122"/>
                <a:ea typeface="DengXian" panose="02010600030101010101" pitchFamily="2" charset="-122"/>
              </a:rPr>
              <a:t>毋須自行處理系統升級</a:t>
            </a:r>
            <a:endParaRPr lang="en-US" altLang="zh-TW" sz="1800">
              <a:latin typeface="DengXian" panose="02010600030101010101" pitchFamily="2" charset="-122"/>
              <a:ea typeface="DengXian" panose="02010600030101010101" pitchFamily="2" charset="-122"/>
            </a:endParaRPr>
          </a:p>
          <a:p>
            <a:pPr algn="ctr"/>
            <a:r>
              <a:rPr lang="zh-TW" altLang="en-US" sz="1800">
                <a:latin typeface="DengXian" panose="02010600030101010101" pitchFamily="2" charset="-122"/>
                <a:ea typeface="DengXian" panose="02010600030101010101" pitchFamily="2" charset="-122"/>
              </a:rPr>
              <a:t>及網絡維護</a:t>
            </a:r>
          </a:p>
        </p:txBody>
      </p:sp>
    </p:spTree>
    <p:extLst>
      <p:ext uri="{BB962C8B-B14F-4D97-AF65-F5344CB8AC3E}">
        <p14:creationId xmlns:p14="http://schemas.microsoft.com/office/powerpoint/2010/main" val="112398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E6194-686B-5FE2-4EB3-1F94AAB76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75AB5-6280-0FAF-B53C-4875567A5F03}"/>
              </a:ext>
            </a:extLst>
          </p:cNvPr>
          <p:cNvSpPr>
            <a:spLocks noGrp="1"/>
          </p:cNvSpPr>
          <p:nvPr>
            <p:ph type="title"/>
          </p:nvPr>
        </p:nvSpPr>
        <p:spPr>
          <a:xfrm>
            <a:off x="1295400" y="685800"/>
            <a:ext cx="9601200" cy="1485900"/>
          </a:xfrm>
        </p:spPr>
        <p:txBody>
          <a:bodyPr/>
          <a:lstStyle/>
          <a:p>
            <a:r>
              <a:rPr lang="zh-TW" altLang="en-US" b="1">
                <a:latin typeface="DengXian" panose="02010600030101010101" pitchFamily="2" charset="-122"/>
                <a:ea typeface="DengXian" panose="02010600030101010101" pitchFamily="2" charset="-122"/>
              </a:rPr>
              <a:t>課堂重點總結</a:t>
            </a:r>
          </a:p>
        </p:txBody>
      </p:sp>
      <p:sp>
        <p:nvSpPr>
          <p:cNvPr id="3" name="Content Placeholder 2">
            <a:extLst>
              <a:ext uri="{FF2B5EF4-FFF2-40B4-BE49-F238E27FC236}">
                <a16:creationId xmlns:a16="http://schemas.microsoft.com/office/drawing/2014/main" id="{1815C8E5-357D-9A50-7A1E-90EFF2AE10C0}"/>
              </a:ext>
            </a:extLst>
          </p:cNvPr>
          <p:cNvSpPr>
            <a:spLocks noGrp="1"/>
          </p:cNvSpPr>
          <p:nvPr>
            <p:ph idx="1"/>
          </p:nvPr>
        </p:nvSpPr>
        <p:spPr>
          <a:xfrm>
            <a:off x="1371600" y="2286000"/>
            <a:ext cx="9525000" cy="2074244"/>
          </a:xfrm>
        </p:spPr>
        <p:txBody>
          <a:bodyPr>
            <a:noAutofit/>
          </a:bodyPr>
          <a:lstStyle/>
          <a:p>
            <a:pPr marL="0" indent="0">
              <a:buNone/>
            </a:pPr>
            <a:r>
              <a:rPr lang="zh-TW" altLang="en-US" b="1">
                <a:latin typeface="DengXian" panose="02010600030101010101" pitchFamily="2" charset="-122"/>
                <a:ea typeface="DengXian" panose="02010600030101010101" pitchFamily="2" charset="-122"/>
              </a:rPr>
              <a:t>雲計算的核心價值</a:t>
            </a:r>
            <a:r>
              <a:rPr lang="zh-TW" altLang="en-US">
                <a:latin typeface="DengXian" panose="02010600030101010101" pitchFamily="2" charset="-122"/>
                <a:ea typeface="DengXian" panose="02010600030101010101" pitchFamily="2" charset="-122"/>
              </a:rPr>
              <a:t>，在於讓企業將基礎設施</a:t>
            </a:r>
            <a:r>
              <a:rPr lang="zh-TW" altLang="en-US" u="sng">
                <a:latin typeface="DengXian" panose="02010600030101010101" pitchFamily="2" charset="-122"/>
                <a:ea typeface="DengXian" panose="02010600030101010101" pitchFamily="2" charset="-122"/>
              </a:rPr>
              <a:t>管理責任交由專業供應商負責</a:t>
            </a:r>
            <a:r>
              <a:rPr lang="zh-TW" altLang="en-US">
                <a:latin typeface="DengXian" panose="02010600030101010101" pitchFamily="2" charset="-122"/>
                <a:ea typeface="DengXian" panose="02010600030101010101" pitchFamily="2" charset="-122"/>
              </a:rPr>
              <a:t>，從而可以</a:t>
            </a:r>
            <a:r>
              <a:rPr lang="zh-TW" altLang="en-US" u="sng">
                <a:latin typeface="DengXian" panose="02010600030101010101" pitchFamily="2" charset="-122"/>
                <a:ea typeface="DengXian" panose="02010600030101010101" pitchFamily="2" charset="-122"/>
              </a:rPr>
              <a:t>專注於核心業務發展</a:t>
            </a:r>
          </a:p>
        </p:txBody>
      </p:sp>
      <p:sp>
        <p:nvSpPr>
          <p:cNvPr id="4" name="Slide Number Placeholder 3">
            <a:extLst>
              <a:ext uri="{FF2B5EF4-FFF2-40B4-BE49-F238E27FC236}">
                <a16:creationId xmlns:a16="http://schemas.microsoft.com/office/drawing/2014/main" id="{3802C396-BB79-F576-603E-D0AC7981145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DengXian" panose="02010600030101010101" pitchFamily="2" charset="-122"/>
                <a:ea typeface="DengXian" panose="02010600030101010101" pitchFamily="2" charset="-122"/>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white"/>
              </a:solidFill>
              <a:effectLst/>
              <a:uLnTx/>
              <a:uFillTx/>
              <a:latin typeface="DengXian" panose="02010600030101010101" pitchFamily="2" charset="-122"/>
              <a:ea typeface="DengXian" panose="02010600030101010101" pitchFamily="2" charset="-122"/>
            </a:endParaRPr>
          </a:p>
        </p:txBody>
      </p:sp>
      <p:graphicFrame>
        <p:nvGraphicFramePr>
          <p:cNvPr id="5" name="表格 4">
            <a:extLst>
              <a:ext uri="{FF2B5EF4-FFF2-40B4-BE49-F238E27FC236}">
                <a16:creationId xmlns:a16="http://schemas.microsoft.com/office/drawing/2014/main" id="{D62B8BF4-EC37-BE1C-F27D-745DED6A4958}"/>
              </a:ext>
            </a:extLst>
          </p:cNvPr>
          <p:cNvGraphicFramePr>
            <a:graphicFrameLocks noGrp="1"/>
          </p:cNvGraphicFramePr>
          <p:nvPr>
            <p:extLst>
              <p:ext uri="{D42A27DB-BD31-4B8C-83A1-F6EECF244321}">
                <p14:modId xmlns:p14="http://schemas.microsoft.com/office/powerpoint/2010/main" val="3934410978"/>
              </p:ext>
            </p:extLst>
          </p:nvPr>
        </p:nvGraphicFramePr>
        <p:xfrm>
          <a:off x="1371600" y="3543301"/>
          <a:ext cx="9277927" cy="2286000"/>
        </p:xfrm>
        <a:graphic>
          <a:graphicData uri="http://schemas.openxmlformats.org/drawingml/2006/table">
            <a:tbl>
              <a:tblPr>
                <a:tableStyleId>{5C22544A-7EE6-4342-B048-85BDC9FD1C3A}</a:tableStyleId>
              </a:tblPr>
              <a:tblGrid>
                <a:gridCol w="2572210">
                  <a:extLst>
                    <a:ext uri="{9D8B030D-6E8A-4147-A177-3AD203B41FA5}">
                      <a16:colId xmlns:a16="http://schemas.microsoft.com/office/drawing/2014/main" val="158966128"/>
                    </a:ext>
                  </a:extLst>
                </a:gridCol>
                <a:gridCol w="2124481">
                  <a:extLst>
                    <a:ext uri="{9D8B030D-6E8A-4147-A177-3AD203B41FA5}">
                      <a16:colId xmlns:a16="http://schemas.microsoft.com/office/drawing/2014/main" val="2033253012"/>
                    </a:ext>
                  </a:extLst>
                </a:gridCol>
                <a:gridCol w="4581236">
                  <a:extLst>
                    <a:ext uri="{9D8B030D-6E8A-4147-A177-3AD203B41FA5}">
                      <a16:colId xmlns:a16="http://schemas.microsoft.com/office/drawing/2014/main" val="2066779984"/>
                    </a:ext>
                  </a:extLst>
                </a:gridCol>
              </a:tblGrid>
              <a:tr h="0">
                <a:tc>
                  <a:txBody>
                    <a:bodyPr/>
                    <a:lstStyle/>
                    <a:p>
                      <a:pPr>
                        <a:buNone/>
                      </a:pPr>
                      <a:r>
                        <a:rPr lang="zh-HK" b="1">
                          <a:latin typeface="DengXian" panose="02010600030101010101" pitchFamily="2" charset="-122"/>
                          <a:ea typeface="DengXian" panose="02010600030101010101" pitchFamily="2" charset="-122"/>
                        </a:rPr>
                        <a:t>傳統自架伺服器的挑戰</a:t>
                      </a:r>
                    </a:p>
                  </a:txBody>
                  <a:tcPr anchor="ctr">
                    <a:solidFill>
                      <a:srgbClr val="FFCE2B"/>
                    </a:solidFill>
                  </a:tcPr>
                </a:tc>
                <a:tc>
                  <a:txBody>
                    <a:bodyPr/>
                    <a:lstStyle/>
                    <a:p>
                      <a:pPr>
                        <a:buNone/>
                      </a:pPr>
                      <a:r>
                        <a:rPr lang="zh-HK" b="1">
                          <a:latin typeface="DengXian" panose="02010600030101010101" pitchFamily="2" charset="-122"/>
                          <a:ea typeface="DengXian" panose="02010600030101010101" pitchFamily="2" charset="-122"/>
                        </a:rPr>
                        <a:t>雲</a:t>
                      </a:r>
                      <a:r>
                        <a:rPr lang="zh-TW" altLang="en-US" b="1">
                          <a:latin typeface="DengXian" panose="02010600030101010101" pitchFamily="2" charset="-122"/>
                          <a:ea typeface="DengXian" panose="02010600030101010101" pitchFamily="2" charset="-122"/>
                        </a:rPr>
                        <a:t>計算</a:t>
                      </a:r>
                      <a:r>
                        <a:rPr lang="zh-HK" b="1">
                          <a:latin typeface="DengXian" panose="02010600030101010101" pitchFamily="2" charset="-122"/>
                          <a:ea typeface="DengXian" panose="02010600030101010101" pitchFamily="2" charset="-122"/>
                        </a:rPr>
                        <a:t>的對應特性</a:t>
                      </a:r>
                    </a:p>
                  </a:txBody>
                  <a:tcPr anchor="ctr">
                    <a:solidFill>
                      <a:srgbClr val="FFCE2B"/>
                    </a:solidFill>
                  </a:tcPr>
                </a:tc>
                <a:tc>
                  <a:txBody>
                    <a:bodyPr/>
                    <a:lstStyle/>
                    <a:p>
                      <a:pPr>
                        <a:buNone/>
                      </a:pPr>
                      <a:r>
                        <a:rPr lang="zh-TW" altLang="en-US" b="1">
                          <a:latin typeface="DengXian" panose="02010600030101010101" pitchFamily="2" charset="-122"/>
                          <a:ea typeface="DengXian" panose="02010600030101010101" pitchFamily="2" charset="-122"/>
                        </a:rPr>
                        <a:t>優勢</a:t>
                      </a:r>
                      <a:endParaRPr lang="zh-HK" b="1">
                        <a:latin typeface="DengXian" panose="02010600030101010101" pitchFamily="2" charset="-122"/>
                        <a:ea typeface="DengXian" panose="02010600030101010101" pitchFamily="2" charset="-122"/>
                      </a:endParaRPr>
                    </a:p>
                  </a:txBody>
                  <a:tcPr anchor="ctr">
                    <a:solidFill>
                      <a:srgbClr val="FFCE2B"/>
                    </a:solidFill>
                  </a:tcPr>
                </a:tc>
                <a:extLst>
                  <a:ext uri="{0D108BD9-81ED-4DB2-BD59-A6C34878D82A}">
                    <a16:rowId xmlns:a16="http://schemas.microsoft.com/office/drawing/2014/main" val="434802429"/>
                  </a:ext>
                </a:extLst>
              </a:tr>
              <a:tr h="0">
                <a:tc>
                  <a:txBody>
                    <a:bodyPr/>
                    <a:lstStyle/>
                    <a:p>
                      <a:pPr>
                        <a:buNone/>
                      </a:pPr>
                      <a:r>
                        <a:rPr lang="zh-HK" b="1">
                          <a:latin typeface="DengXian" panose="02010600030101010101" pitchFamily="2" charset="-122"/>
                          <a:ea typeface="DengXian" panose="02010600030101010101" pitchFamily="2" charset="-122"/>
                        </a:rPr>
                        <a:t>硬件管理</a:t>
                      </a:r>
                    </a:p>
                  </a:txBody>
                  <a:tcPr anchor="ctr">
                    <a:solidFill>
                      <a:schemeClr val="accent4">
                        <a:lumMod val="40000"/>
                        <a:lumOff val="60000"/>
                      </a:schemeClr>
                    </a:solidFill>
                  </a:tcPr>
                </a:tc>
                <a:tc>
                  <a:txBody>
                    <a:bodyPr/>
                    <a:lstStyle/>
                    <a:p>
                      <a:pPr>
                        <a:buNone/>
                      </a:pPr>
                      <a:r>
                        <a:rPr lang="zh-HK">
                          <a:latin typeface="DengXian" panose="02010600030101010101" pitchFamily="2" charset="-122"/>
                          <a:ea typeface="DengXian" panose="02010600030101010101" pitchFamily="2" charset="-122"/>
                        </a:rPr>
                        <a:t>即用即付</a:t>
                      </a:r>
                    </a:p>
                  </a:txBody>
                  <a:tcPr anchor="ctr"/>
                </a:tc>
                <a:tc>
                  <a:txBody>
                    <a:bodyPr/>
                    <a:lstStyle/>
                    <a:p>
                      <a:pPr>
                        <a:buNone/>
                      </a:pPr>
                      <a:r>
                        <a:rPr lang="zh-HK">
                          <a:latin typeface="DengXian" panose="02010600030101010101" pitchFamily="2" charset="-122"/>
                          <a:ea typeface="DengXian" panose="02010600030101010101" pitchFamily="2" charset="-122"/>
                        </a:rPr>
                        <a:t>免除初期</a:t>
                      </a:r>
                      <a:r>
                        <a:rPr lang="zh-HK" b="1">
                          <a:latin typeface="DengXian" panose="02010600030101010101" pitchFamily="2" charset="-122"/>
                          <a:ea typeface="DengXian" panose="02010600030101010101" pitchFamily="2" charset="-122"/>
                        </a:rPr>
                        <a:t>高昂的硬件採購</a:t>
                      </a:r>
                      <a:r>
                        <a:rPr lang="zh-HK">
                          <a:latin typeface="DengXian" panose="02010600030101010101" pitchFamily="2" charset="-122"/>
                          <a:ea typeface="DengXian" panose="02010600030101010101" pitchFamily="2" charset="-122"/>
                        </a:rPr>
                        <a:t>與</a:t>
                      </a:r>
                      <a:r>
                        <a:rPr lang="zh-HK" b="1">
                          <a:latin typeface="DengXian" panose="02010600030101010101" pitchFamily="2" charset="-122"/>
                          <a:ea typeface="DengXian" panose="02010600030101010101" pitchFamily="2" charset="-122"/>
                        </a:rPr>
                        <a:t>維護成本</a:t>
                      </a:r>
                      <a:r>
                        <a:rPr lang="zh-HK">
                          <a:latin typeface="DengXian" panose="02010600030101010101" pitchFamily="2" charset="-122"/>
                          <a:ea typeface="DengXian" panose="02010600030101010101" pitchFamily="2" charset="-122"/>
                        </a:rPr>
                        <a:t>，按實際用量付費。</a:t>
                      </a:r>
                    </a:p>
                  </a:txBody>
                  <a:tcPr anchor="ctr"/>
                </a:tc>
                <a:extLst>
                  <a:ext uri="{0D108BD9-81ED-4DB2-BD59-A6C34878D82A}">
                    <a16:rowId xmlns:a16="http://schemas.microsoft.com/office/drawing/2014/main" val="1535266586"/>
                  </a:ext>
                </a:extLst>
              </a:tr>
              <a:tr h="0">
                <a:tc>
                  <a:txBody>
                    <a:bodyPr/>
                    <a:lstStyle/>
                    <a:p>
                      <a:pPr>
                        <a:buNone/>
                      </a:pPr>
                      <a:r>
                        <a:rPr lang="zh-HK" b="1">
                          <a:latin typeface="DengXian" panose="02010600030101010101" pitchFamily="2" charset="-122"/>
                          <a:ea typeface="DengXian" panose="02010600030101010101" pitchFamily="2" charset="-122"/>
                        </a:rPr>
                        <a:t>軟件管理</a:t>
                      </a:r>
                    </a:p>
                  </a:txBody>
                  <a:tcPr anchor="ctr">
                    <a:solidFill>
                      <a:schemeClr val="accent4">
                        <a:lumMod val="40000"/>
                        <a:lumOff val="60000"/>
                      </a:schemeClr>
                    </a:solidFill>
                  </a:tcPr>
                </a:tc>
                <a:tc>
                  <a:txBody>
                    <a:bodyPr/>
                    <a:lstStyle/>
                    <a:p>
                      <a:pPr>
                        <a:buNone/>
                      </a:pPr>
                      <a:r>
                        <a:rPr lang="zh-HK">
                          <a:latin typeface="DengXian" panose="02010600030101010101" pitchFamily="2" charset="-122"/>
                          <a:ea typeface="DengXian" panose="02010600030101010101" pitchFamily="2" charset="-122"/>
                        </a:rPr>
                        <a:t>彈性靈活</a:t>
                      </a:r>
                    </a:p>
                  </a:txBody>
                  <a:tcPr anchor="ctr"/>
                </a:tc>
                <a:tc>
                  <a:txBody>
                    <a:bodyPr/>
                    <a:lstStyle/>
                    <a:p>
                      <a:pPr>
                        <a:buNone/>
                      </a:pPr>
                      <a:r>
                        <a:rPr lang="zh-HK">
                          <a:latin typeface="DengXian" panose="02010600030101010101" pitchFamily="2" charset="-122"/>
                          <a:ea typeface="DengXian" panose="02010600030101010101" pitchFamily="2" charset="-122"/>
                        </a:rPr>
                        <a:t>快速部署及更新作業系統、中介軟件與應用程式，</a:t>
                      </a:r>
                      <a:r>
                        <a:rPr lang="zh-HK" b="1">
                          <a:latin typeface="DengXian" panose="02010600030101010101" pitchFamily="2" charset="-122"/>
                          <a:ea typeface="DengXian" panose="02010600030101010101" pitchFamily="2" charset="-122"/>
                        </a:rPr>
                        <a:t>減輕維護負擔</a:t>
                      </a:r>
                      <a:r>
                        <a:rPr lang="zh-HK">
                          <a:latin typeface="DengXian" panose="02010600030101010101" pitchFamily="2" charset="-122"/>
                          <a:ea typeface="DengXian" panose="02010600030101010101" pitchFamily="2" charset="-122"/>
                        </a:rPr>
                        <a:t>。</a:t>
                      </a:r>
                    </a:p>
                  </a:txBody>
                  <a:tcPr anchor="ctr"/>
                </a:tc>
                <a:extLst>
                  <a:ext uri="{0D108BD9-81ED-4DB2-BD59-A6C34878D82A}">
                    <a16:rowId xmlns:a16="http://schemas.microsoft.com/office/drawing/2014/main" val="2539170421"/>
                  </a:ext>
                </a:extLst>
              </a:tr>
              <a:tr h="0">
                <a:tc>
                  <a:txBody>
                    <a:bodyPr/>
                    <a:lstStyle/>
                    <a:p>
                      <a:pPr>
                        <a:buNone/>
                      </a:pPr>
                      <a:r>
                        <a:rPr lang="zh-HK" b="1">
                          <a:latin typeface="DengXian" panose="02010600030101010101" pitchFamily="2" charset="-122"/>
                          <a:ea typeface="DengXian" panose="02010600030101010101" pitchFamily="2" charset="-122"/>
                        </a:rPr>
                        <a:t>網絡管理</a:t>
                      </a:r>
                    </a:p>
                  </a:txBody>
                  <a:tcPr anchor="ctr">
                    <a:solidFill>
                      <a:schemeClr val="accent4">
                        <a:lumMod val="40000"/>
                        <a:lumOff val="60000"/>
                      </a:schemeClr>
                    </a:solidFill>
                  </a:tcPr>
                </a:tc>
                <a:tc>
                  <a:txBody>
                    <a:bodyPr/>
                    <a:lstStyle/>
                    <a:p>
                      <a:pPr>
                        <a:buNone/>
                      </a:pPr>
                      <a:r>
                        <a:rPr lang="zh-HK">
                          <a:latin typeface="DengXian" panose="02010600030101010101" pitchFamily="2" charset="-122"/>
                          <a:ea typeface="DengXian" panose="02010600030101010101" pitchFamily="2" charset="-122"/>
                        </a:rPr>
                        <a:t>規模可伸縮</a:t>
                      </a:r>
                    </a:p>
                  </a:txBody>
                  <a:tcPr anchor="ctr"/>
                </a:tc>
                <a:tc>
                  <a:txBody>
                    <a:bodyPr/>
                    <a:lstStyle/>
                    <a:p>
                      <a:pPr>
                        <a:buNone/>
                      </a:pPr>
                      <a:r>
                        <a:rPr lang="zh-HK">
                          <a:latin typeface="DengXian" panose="02010600030101010101" pitchFamily="2" charset="-122"/>
                          <a:ea typeface="DengXian" panose="02010600030101010101" pitchFamily="2" charset="-122"/>
                        </a:rPr>
                        <a:t>隨業務需求</a:t>
                      </a:r>
                      <a:r>
                        <a:rPr lang="zh-HK" b="1">
                          <a:latin typeface="DengXian" panose="02010600030101010101" pitchFamily="2" charset="-122"/>
                          <a:ea typeface="DengXian" panose="02010600030101010101" pitchFamily="2" charset="-122"/>
                        </a:rPr>
                        <a:t>即時擴充或縮減</a:t>
                      </a:r>
                      <a:r>
                        <a:rPr lang="zh-HK">
                          <a:latin typeface="DengXian" panose="02010600030101010101" pitchFamily="2" charset="-122"/>
                          <a:ea typeface="DengXian" panose="02010600030101010101" pitchFamily="2" charset="-122"/>
                        </a:rPr>
                        <a:t>頻寬與運算資源，維持網絡效能穩定。</a:t>
                      </a:r>
                    </a:p>
                  </a:txBody>
                  <a:tcPr anchor="ctr"/>
                </a:tc>
                <a:extLst>
                  <a:ext uri="{0D108BD9-81ED-4DB2-BD59-A6C34878D82A}">
                    <a16:rowId xmlns:a16="http://schemas.microsoft.com/office/drawing/2014/main" val="516249626"/>
                  </a:ext>
                </a:extLst>
              </a:tr>
            </a:tbl>
          </a:graphicData>
        </a:graphic>
      </p:graphicFrame>
    </p:spTree>
    <p:extLst>
      <p:ext uri="{BB962C8B-B14F-4D97-AF65-F5344CB8AC3E}">
        <p14:creationId xmlns:p14="http://schemas.microsoft.com/office/powerpoint/2010/main" val="2896422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0F2270A-69D8-C157-3359-139526A446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7F101E-9DCB-DFCE-8277-CEC1620B7DC6}"/>
              </a:ext>
            </a:extLst>
          </p:cNvPr>
          <p:cNvSpPr>
            <a:spLocks noGrp="1"/>
          </p:cNvSpPr>
          <p:nvPr>
            <p:ph type="title"/>
          </p:nvPr>
        </p:nvSpPr>
        <p:spPr/>
        <p:txBody>
          <a:bodyPr/>
          <a:lstStyle/>
          <a:p>
            <a:r>
              <a:rPr lang="en-US" b="1">
                <a:latin typeface="DengXian" panose="02010600030101010101" pitchFamily="2" charset="-122"/>
                <a:ea typeface="DengXian" panose="02010600030101010101" pitchFamily="2" charset="-122"/>
              </a:rPr>
              <a:t>課堂任務</a:t>
            </a:r>
          </a:p>
        </p:txBody>
      </p:sp>
      <p:sp>
        <p:nvSpPr>
          <p:cNvPr id="6" name="Text Placeholder 5">
            <a:extLst>
              <a:ext uri="{FF2B5EF4-FFF2-40B4-BE49-F238E27FC236}">
                <a16:creationId xmlns:a16="http://schemas.microsoft.com/office/drawing/2014/main" id="{B41E3E02-1C0A-0669-5740-B7287879DD35}"/>
              </a:ext>
            </a:extLst>
          </p:cNvPr>
          <p:cNvSpPr>
            <a:spLocks noGrp="1"/>
          </p:cNvSpPr>
          <p:nvPr>
            <p:ph type="body" idx="1"/>
          </p:nvPr>
        </p:nvSpPr>
        <p:spPr>
          <a:xfrm>
            <a:off x="228601" y="3782497"/>
            <a:ext cx="10149396" cy="1670449"/>
          </a:xfrm>
        </p:spPr>
        <p:txBody>
          <a:bodyPr>
            <a:normAutofit/>
          </a:bodyPr>
          <a:lstStyle/>
          <a:p>
            <a:r>
              <a:rPr lang="zh-HK" altLang="zh-HK" b="1">
                <a:latin typeface="DengXian" panose="02010600030101010101" pitchFamily="2" charset="-122"/>
                <a:ea typeface="DengXian" panose="02010600030101010101" pitchFamily="2" charset="-122"/>
              </a:rPr>
              <a:t>地端</a:t>
            </a:r>
            <a:r>
              <a:rPr lang="en-US" altLang="zh-HK" b="1">
                <a:latin typeface="DengXian" panose="02010600030101010101" pitchFamily="2" charset="-122"/>
                <a:ea typeface="DengXian" panose="02010600030101010101" pitchFamily="2" charset="-122"/>
              </a:rPr>
              <a:t>Local</a:t>
            </a:r>
            <a:r>
              <a:rPr lang="zh-HK" altLang="zh-HK" b="1">
                <a:latin typeface="DengXian" panose="02010600030101010101" pitchFamily="2" charset="-122"/>
                <a:ea typeface="DengXian" panose="02010600030101010101" pitchFamily="2" charset="-122"/>
              </a:rPr>
              <a:t> vs 雲端</a:t>
            </a:r>
            <a:r>
              <a:rPr lang="en-US" altLang="zh-HK" b="1">
                <a:latin typeface="DengXian" panose="02010600030101010101" pitchFamily="2" charset="-122"/>
                <a:ea typeface="DengXian" panose="02010600030101010101" pitchFamily="2" charset="-122"/>
              </a:rPr>
              <a:t>Cloud</a:t>
            </a:r>
            <a:r>
              <a:rPr lang="zh-HK" altLang="zh-HK" b="1">
                <a:latin typeface="DengXian" panose="02010600030101010101" pitchFamily="2" charset="-122"/>
                <a:ea typeface="DengXian" panose="02010600030101010101" pitchFamily="2" charset="-122"/>
              </a:rPr>
              <a:t>：影像辨識對決</a:t>
            </a:r>
            <a:r>
              <a:rPr lang="en-US" altLang="zh-HK" b="1">
                <a:latin typeface="DengXian" panose="02010600030101010101" pitchFamily="2" charset="-122"/>
                <a:ea typeface="DengXian" panose="02010600030101010101" pitchFamily="2" charset="-122"/>
              </a:rPr>
              <a:t>(Lab 3)</a:t>
            </a:r>
          </a:p>
        </p:txBody>
      </p:sp>
    </p:spTree>
    <p:extLst>
      <p:ext uri="{BB962C8B-B14F-4D97-AF65-F5344CB8AC3E}">
        <p14:creationId xmlns:p14="http://schemas.microsoft.com/office/powerpoint/2010/main" val="265627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a:extLst>
            <a:ext uri="{FF2B5EF4-FFF2-40B4-BE49-F238E27FC236}">
              <a16:creationId xmlns:a16="http://schemas.microsoft.com/office/drawing/2014/main" id="{D83BC676-6A45-B53B-F129-96CD748E5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D1F11-EE57-9FDE-32FD-BD093A9EF215}"/>
              </a:ext>
            </a:extLst>
          </p:cNvPr>
          <p:cNvSpPr>
            <a:spLocks noGrp="1"/>
          </p:cNvSpPr>
          <p:nvPr>
            <p:ph type="title"/>
          </p:nvPr>
        </p:nvSpPr>
        <p:spPr/>
        <p:txBody>
          <a:bodyPr/>
          <a:lstStyle/>
          <a:p>
            <a:r>
              <a:rPr lang="zh-TW" altLang="en-US"/>
              <a:t>為什麼選擇雲計算</a:t>
            </a:r>
            <a:r>
              <a:rPr lang="en-US"/>
              <a:t>?</a:t>
            </a:r>
          </a:p>
        </p:txBody>
      </p:sp>
      <p:sp>
        <p:nvSpPr>
          <p:cNvPr id="3" name="Content Placeholder 2">
            <a:extLst>
              <a:ext uri="{FF2B5EF4-FFF2-40B4-BE49-F238E27FC236}">
                <a16:creationId xmlns:a16="http://schemas.microsoft.com/office/drawing/2014/main" id="{8A37560B-DC43-2BC0-D909-9CA976D6461B}"/>
              </a:ext>
            </a:extLst>
          </p:cNvPr>
          <p:cNvSpPr>
            <a:spLocks noGrp="1"/>
          </p:cNvSpPr>
          <p:nvPr>
            <p:ph type="body" idx="1"/>
          </p:nvPr>
        </p:nvSpPr>
        <p:spPr/>
        <p:txBody>
          <a:bodyPr/>
          <a:lstStyle/>
          <a:p>
            <a:r>
              <a:rPr lang="zh-TW" altLang="en-US"/>
              <a:t>網絡設備、計算機硬件和計算機軟件管理繁瑣</a:t>
            </a:r>
            <a:endParaRPr lang="en-US"/>
          </a:p>
        </p:txBody>
      </p:sp>
      <p:sp>
        <p:nvSpPr>
          <p:cNvPr id="4" name="Slide Number Placeholder 3">
            <a:extLst>
              <a:ext uri="{FF2B5EF4-FFF2-40B4-BE49-F238E27FC236}">
                <a16:creationId xmlns:a16="http://schemas.microsoft.com/office/drawing/2014/main" id="{C16D8E19-F42B-9ACB-1AF9-6F2782BB36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srgbClr val="373545"/>
                </a:solidFill>
                <a:effectLst/>
                <a:uLnTx/>
                <a:uFillTx/>
                <a:latin typeface="Stardos Stencil Regular"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srgbClr val="373545"/>
              </a:solidFill>
              <a:effectLst/>
              <a:uLnTx/>
              <a:uFillTx/>
              <a:latin typeface="Stardos Stencil Regular" charset="0"/>
              <a:ea typeface="+mn-ea"/>
              <a:cs typeface="+mn-cs"/>
            </a:endParaRPr>
          </a:p>
        </p:txBody>
      </p:sp>
    </p:spTree>
    <p:extLst>
      <p:ext uri="{BB962C8B-B14F-4D97-AF65-F5344CB8AC3E}">
        <p14:creationId xmlns:p14="http://schemas.microsoft.com/office/powerpoint/2010/main" val="2378737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4F94B24-CBB8-7D98-0FF7-B1A67D3F2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B98D6-2171-880B-8B75-DF76E72B11E9}"/>
              </a:ext>
            </a:extLst>
          </p:cNvPr>
          <p:cNvSpPr>
            <a:spLocks noGrp="1"/>
          </p:cNvSpPr>
          <p:nvPr>
            <p:ph type="title"/>
          </p:nvPr>
        </p:nvSpPr>
        <p:spPr/>
        <p:txBody>
          <a:bodyPr>
            <a:normAutofit/>
          </a:bodyPr>
          <a:lstStyle/>
          <a:p>
            <a:r>
              <a:rPr lang="zh-TW" altLang="en-US"/>
              <a:t>雲計算的優勢</a:t>
            </a:r>
            <a:endParaRPr lang="en-US"/>
          </a:p>
        </p:txBody>
      </p:sp>
      <p:sp>
        <p:nvSpPr>
          <p:cNvPr id="6" name="Content Placeholder 5">
            <a:extLst>
              <a:ext uri="{FF2B5EF4-FFF2-40B4-BE49-F238E27FC236}">
                <a16:creationId xmlns:a16="http://schemas.microsoft.com/office/drawing/2014/main" id="{FFB7704D-49B5-C61A-7DCD-E02438B04149}"/>
              </a:ext>
            </a:extLst>
          </p:cNvPr>
          <p:cNvSpPr>
            <a:spLocks noGrp="1"/>
          </p:cNvSpPr>
          <p:nvPr>
            <p:ph idx="1"/>
          </p:nvPr>
        </p:nvSpPr>
        <p:spPr/>
        <p:txBody>
          <a:bodyPr>
            <a:noAutofit/>
          </a:bodyPr>
          <a:lstStyle/>
          <a:p>
            <a:pPr>
              <a:lnSpc>
                <a:spcPct val="110000"/>
              </a:lnSpc>
            </a:pPr>
            <a:r>
              <a:rPr lang="zh-TW" altLang="en-US"/>
              <a:t>用戶</a:t>
            </a:r>
            <a:r>
              <a:rPr lang="en-US" altLang="zh-TW"/>
              <a:t>/</a:t>
            </a:r>
            <a:r>
              <a:rPr lang="zh-TW" altLang="en-US"/>
              <a:t>企業不必擁有電腦資源設備</a:t>
            </a:r>
          </a:p>
          <a:p>
            <a:pPr>
              <a:lnSpc>
                <a:spcPct val="110000"/>
              </a:lnSpc>
            </a:pPr>
            <a:r>
              <a:rPr lang="zh-TW" altLang="en-US"/>
              <a:t>租用形式</a:t>
            </a:r>
          </a:p>
          <a:p>
            <a:pPr>
              <a:lnSpc>
                <a:spcPct val="110000"/>
              </a:lnSpc>
            </a:pPr>
            <a:r>
              <a:rPr lang="zh-TW" altLang="en-US"/>
              <a:t>即用即付</a:t>
            </a:r>
          </a:p>
          <a:p>
            <a:pPr>
              <a:lnSpc>
                <a:spcPct val="110000"/>
              </a:lnSpc>
            </a:pPr>
            <a:r>
              <a:rPr lang="zh-TW" altLang="en-US"/>
              <a:t>用戶</a:t>
            </a:r>
            <a:r>
              <a:rPr lang="en-US" altLang="zh-TW"/>
              <a:t>/</a:t>
            </a:r>
            <a:r>
              <a:rPr lang="zh-TW" altLang="en-US"/>
              <a:t>企業可以隨時停掉雲服務器</a:t>
            </a:r>
          </a:p>
          <a:p>
            <a:pPr>
              <a:lnSpc>
                <a:spcPct val="110000"/>
              </a:lnSpc>
            </a:pPr>
            <a:r>
              <a:rPr lang="zh-TW" altLang="en-US"/>
              <a:t>甚至可以只租用一天的服務器</a:t>
            </a:r>
          </a:p>
          <a:p>
            <a:pPr>
              <a:lnSpc>
                <a:spcPct val="110000"/>
              </a:lnSpc>
            </a:pPr>
            <a:r>
              <a:rPr lang="zh-TW" altLang="en-US"/>
              <a:t>可以輕鬆地擴大和縮小雲服務器規模以滿足用戶</a:t>
            </a:r>
            <a:r>
              <a:rPr lang="en-US" altLang="zh-TW"/>
              <a:t>/</a:t>
            </a:r>
            <a:r>
              <a:rPr lang="zh-TW" altLang="en-US"/>
              <a:t>企業的業務需求的變化</a:t>
            </a:r>
            <a:endParaRPr lang="en-US"/>
          </a:p>
        </p:txBody>
      </p:sp>
      <p:sp>
        <p:nvSpPr>
          <p:cNvPr id="5" name="Slide Number Placeholder 4">
            <a:extLst>
              <a:ext uri="{FF2B5EF4-FFF2-40B4-BE49-F238E27FC236}">
                <a16:creationId xmlns:a16="http://schemas.microsoft.com/office/drawing/2014/main" id="{CEC1E977-23F9-8F83-1926-774B3DC4C78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Stardos Stencil Regular"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white"/>
              </a:solidFill>
              <a:effectLst/>
              <a:uLnTx/>
              <a:uFillTx/>
              <a:latin typeface="Stardos Stencil Regular" charset="0"/>
              <a:ea typeface="+mn-ea"/>
              <a:cs typeface="+mn-cs"/>
            </a:endParaRPr>
          </a:p>
        </p:txBody>
      </p:sp>
    </p:spTree>
    <p:extLst>
      <p:ext uri="{BB962C8B-B14F-4D97-AF65-F5344CB8AC3E}">
        <p14:creationId xmlns:p14="http://schemas.microsoft.com/office/powerpoint/2010/main" val="4241804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212487-CD4E-B0A0-7D5D-BB5D0FE953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28BE37-1330-9738-176B-91EE83834327}"/>
              </a:ext>
            </a:extLst>
          </p:cNvPr>
          <p:cNvSpPr>
            <a:spLocks noGrp="1"/>
          </p:cNvSpPr>
          <p:nvPr>
            <p:ph type="title"/>
          </p:nvPr>
        </p:nvSpPr>
        <p:spPr/>
        <p:txBody>
          <a:bodyPr/>
          <a:lstStyle/>
          <a:p>
            <a:r>
              <a:rPr lang="zh-TW" altLang="en-US">
                <a:solidFill>
                  <a:srgbClr val="FFC000"/>
                </a:solidFill>
              </a:rPr>
              <a:t>網絡管理極具挑戰性</a:t>
            </a:r>
            <a:endParaRPr lang="en-US">
              <a:solidFill>
                <a:srgbClr val="FFC000"/>
              </a:solidFill>
            </a:endParaRPr>
          </a:p>
        </p:txBody>
      </p:sp>
    </p:spTree>
    <p:extLst>
      <p:ext uri="{BB962C8B-B14F-4D97-AF65-F5344CB8AC3E}">
        <p14:creationId xmlns:p14="http://schemas.microsoft.com/office/powerpoint/2010/main" val="2841480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9199E6-13EE-92DD-C872-37E6D120E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5F5F7D-0A1A-2F1D-4F5C-F43416AAF731}"/>
              </a:ext>
            </a:extLst>
          </p:cNvPr>
          <p:cNvSpPr>
            <a:spLocks noGrp="1"/>
          </p:cNvSpPr>
          <p:nvPr>
            <p:ph type="title"/>
          </p:nvPr>
        </p:nvSpPr>
        <p:spPr/>
        <p:txBody>
          <a:bodyPr/>
          <a:lstStyle/>
          <a:p>
            <a:r>
              <a:rPr lang="zh-TW" altLang="en-US"/>
              <a:t>各式各樣的網絡設備</a:t>
            </a:r>
            <a:endParaRPr lang="en-US"/>
          </a:p>
        </p:txBody>
      </p:sp>
      <p:sp>
        <p:nvSpPr>
          <p:cNvPr id="3" name="Content Placeholder 2">
            <a:extLst>
              <a:ext uri="{FF2B5EF4-FFF2-40B4-BE49-F238E27FC236}">
                <a16:creationId xmlns:a16="http://schemas.microsoft.com/office/drawing/2014/main" id="{59D9F509-D9AE-78C1-E0D0-D4ACFEC8FC6E}"/>
              </a:ext>
            </a:extLst>
          </p:cNvPr>
          <p:cNvSpPr>
            <a:spLocks noGrp="1"/>
          </p:cNvSpPr>
          <p:nvPr>
            <p:ph idx="1"/>
          </p:nvPr>
        </p:nvSpPr>
        <p:spPr/>
        <p:txBody>
          <a:bodyPr/>
          <a:lstStyle/>
          <a:p>
            <a:r>
              <a:rPr lang="zh-TW" altLang="en-US"/>
              <a:t>集線器</a:t>
            </a:r>
            <a:r>
              <a:rPr lang="en-US"/>
              <a:t>Hub </a:t>
            </a:r>
            <a:r>
              <a:rPr lang="en-US" altLang="zh-TW"/>
              <a:t>/</a:t>
            </a:r>
            <a:r>
              <a:rPr lang="zh-TW" altLang="en-US"/>
              <a:t>交換機</a:t>
            </a:r>
            <a:r>
              <a:rPr lang="en-US"/>
              <a:t>Switch</a:t>
            </a:r>
            <a:endParaRPr lang="zh-TW" altLang="en-US"/>
          </a:p>
          <a:p>
            <a:r>
              <a:rPr lang="zh-TW" altLang="en-US"/>
              <a:t>路由器</a:t>
            </a:r>
            <a:r>
              <a:rPr lang="en-US"/>
              <a:t>Router</a:t>
            </a:r>
            <a:endParaRPr lang="zh-TW" altLang="en-US"/>
          </a:p>
          <a:p>
            <a:r>
              <a:rPr lang="zh-TW" altLang="en-US"/>
              <a:t>有線與無線連接</a:t>
            </a:r>
            <a:endParaRPr lang="en-US"/>
          </a:p>
        </p:txBody>
      </p:sp>
      <p:sp>
        <p:nvSpPr>
          <p:cNvPr id="4" name="Slide Number Placeholder 3">
            <a:extLst>
              <a:ext uri="{FF2B5EF4-FFF2-40B4-BE49-F238E27FC236}">
                <a16:creationId xmlns:a16="http://schemas.microsoft.com/office/drawing/2014/main" id="{67EA0ACE-C89D-0820-F4C8-A8DB0A8D4F7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Stardos Stencil Regular"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white"/>
              </a:solidFill>
              <a:effectLst/>
              <a:uLnTx/>
              <a:uFillTx/>
              <a:latin typeface="Stardos Stencil Regular" charset="0"/>
              <a:ea typeface="+mn-ea"/>
              <a:cs typeface="+mn-cs"/>
            </a:endParaRPr>
          </a:p>
        </p:txBody>
      </p:sp>
    </p:spTree>
    <p:extLst>
      <p:ext uri="{BB962C8B-B14F-4D97-AF65-F5344CB8AC3E}">
        <p14:creationId xmlns:p14="http://schemas.microsoft.com/office/powerpoint/2010/main" val="3852725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A577F4-1A14-47A8-8A4D-A699A50CB1A7}"/>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6CEADAED-328B-4053-E6EB-E0BC5A42AC39}"/>
              </a:ext>
            </a:extLst>
          </p:cNvPr>
          <p:cNvGrpSpPr/>
          <p:nvPr/>
        </p:nvGrpSpPr>
        <p:grpSpPr>
          <a:xfrm>
            <a:off x="5527041" y="1656080"/>
            <a:ext cx="6624324" cy="5201920"/>
            <a:chOff x="6908799" y="2286001"/>
            <a:chExt cx="4185921" cy="3581402"/>
          </a:xfrm>
        </p:grpSpPr>
        <p:pic>
          <p:nvPicPr>
            <p:cNvPr id="1026" name="Picture 2" descr="Client-server - Simple English Wikipedia, the free encyclopedia">
              <a:extLst>
                <a:ext uri="{FF2B5EF4-FFF2-40B4-BE49-F238E27FC236}">
                  <a16:creationId xmlns:a16="http://schemas.microsoft.com/office/drawing/2014/main" id="{C898118E-1BC5-443F-8306-5D254B521F9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l="10394" t="16413" r="8456" b="16413"/>
            <a:stretch/>
          </p:blipFill>
          <p:spPr bwMode="auto">
            <a:xfrm>
              <a:off x="6908799" y="2286001"/>
              <a:ext cx="4185921" cy="3581402"/>
            </a:xfrm>
            <a:prstGeom prst="rect">
              <a:avLst/>
            </a:prstGeom>
            <a:solidFill>
              <a:srgbClr val="FFFFFF"/>
            </a:solidFill>
          </p:spPr>
        </p:pic>
        <p:sp>
          <p:nvSpPr>
            <p:cNvPr id="5" name="Rectangle 4">
              <a:extLst>
                <a:ext uri="{FF2B5EF4-FFF2-40B4-BE49-F238E27FC236}">
                  <a16:creationId xmlns:a16="http://schemas.microsoft.com/office/drawing/2014/main" id="{28147FCD-D4A9-0AFD-1189-83B3B5E97184}"/>
                </a:ext>
              </a:extLst>
            </p:cNvPr>
            <p:cNvSpPr/>
            <p:nvPr/>
          </p:nvSpPr>
          <p:spPr>
            <a:xfrm>
              <a:off x="8717280" y="3616960"/>
              <a:ext cx="457200" cy="93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HK"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grpSp>
      <p:sp>
        <p:nvSpPr>
          <p:cNvPr id="2" name="Title 1">
            <a:extLst>
              <a:ext uri="{FF2B5EF4-FFF2-40B4-BE49-F238E27FC236}">
                <a16:creationId xmlns:a16="http://schemas.microsoft.com/office/drawing/2014/main" id="{C0A2D099-3B0B-285C-BA74-6262B4137A14}"/>
              </a:ext>
            </a:extLst>
          </p:cNvPr>
          <p:cNvSpPr>
            <a:spLocks noGrp="1"/>
          </p:cNvSpPr>
          <p:nvPr>
            <p:ph type="title"/>
          </p:nvPr>
        </p:nvSpPr>
        <p:spPr/>
        <p:txBody>
          <a:bodyPr anchor="ctr">
            <a:normAutofit fontScale="90000"/>
          </a:bodyPr>
          <a:lstStyle/>
          <a:p>
            <a:r>
              <a:rPr lang="zh-TW" altLang="en-US"/>
              <a:t>局     域    網</a:t>
            </a:r>
            <a:br>
              <a:rPr lang="en-HK" altLang="zh-TW"/>
            </a:br>
            <a:r>
              <a:rPr lang="en-US" altLang="zh-CN" sz="4400" b="1">
                <a:solidFill>
                  <a:schemeClr val="accent6"/>
                </a:solidFill>
              </a:rPr>
              <a:t>L</a:t>
            </a:r>
            <a:r>
              <a:rPr lang="en-US" altLang="zh-CN" sz="4400"/>
              <a:t>ocal   </a:t>
            </a:r>
            <a:r>
              <a:rPr lang="en-US" altLang="zh-CN" sz="4400" b="1">
                <a:solidFill>
                  <a:schemeClr val="accent6"/>
                </a:solidFill>
              </a:rPr>
              <a:t>A</a:t>
            </a:r>
            <a:r>
              <a:rPr lang="en-US" altLang="zh-CN" sz="4400"/>
              <a:t>rea   </a:t>
            </a:r>
            <a:r>
              <a:rPr lang="en-US" altLang="zh-CN" sz="4400" b="1">
                <a:solidFill>
                  <a:schemeClr val="accent6"/>
                </a:solidFill>
              </a:rPr>
              <a:t>N</a:t>
            </a:r>
            <a:r>
              <a:rPr lang="en-US" altLang="zh-CN" sz="4400"/>
              <a:t>etwork </a:t>
            </a:r>
            <a:br>
              <a:rPr lang="en-US" altLang="zh-CN" sz="4400"/>
            </a:br>
            <a:r>
              <a:rPr lang="en-US" altLang="zh-CN" sz="4400"/>
              <a:t>(</a:t>
            </a:r>
            <a:r>
              <a:rPr lang="en-US" altLang="zh-CN" sz="4400" b="1">
                <a:solidFill>
                  <a:schemeClr val="accent6"/>
                </a:solidFill>
              </a:rPr>
              <a:t>LAN</a:t>
            </a:r>
            <a:r>
              <a:rPr lang="zh-CN" altLang="en-US" sz="4400"/>
              <a:t>）</a:t>
            </a:r>
            <a:endParaRPr lang="en-US"/>
          </a:p>
        </p:txBody>
      </p:sp>
      <p:sp>
        <p:nvSpPr>
          <p:cNvPr id="3" name="Content Placeholder 2">
            <a:extLst>
              <a:ext uri="{FF2B5EF4-FFF2-40B4-BE49-F238E27FC236}">
                <a16:creationId xmlns:a16="http://schemas.microsoft.com/office/drawing/2014/main" id="{4D1BB3DD-3A81-FE1A-DF25-CB47F13A14C9}"/>
              </a:ext>
            </a:extLst>
          </p:cNvPr>
          <p:cNvSpPr>
            <a:spLocks noGrp="1"/>
          </p:cNvSpPr>
          <p:nvPr>
            <p:ph sz="half" idx="1"/>
          </p:nvPr>
        </p:nvSpPr>
        <p:spPr>
          <a:xfrm>
            <a:off x="1371599" y="2773679"/>
            <a:ext cx="4447786" cy="3581401"/>
          </a:xfrm>
        </p:spPr>
        <p:txBody>
          <a:bodyPr>
            <a:normAutofit/>
          </a:bodyPr>
          <a:lstStyle/>
          <a:p>
            <a:pPr>
              <a:lnSpc>
                <a:spcPct val="110000"/>
              </a:lnSpc>
            </a:pPr>
            <a:r>
              <a:rPr lang="zh-TW" altLang="en-US"/>
              <a:t>局域網</a:t>
            </a:r>
            <a:r>
              <a:rPr lang="en-US" altLang="zh-TW"/>
              <a:t>LAN</a:t>
            </a:r>
            <a:r>
              <a:rPr lang="zh-TW" altLang="en-US"/>
              <a:t>廣泛存在於辦公場所</a:t>
            </a:r>
            <a:r>
              <a:rPr lang="zh-CN" altLang="en-US"/>
              <a:t>、學校及家居裡</a:t>
            </a:r>
            <a:endParaRPr lang="en-HK" altLang="zh-CN"/>
          </a:p>
          <a:p>
            <a:pPr>
              <a:lnSpc>
                <a:spcPct val="110000"/>
              </a:lnSpc>
            </a:pPr>
            <a:r>
              <a:rPr lang="zh-TW" altLang="en-US"/>
              <a:t>先把一個「小區」的電腦連起來</a:t>
            </a:r>
          </a:p>
        </p:txBody>
      </p:sp>
      <p:pic>
        <p:nvPicPr>
          <p:cNvPr id="4" name="Picture 4">
            <a:extLst>
              <a:ext uri="{FF2B5EF4-FFF2-40B4-BE49-F238E27FC236}">
                <a16:creationId xmlns:a16="http://schemas.microsoft.com/office/drawing/2014/main" id="{1959DD01-0D1C-2EDB-D524-61E212128D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2" r="3358"/>
          <a:stretch/>
        </p:blipFill>
        <p:spPr bwMode="auto">
          <a:xfrm>
            <a:off x="7433566" y="3951261"/>
            <a:ext cx="2844801" cy="61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6745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D6E25BE-926D-3794-908A-971B034B3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68B2D-C491-E147-47BB-959CB514474D}"/>
              </a:ext>
            </a:extLst>
          </p:cNvPr>
          <p:cNvSpPr>
            <a:spLocks noGrp="1"/>
          </p:cNvSpPr>
          <p:nvPr>
            <p:ph type="title"/>
          </p:nvPr>
        </p:nvSpPr>
        <p:spPr/>
        <p:txBody>
          <a:bodyPr anchor="ctr">
            <a:normAutofit fontScale="90000"/>
          </a:bodyPr>
          <a:lstStyle/>
          <a:p>
            <a:r>
              <a:rPr lang="zh-TW" altLang="en-US"/>
              <a:t>廣     域    網</a:t>
            </a:r>
            <a:br>
              <a:rPr lang="en-HK" altLang="zh-TW"/>
            </a:br>
            <a:r>
              <a:rPr lang="en-US" altLang="zh-CN" sz="4400" b="1">
                <a:solidFill>
                  <a:schemeClr val="accent6"/>
                </a:solidFill>
              </a:rPr>
              <a:t>W</a:t>
            </a:r>
            <a:r>
              <a:rPr lang="en-US" altLang="zh-CN" sz="4400"/>
              <a:t>ide   </a:t>
            </a:r>
            <a:r>
              <a:rPr lang="en-US" altLang="zh-CN" sz="4400" b="1">
                <a:solidFill>
                  <a:schemeClr val="accent6"/>
                </a:solidFill>
              </a:rPr>
              <a:t>A</a:t>
            </a:r>
            <a:r>
              <a:rPr lang="en-US" altLang="zh-CN" sz="4400"/>
              <a:t>rea   </a:t>
            </a:r>
            <a:r>
              <a:rPr lang="en-US" altLang="zh-CN" sz="4400" b="1">
                <a:solidFill>
                  <a:schemeClr val="accent6"/>
                </a:solidFill>
              </a:rPr>
              <a:t>N</a:t>
            </a:r>
            <a:r>
              <a:rPr lang="en-US" altLang="zh-CN" sz="4400"/>
              <a:t>etwork (</a:t>
            </a:r>
            <a:r>
              <a:rPr lang="en-US" altLang="zh-CN" sz="4400" b="1">
                <a:solidFill>
                  <a:schemeClr val="accent6"/>
                </a:solidFill>
              </a:rPr>
              <a:t>WAN</a:t>
            </a:r>
            <a:r>
              <a:rPr lang="zh-CN" altLang="en-US" sz="4400"/>
              <a:t>）</a:t>
            </a:r>
            <a:endParaRPr lang="en-US"/>
          </a:p>
        </p:txBody>
      </p:sp>
      <p:sp>
        <p:nvSpPr>
          <p:cNvPr id="3" name="Content Placeholder 2">
            <a:extLst>
              <a:ext uri="{FF2B5EF4-FFF2-40B4-BE49-F238E27FC236}">
                <a16:creationId xmlns:a16="http://schemas.microsoft.com/office/drawing/2014/main" id="{E1908502-25B3-A301-37C4-35241C654E7B}"/>
              </a:ext>
            </a:extLst>
          </p:cNvPr>
          <p:cNvSpPr>
            <a:spLocks noGrp="1"/>
          </p:cNvSpPr>
          <p:nvPr>
            <p:ph sz="half" idx="1"/>
          </p:nvPr>
        </p:nvSpPr>
        <p:spPr>
          <a:xfrm>
            <a:off x="1371600" y="2951343"/>
            <a:ext cx="4447786" cy="3581401"/>
          </a:xfrm>
        </p:spPr>
        <p:txBody>
          <a:bodyPr>
            <a:normAutofit/>
          </a:bodyPr>
          <a:lstStyle/>
          <a:p>
            <a:pPr>
              <a:lnSpc>
                <a:spcPct val="110000"/>
              </a:lnSpc>
            </a:pPr>
            <a:r>
              <a:rPr lang="en-US" altLang="zh-TW"/>
              <a:t>WAN</a:t>
            </a:r>
            <a:r>
              <a:rPr lang="zh-CN" altLang="en-US"/>
              <a:t>再</a:t>
            </a:r>
            <a:r>
              <a:rPr lang="zh-TW" altLang="en-US"/>
              <a:t>把不同的</a:t>
            </a:r>
            <a:r>
              <a:rPr lang="en-US" altLang="zh-TW"/>
              <a:t>LAN</a:t>
            </a:r>
            <a:r>
              <a:rPr lang="zh-TW" altLang="en-US"/>
              <a:t>連起來</a:t>
            </a:r>
          </a:p>
          <a:p>
            <a:pPr>
              <a:lnSpc>
                <a:spcPct val="110000"/>
              </a:lnSpc>
            </a:pPr>
            <a:r>
              <a:rPr lang="en-US" altLang="zh-TW"/>
              <a:t>WAN</a:t>
            </a:r>
            <a:r>
              <a:rPr lang="zh-TW" altLang="en-US"/>
              <a:t>可覆蓋大片地理面積，例如城市甚至乎國家</a:t>
            </a:r>
          </a:p>
        </p:txBody>
      </p:sp>
      <p:cxnSp>
        <p:nvCxnSpPr>
          <p:cNvPr id="9" name="Straight Connector 8">
            <a:extLst>
              <a:ext uri="{FF2B5EF4-FFF2-40B4-BE49-F238E27FC236}">
                <a16:creationId xmlns:a16="http://schemas.microsoft.com/office/drawing/2014/main" id="{34FBE38B-978B-D976-97E1-E1C1311572D4}"/>
              </a:ext>
            </a:extLst>
          </p:cNvPr>
          <p:cNvCxnSpPr>
            <a:cxnSpLocks/>
          </p:cNvCxnSpPr>
          <p:nvPr/>
        </p:nvCxnSpPr>
        <p:spPr>
          <a:xfrm flipV="1">
            <a:off x="9745365" y="3834280"/>
            <a:ext cx="370113" cy="237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B173571-1A4C-8E8B-418D-CA1377BF1F57}"/>
              </a:ext>
            </a:extLst>
          </p:cNvPr>
          <p:cNvCxnSpPr>
            <a:cxnSpLocks/>
          </p:cNvCxnSpPr>
          <p:nvPr/>
        </p:nvCxnSpPr>
        <p:spPr>
          <a:xfrm>
            <a:off x="9745365" y="4711628"/>
            <a:ext cx="305571" cy="305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BB89E34-9B83-C5CA-1A3D-FA09C9F75E1E}"/>
              </a:ext>
            </a:extLst>
          </p:cNvPr>
          <p:cNvCxnSpPr>
            <a:cxnSpLocks/>
          </p:cNvCxnSpPr>
          <p:nvPr/>
        </p:nvCxnSpPr>
        <p:spPr>
          <a:xfrm flipH="1">
            <a:off x="8813818" y="4711628"/>
            <a:ext cx="305921" cy="237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C6516DC-294F-D719-1ECF-05A7AE73B4B3}"/>
              </a:ext>
            </a:extLst>
          </p:cNvPr>
          <p:cNvCxnSpPr>
            <a:cxnSpLocks/>
          </p:cNvCxnSpPr>
          <p:nvPr/>
        </p:nvCxnSpPr>
        <p:spPr>
          <a:xfrm>
            <a:off x="8764498" y="3678628"/>
            <a:ext cx="355241" cy="392727"/>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B69F621-BBC6-8346-F31C-3CF27E3EC052}"/>
              </a:ext>
            </a:extLst>
          </p:cNvPr>
          <p:cNvSpPr txBox="1"/>
          <p:nvPr/>
        </p:nvSpPr>
        <p:spPr>
          <a:xfrm>
            <a:off x="10472609" y="3938750"/>
            <a:ext cx="5741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a:ln>
                  <a:noFill/>
                </a:ln>
                <a:solidFill>
                  <a:srgbClr val="3494BA"/>
                </a:solidFill>
                <a:effectLst/>
                <a:uLnTx/>
                <a:uFillTx/>
                <a:latin typeface="Franklin Gothic Book" panose="020B0503020102020204"/>
                <a:ea typeface="+mn-ea"/>
                <a:cs typeface="+mn-cs"/>
              </a:rPr>
              <a:t>LAN</a:t>
            </a:r>
          </a:p>
        </p:txBody>
      </p:sp>
      <p:sp>
        <p:nvSpPr>
          <p:cNvPr id="24" name="TextBox 23">
            <a:extLst>
              <a:ext uri="{FF2B5EF4-FFF2-40B4-BE49-F238E27FC236}">
                <a16:creationId xmlns:a16="http://schemas.microsoft.com/office/drawing/2014/main" id="{92288D6B-93FB-9223-6C4B-2D7C8F780709}"/>
              </a:ext>
            </a:extLst>
          </p:cNvPr>
          <p:cNvSpPr txBox="1"/>
          <p:nvPr/>
        </p:nvSpPr>
        <p:spPr>
          <a:xfrm>
            <a:off x="10394609" y="6024725"/>
            <a:ext cx="5741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a:ln>
                  <a:noFill/>
                </a:ln>
                <a:solidFill>
                  <a:srgbClr val="3494BA"/>
                </a:solidFill>
                <a:effectLst/>
                <a:uLnTx/>
                <a:uFillTx/>
                <a:latin typeface="Franklin Gothic Book" panose="020B0503020102020204"/>
                <a:ea typeface="+mn-ea"/>
                <a:cs typeface="+mn-cs"/>
              </a:rPr>
              <a:t>LAN</a:t>
            </a:r>
          </a:p>
        </p:txBody>
      </p:sp>
      <p:sp>
        <p:nvSpPr>
          <p:cNvPr id="25" name="TextBox 24">
            <a:extLst>
              <a:ext uri="{FF2B5EF4-FFF2-40B4-BE49-F238E27FC236}">
                <a16:creationId xmlns:a16="http://schemas.microsoft.com/office/drawing/2014/main" id="{96FF87C0-CD4F-A387-1DBA-ABEC9D09B37F}"/>
              </a:ext>
            </a:extLst>
          </p:cNvPr>
          <p:cNvSpPr txBox="1"/>
          <p:nvPr/>
        </p:nvSpPr>
        <p:spPr>
          <a:xfrm>
            <a:off x="7964928" y="6024725"/>
            <a:ext cx="5741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a:ln>
                  <a:noFill/>
                </a:ln>
                <a:solidFill>
                  <a:srgbClr val="3494BA"/>
                </a:solidFill>
                <a:effectLst/>
                <a:uLnTx/>
                <a:uFillTx/>
                <a:latin typeface="Franklin Gothic Book" panose="020B0503020102020204"/>
                <a:ea typeface="+mn-ea"/>
                <a:cs typeface="+mn-cs"/>
              </a:rPr>
              <a:t>LAN</a:t>
            </a:r>
          </a:p>
        </p:txBody>
      </p:sp>
      <p:sp>
        <p:nvSpPr>
          <p:cNvPr id="26" name="TextBox 25">
            <a:extLst>
              <a:ext uri="{FF2B5EF4-FFF2-40B4-BE49-F238E27FC236}">
                <a16:creationId xmlns:a16="http://schemas.microsoft.com/office/drawing/2014/main" id="{EC60C91E-AF3A-EFF1-55AB-D46F67465BAA}"/>
              </a:ext>
            </a:extLst>
          </p:cNvPr>
          <p:cNvSpPr txBox="1"/>
          <p:nvPr/>
        </p:nvSpPr>
        <p:spPr>
          <a:xfrm>
            <a:off x="7964928" y="3969552"/>
            <a:ext cx="5741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a:ln>
                  <a:noFill/>
                </a:ln>
                <a:solidFill>
                  <a:srgbClr val="3494BA"/>
                </a:solidFill>
                <a:effectLst/>
                <a:uLnTx/>
                <a:uFillTx/>
                <a:latin typeface="Franklin Gothic Book" panose="020B0503020102020204"/>
                <a:ea typeface="+mn-ea"/>
                <a:cs typeface="+mn-cs"/>
              </a:rPr>
              <a:t>LAN</a:t>
            </a:r>
          </a:p>
        </p:txBody>
      </p:sp>
      <p:sp>
        <p:nvSpPr>
          <p:cNvPr id="29" name="TextBox 28">
            <a:extLst>
              <a:ext uri="{FF2B5EF4-FFF2-40B4-BE49-F238E27FC236}">
                <a16:creationId xmlns:a16="http://schemas.microsoft.com/office/drawing/2014/main" id="{E45EF941-AD23-E6DD-6D73-472F5D207E61}"/>
              </a:ext>
            </a:extLst>
          </p:cNvPr>
          <p:cNvSpPr txBox="1"/>
          <p:nvPr/>
        </p:nvSpPr>
        <p:spPr>
          <a:xfrm>
            <a:off x="8947334" y="2171700"/>
            <a:ext cx="89639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2800" b="1" i="0" u="none" strike="noStrike" kern="1200" cap="none" spc="0" normalizeH="0" baseline="0" noProof="0">
                <a:ln>
                  <a:noFill/>
                </a:ln>
                <a:solidFill>
                  <a:srgbClr val="92D050"/>
                </a:solidFill>
                <a:effectLst/>
                <a:uLnTx/>
                <a:uFillTx/>
                <a:latin typeface="Franklin Gothic Book" panose="020B0503020102020204"/>
                <a:ea typeface="+mn-ea"/>
                <a:cs typeface="+mn-cs"/>
              </a:rPr>
              <a:t>WAN</a:t>
            </a:r>
          </a:p>
        </p:txBody>
      </p:sp>
      <p:sp>
        <p:nvSpPr>
          <p:cNvPr id="28" name="Hexagon 27">
            <a:extLst>
              <a:ext uri="{FF2B5EF4-FFF2-40B4-BE49-F238E27FC236}">
                <a16:creationId xmlns:a16="http://schemas.microsoft.com/office/drawing/2014/main" id="{21DECFAD-53F5-5D7D-BA8F-4583E01744A5}"/>
              </a:ext>
            </a:extLst>
          </p:cNvPr>
          <p:cNvSpPr/>
          <p:nvPr/>
        </p:nvSpPr>
        <p:spPr>
          <a:xfrm>
            <a:off x="6791324" y="2205506"/>
            <a:ext cx="5276851" cy="4327238"/>
          </a:xfrm>
          <a:prstGeom prst="hexagon">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HK"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pic>
        <p:nvPicPr>
          <p:cNvPr id="15" name="Picture 14">
            <a:extLst>
              <a:ext uri="{FF2B5EF4-FFF2-40B4-BE49-F238E27FC236}">
                <a16:creationId xmlns:a16="http://schemas.microsoft.com/office/drawing/2014/main" id="{D590CDFC-848A-71CA-8906-9C22D267266B}"/>
              </a:ext>
            </a:extLst>
          </p:cNvPr>
          <p:cNvPicPr>
            <a:picLocks noChangeAspect="1"/>
          </p:cNvPicPr>
          <p:nvPr/>
        </p:nvPicPr>
        <p:blipFill>
          <a:blip r:embed="rId2"/>
          <a:stretch>
            <a:fillRect/>
          </a:stretch>
        </p:blipFill>
        <p:spPr>
          <a:xfrm>
            <a:off x="7608479" y="2888448"/>
            <a:ext cx="1268853" cy="1081103"/>
          </a:xfrm>
          <a:prstGeom prst="rect">
            <a:avLst/>
          </a:prstGeom>
        </p:spPr>
      </p:pic>
      <p:pic>
        <p:nvPicPr>
          <p:cNvPr id="18" name="Picture 17">
            <a:extLst>
              <a:ext uri="{FF2B5EF4-FFF2-40B4-BE49-F238E27FC236}">
                <a16:creationId xmlns:a16="http://schemas.microsoft.com/office/drawing/2014/main" id="{C065FD37-6AD2-5833-46C2-3EC28E31F02C}"/>
              </a:ext>
            </a:extLst>
          </p:cNvPr>
          <p:cNvPicPr>
            <a:picLocks noChangeAspect="1"/>
          </p:cNvPicPr>
          <p:nvPr/>
        </p:nvPicPr>
        <p:blipFill>
          <a:blip r:embed="rId2"/>
          <a:stretch>
            <a:fillRect/>
          </a:stretch>
        </p:blipFill>
        <p:spPr>
          <a:xfrm>
            <a:off x="10050936" y="2888448"/>
            <a:ext cx="1268853" cy="1081103"/>
          </a:xfrm>
          <a:prstGeom prst="rect">
            <a:avLst/>
          </a:prstGeom>
        </p:spPr>
      </p:pic>
      <p:pic>
        <p:nvPicPr>
          <p:cNvPr id="20" name="Picture 19">
            <a:extLst>
              <a:ext uri="{FF2B5EF4-FFF2-40B4-BE49-F238E27FC236}">
                <a16:creationId xmlns:a16="http://schemas.microsoft.com/office/drawing/2014/main" id="{EE870F75-A0DB-74BA-FE9C-201DA8D7793E}"/>
              </a:ext>
            </a:extLst>
          </p:cNvPr>
          <p:cNvPicPr>
            <a:picLocks noChangeAspect="1"/>
          </p:cNvPicPr>
          <p:nvPr/>
        </p:nvPicPr>
        <p:blipFill>
          <a:blip r:embed="rId2"/>
          <a:stretch>
            <a:fillRect/>
          </a:stretch>
        </p:blipFill>
        <p:spPr>
          <a:xfrm>
            <a:off x="7608479" y="4805155"/>
            <a:ext cx="1268853" cy="1081103"/>
          </a:xfrm>
          <a:prstGeom prst="rect">
            <a:avLst/>
          </a:prstGeom>
        </p:spPr>
      </p:pic>
      <p:pic>
        <p:nvPicPr>
          <p:cNvPr id="21" name="Picture 20">
            <a:extLst>
              <a:ext uri="{FF2B5EF4-FFF2-40B4-BE49-F238E27FC236}">
                <a16:creationId xmlns:a16="http://schemas.microsoft.com/office/drawing/2014/main" id="{977B0F55-3B51-5B94-E8BE-7248C41674AB}"/>
              </a:ext>
            </a:extLst>
          </p:cNvPr>
          <p:cNvPicPr>
            <a:picLocks noChangeAspect="1"/>
          </p:cNvPicPr>
          <p:nvPr/>
        </p:nvPicPr>
        <p:blipFill>
          <a:blip r:embed="rId2"/>
          <a:stretch>
            <a:fillRect/>
          </a:stretch>
        </p:blipFill>
        <p:spPr>
          <a:xfrm>
            <a:off x="10050936" y="4805155"/>
            <a:ext cx="1268853" cy="1081103"/>
          </a:xfrm>
          <a:prstGeom prst="rect">
            <a:avLst/>
          </a:prstGeom>
        </p:spPr>
      </p:pic>
      <p:pic>
        <p:nvPicPr>
          <p:cNvPr id="31" name="Picture 2" descr="Routers - Cisco">
            <a:extLst>
              <a:ext uri="{FF2B5EF4-FFF2-40B4-BE49-F238E27FC236}">
                <a16:creationId xmlns:a16="http://schemas.microsoft.com/office/drawing/2014/main" id="{32416718-C815-F8EB-4DFD-103DFBD8A6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91" t="10156" r="17637" b="9582"/>
          <a:stretch/>
        </p:blipFill>
        <p:spPr bwMode="auto">
          <a:xfrm>
            <a:off x="8838474" y="4074444"/>
            <a:ext cx="1225530" cy="845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3041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061850-8A1E-205C-B847-BC63A1B82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E7746-F607-258A-562E-716F9333392E}"/>
              </a:ext>
            </a:extLst>
          </p:cNvPr>
          <p:cNvSpPr>
            <a:spLocks noGrp="1"/>
          </p:cNvSpPr>
          <p:nvPr>
            <p:ph type="title"/>
          </p:nvPr>
        </p:nvSpPr>
        <p:spPr/>
        <p:txBody>
          <a:bodyPr/>
          <a:lstStyle/>
          <a:p>
            <a:r>
              <a:rPr lang="en-US" err="1"/>
              <a:t>什麼是交換機</a:t>
            </a:r>
            <a:r>
              <a:rPr lang="zh-CN" altLang="en-US"/>
              <a:t> </a:t>
            </a:r>
            <a:r>
              <a:rPr lang="en-US" altLang="zh-CN"/>
              <a:t>Switch</a:t>
            </a:r>
            <a:r>
              <a:rPr lang="en-US"/>
              <a:t>?</a:t>
            </a:r>
          </a:p>
        </p:txBody>
      </p:sp>
      <p:sp>
        <p:nvSpPr>
          <p:cNvPr id="3" name="Content Placeholder 2">
            <a:extLst>
              <a:ext uri="{FF2B5EF4-FFF2-40B4-BE49-F238E27FC236}">
                <a16:creationId xmlns:a16="http://schemas.microsoft.com/office/drawing/2014/main" id="{6EE2642E-1F68-A6DC-1DAE-28C7990A2D95}"/>
              </a:ext>
            </a:extLst>
          </p:cNvPr>
          <p:cNvSpPr>
            <a:spLocks noGrp="1"/>
          </p:cNvSpPr>
          <p:nvPr>
            <p:ph idx="1"/>
          </p:nvPr>
        </p:nvSpPr>
        <p:spPr>
          <a:xfrm>
            <a:off x="1371600" y="2286000"/>
            <a:ext cx="9872785" cy="1625600"/>
          </a:xfrm>
        </p:spPr>
        <p:txBody>
          <a:bodyPr/>
          <a:lstStyle/>
          <a:p>
            <a:pPr>
              <a:lnSpc>
                <a:spcPct val="110000"/>
              </a:lnSpc>
            </a:pPr>
            <a:r>
              <a:rPr lang="zh-TW" altLang="en-US"/>
              <a:t>一種網絡硬件</a:t>
            </a:r>
            <a:r>
              <a:rPr lang="zh-CN" altLang="en-US"/>
              <a:t>，</a:t>
            </a:r>
            <a:r>
              <a:rPr lang="zh-TW" altLang="en-US"/>
              <a:t>連接</a:t>
            </a:r>
            <a:r>
              <a:rPr lang="zh-TW" altLang="en-US" b="1" u="sng"/>
              <a:t>同一個</a:t>
            </a:r>
            <a:r>
              <a:rPr lang="en-HK" altLang="zh-TW" b="1" u="sng"/>
              <a:t>LAN</a:t>
            </a:r>
            <a:r>
              <a:rPr lang="zh-TW" altLang="en-US"/>
              <a:t>上的電腦和網絡設備</a:t>
            </a:r>
            <a:endParaRPr lang="en-HK" altLang="zh-TW"/>
          </a:p>
          <a:p>
            <a:pPr>
              <a:lnSpc>
                <a:spcPct val="110000"/>
              </a:lnSpc>
            </a:pPr>
            <a:r>
              <a:rPr lang="zh-TW" altLang="en-US"/>
              <a:t>它通過使用</a:t>
            </a:r>
            <a:r>
              <a:rPr lang="zh-TW" altLang="en-US" b="1" u="sng">
                <a:solidFill>
                  <a:schemeClr val="accent2"/>
                </a:solidFill>
              </a:rPr>
              <a:t>數據包</a:t>
            </a:r>
            <a:r>
              <a:rPr lang="en-US" altLang="zh-TW" b="1" u="sng">
                <a:solidFill>
                  <a:schemeClr val="accent2"/>
                </a:solidFill>
              </a:rPr>
              <a:t>packet</a:t>
            </a:r>
            <a:r>
              <a:rPr lang="zh-TW" altLang="en-US" b="1" u="sng">
                <a:solidFill>
                  <a:schemeClr val="accent2"/>
                </a:solidFill>
              </a:rPr>
              <a:t>交換</a:t>
            </a:r>
            <a:r>
              <a:rPr lang="zh-TW" altLang="en-US"/>
              <a:t>接收數據並將數據轉發到目標設備</a:t>
            </a:r>
            <a:endParaRPr lang="en-US"/>
          </a:p>
        </p:txBody>
      </p:sp>
      <p:sp>
        <p:nvSpPr>
          <p:cNvPr id="4" name="Slide Number Placeholder 3">
            <a:extLst>
              <a:ext uri="{FF2B5EF4-FFF2-40B4-BE49-F238E27FC236}">
                <a16:creationId xmlns:a16="http://schemas.microsoft.com/office/drawing/2014/main" id="{99A7F2D8-8492-A34A-7967-07E866337AE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Stardos Stencil Regular"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white"/>
              </a:solidFill>
              <a:effectLst/>
              <a:uLnTx/>
              <a:uFillTx/>
              <a:latin typeface="Stardos Stencil Regular" charset="0"/>
              <a:ea typeface="+mn-ea"/>
              <a:cs typeface="+mn-cs"/>
            </a:endParaRPr>
          </a:p>
        </p:txBody>
      </p:sp>
      <p:pic>
        <p:nvPicPr>
          <p:cNvPr id="3076" name="Picture 4">
            <a:extLst>
              <a:ext uri="{FF2B5EF4-FFF2-40B4-BE49-F238E27FC236}">
                <a16:creationId xmlns:a16="http://schemas.microsoft.com/office/drawing/2014/main" id="{CD6F794D-0785-1C13-FCC6-26BCA0460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615" y="3911600"/>
            <a:ext cx="11023600" cy="22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221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536460-3149-1F2E-C186-DD1A99D14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E220A-0BBB-11B3-182E-C64D866179C7}"/>
              </a:ext>
            </a:extLst>
          </p:cNvPr>
          <p:cNvSpPr>
            <a:spLocks noGrp="1"/>
          </p:cNvSpPr>
          <p:nvPr>
            <p:ph type="title"/>
          </p:nvPr>
        </p:nvSpPr>
        <p:spPr/>
        <p:txBody>
          <a:bodyPr/>
          <a:lstStyle/>
          <a:p>
            <a:r>
              <a:rPr lang="en-US" err="1"/>
              <a:t>什麼是路由器</a:t>
            </a:r>
            <a:r>
              <a:rPr lang="en-US"/>
              <a:t> Router</a:t>
            </a:r>
          </a:p>
        </p:txBody>
      </p:sp>
      <p:sp>
        <p:nvSpPr>
          <p:cNvPr id="3" name="Content Placeholder 2">
            <a:extLst>
              <a:ext uri="{FF2B5EF4-FFF2-40B4-BE49-F238E27FC236}">
                <a16:creationId xmlns:a16="http://schemas.microsoft.com/office/drawing/2014/main" id="{83B9505C-2988-F019-729C-33D421BB247E}"/>
              </a:ext>
            </a:extLst>
          </p:cNvPr>
          <p:cNvSpPr>
            <a:spLocks noGrp="1"/>
          </p:cNvSpPr>
          <p:nvPr>
            <p:ph idx="1"/>
          </p:nvPr>
        </p:nvSpPr>
        <p:spPr>
          <a:xfrm>
            <a:off x="1371600" y="2286000"/>
            <a:ext cx="4243754" cy="3581400"/>
          </a:xfrm>
        </p:spPr>
        <p:txBody>
          <a:bodyPr/>
          <a:lstStyle/>
          <a:p>
            <a:pPr>
              <a:lnSpc>
                <a:spcPct val="110000"/>
              </a:lnSpc>
            </a:pPr>
            <a:r>
              <a:rPr lang="zh-TW" altLang="en-US"/>
              <a:t>路由器是在</a:t>
            </a:r>
            <a:r>
              <a:rPr lang="en-HK" altLang="zh-TW" u="sng">
                <a:solidFill>
                  <a:schemeClr val="accent4"/>
                </a:solidFill>
              </a:rPr>
              <a:t>LAN</a:t>
            </a:r>
            <a:r>
              <a:rPr lang="ja-JP" altLang="en-US" u="sng">
                <a:solidFill>
                  <a:schemeClr val="accent4"/>
                </a:solidFill>
              </a:rPr>
              <a:t>與</a:t>
            </a:r>
            <a:r>
              <a:rPr lang="en-HK" altLang="ja-JP" u="sng">
                <a:solidFill>
                  <a:schemeClr val="accent4"/>
                </a:solidFill>
              </a:rPr>
              <a:t>LAN</a:t>
            </a:r>
            <a:r>
              <a:rPr lang="zh-TW" altLang="en-US">
                <a:solidFill>
                  <a:schemeClr val="accent4"/>
                </a:solidFill>
              </a:rPr>
              <a:t>之間</a:t>
            </a:r>
            <a:r>
              <a:rPr lang="zh-TW" altLang="en-US"/>
              <a:t>轉發數據包的網絡設備。</a:t>
            </a:r>
            <a:endParaRPr lang="en-US"/>
          </a:p>
        </p:txBody>
      </p:sp>
      <p:sp>
        <p:nvSpPr>
          <p:cNvPr id="4" name="Slide Number Placeholder 3">
            <a:extLst>
              <a:ext uri="{FF2B5EF4-FFF2-40B4-BE49-F238E27FC236}">
                <a16:creationId xmlns:a16="http://schemas.microsoft.com/office/drawing/2014/main" id="{FB55B9A8-D87A-734C-F81B-977BC2A21A7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Stardos Stencil Regular"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white"/>
              </a:solidFill>
              <a:effectLst/>
              <a:uLnTx/>
              <a:uFillTx/>
              <a:latin typeface="Stardos Stencil Regular" charset="0"/>
              <a:ea typeface="+mn-ea"/>
              <a:cs typeface="+mn-cs"/>
            </a:endParaRPr>
          </a:p>
        </p:txBody>
      </p:sp>
      <p:pic>
        <p:nvPicPr>
          <p:cNvPr id="4098" name="Picture 2" descr="Routers - Cisco">
            <a:extLst>
              <a:ext uri="{FF2B5EF4-FFF2-40B4-BE49-F238E27FC236}">
                <a16:creationId xmlns:a16="http://schemas.microsoft.com/office/drawing/2014/main" id="{8626E7A1-AB72-328C-2E1B-81E7ADC9C2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91" t="10156" r="17637" b="9582"/>
          <a:stretch/>
        </p:blipFill>
        <p:spPr bwMode="auto">
          <a:xfrm>
            <a:off x="6433458" y="2171700"/>
            <a:ext cx="4996542" cy="3445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1251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88D208-12A7-4B20-F9B5-DBE51472C5DB}"/>
            </a:ext>
          </a:extLst>
        </p:cNvPr>
        <p:cNvGrpSpPr/>
        <p:nvPr/>
      </p:nvGrpSpPr>
      <p:grpSpPr>
        <a:xfrm>
          <a:off x="0" y="0"/>
          <a:ext cx="0" cy="0"/>
          <a:chOff x="0" y="0"/>
          <a:chExt cx="0" cy="0"/>
        </a:xfrm>
      </p:grpSpPr>
      <p:pic>
        <p:nvPicPr>
          <p:cNvPr id="45" name="Picture 44">
            <a:extLst>
              <a:ext uri="{FF2B5EF4-FFF2-40B4-BE49-F238E27FC236}">
                <a16:creationId xmlns:a16="http://schemas.microsoft.com/office/drawing/2014/main" id="{F9EB50B0-4C1D-B065-1E62-64501DB040D7}"/>
              </a:ext>
            </a:extLst>
          </p:cNvPr>
          <p:cNvPicPr>
            <a:picLocks noChangeAspect="1"/>
          </p:cNvPicPr>
          <p:nvPr/>
        </p:nvPicPr>
        <p:blipFill>
          <a:blip r:embed="rId2"/>
          <a:stretch>
            <a:fillRect/>
          </a:stretch>
        </p:blipFill>
        <p:spPr>
          <a:xfrm>
            <a:off x="2559564" y="1655627"/>
            <a:ext cx="5599139" cy="5424453"/>
          </a:xfrm>
          <a:prstGeom prst="rect">
            <a:avLst/>
          </a:prstGeom>
        </p:spPr>
      </p:pic>
      <p:sp>
        <p:nvSpPr>
          <p:cNvPr id="2" name="Title 1">
            <a:extLst>
              <a:ext uri="{FF2B5EF4-FFF2-40B4-BE49-F238E27FC236}">
                <a16:creationId xmlns:a16="http://schemas.microsoft.com/office/drawing/2014/main" id="{7B6B3E5D-01B4-2F21-649C-1B9B2D2B993F}"/>
              </a:ext>
            </a:extLst>
          </p:cNvPr>
          <p:cNvSpPr>
            <a:spLocks noGrp="1"/>
          </p:cNvSpPr>
          <p:nvPr>
            <p:ph type="title"/>
          </p:nvPr>
        </p:nvSpPr>
        <p:spPr>
          <a:xfrm>
            <a:off x="1371599" y="685800"/>
            <a:ext cx="10137101" cy="1485900"/>
          </a:xfrm>
        </p:spPr>
        <p:txBody>
          <a:bodyPr anchor="ctr">
            <a:normAutofit fontScale="90000"/>
          </a:bodyPr>
          <a:lstStyle/>
          <a:p>
            <a:r>
              <a:rPr lang="en-US" err="1"/>
              <a:t>交換機</a:t>
            </a:r>
            <a:r>
              <a:rPr lang="zh-CN" altLang="en-US"/>
              <a:t> </a:t>
            </a:r>
            <a:r>
              <a:rPr lang="en-US" altLang="zh-CN"/>
              <a:t>Switch </a:t>
            </a:r>
            <a:r>
              <a:rPr lang="ja-JP" altLang="en-US" b="1"/>
              <a:t>與 </a:t>
            </a:r>
            <a:r>
              <a:rPr lang="en-US" err="1"/>
              <a:t>路由器</a:t>
            </a:r>
            <a:r>
              <a:rPr lang="en-US"/>
              <a:t> Router</a:t>
            </a:r>
            <a:br>
              <a:rPr lang="en-HK" altLang="zh-TW"/>
            </a:br>
            <a:endParaRPr lang="en-US"/>
          </a:p>
        </p:txBody>
      </p:sp>
      <p:sp>
        <p:nvSpPr>
          <p:cNvPr id="13" name="TextBox 12">
            <a:extLst>
              <a:ext uri="{FF2B5EF4-FFF2-40B4-BE49-F238E27FC236}">
                <a16:creationId xmlns:a16="http://schemas.microsoft.com/office/drawing/2014/main" id="{2DB10A8F-A84A-39EE-A38A-39D9E4616FD4}"/>
              </a:ext>
            </a:extLst>
          </p:cNvPr>
          <p:cNvSpPr txBox="1"/>
          <p:nvPr/>
        </p:nvSpPr>
        <p:spPr>
          <a:xfrm>
            <a:off x="1076472" y="2367672"/>
            <a:ext cx="98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srgbClr val="00B050"/>
                </a:solidFill>
                <a:effectLst/>
                <a:uLnTx/>
                <a:uFillTx/>
                <a:latin typeface="Franklin Gothic Book" panose="020B0503020102020204"/>
                <a:ea typeface="+mn-ea"/>
                <a:cs typeface="+mn-cs"/>
              </a:rPr>
              <a:t>交換機</a:t>
            </a:r>
            <a:r>
              <a:rPr kumimoji="0" lang="zh-CN" altLang="en-US" sz="1800" b="0" i="0" u="none" strike="noStrike" kern="1200" cap="none" spc="0" normalizeH="0" baseline="0" noProof="0">
                <a:ln>
                  <a:noFill/>
                </a:ln>
                <a:solidFill>
                  <a:srgbClr val="00B050"/>
                </a:solidFill>
                <a:effectLst/>
                <a:uLnTx/>
                <a:uFillTx/>
                <a:latin typeface="Franklin Gothic Book" panose="020B0503020102020204"/>
                <a:ea typeface="+mn-ea"/>
                <a:cs typeface="+mn-cs"/>
              </a:rPr>
              <a:t> </a:t>
            </a:r>
            <a:r>
              <a:rPr kumimoji="0" lang="en-US" altLang="zh-CN" sz="1800" b="0" i="0" u="none" strike="noStrike" kern="1200" cap="none" spc="0" normalizeH="0" baseline="0" noProof="0">
                <a:ln>
                  <a:noFill/>
                </a:ln>
                <a:solidFill>
                  <a:srgbClr val="00B050"/>
                </a:solidFill>
                <a:effectLst/>
                <a:uLnTx/>
                <a:uFillTx/>
                <a:latin typeface="Franklin Gothic Book" panose="020B0503020102020204"/>
                <a:ea typeface="+mn-ea"/>
                <a:cs typeface="+mn-cs"/>
              </a:rPr>
              <a:t>Switch </a:t>
            </a:r>
            <a:endParaRPr kumimoji="0" lang="en-HK" sz="1800" b="0" i="0" u="none" strike="noStrike" kern="1200" cap="none" spc="0" normalizeH="0" baseline="0" noProof="0">
              <a:ln>
                <a:noFill/>
              </a:ln>
              <a:solidFill>
                <a:srgbClr val="00B050"/>
              </a:solidFill>
              <a:effectLst/>
              <a:uLnTx/>
              <a:uFillTx/>
              <a:latin typeface="Franklin Gothic Book" panose="020B0503020102020204"/>
              <a:ea typeface="+mn-ea"/>
              <a:cs typeface="+mn-cs"/>
            </a:endParaRPr>
          </a:p>
        </p:txBody>
      </p:sp>
      <p:cxnSp>
        <p:nvCxnSpPr>
          <p:cNvPr id="15" name="Straight Arrow Connector 14">
            <a:extLst>
              <a:ext uri="{FF2B5EF4-FFF2-40B4-BE49-F238E27FC236}">
                <a16:creationId xmlns:a16="http://schemas.microsoft.com/office/drawing/2014/main" id="{6201EB72-E343-27E5-E975-286A92701FB7}"/>
              </a:ext>
            </a:extLst>
          </p:cNvPr>
          <p:cNvCxnSpPr>
            <a:cxnSpLocks/>
          </p:cNvCxnSpPr>
          <p:nvPr/>
        </p:nvCxnSpPr>
        <p:spPr>
          <a:xfrm flipV="1">
            <a:off x="1981037" y="2597482"/>
            <a:ext cx="1157053" cy="117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AB2CF86-31F9-3FD6-F777-CF2DA9C59426}"/>
              </a:ext>
            </a:extLst>
          </p:cNvPr>
          <p:cNvSpPr txBox="1"/>
          <p:nvPr/>
        </p:nvSpPr>
        <p:spPr>
          <a:xfrm>
            <a:off x="8798734" y="2714873"/>
            <a:ext cx="98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srgbClr val="00B050"/>
                </a:solidFill>
                <a:effectLst/>
                <a:uLnTx/>
                <a:uFillTx/>
                <a:latin typeface="Franklin Gothic Book" panose="020B0503020102020204"/>
                <a:ea typeface="+mn-ea"/>
                <a:cs typeface="+mn-cs"/>
              </a:rPr>
              <a:t>交換機</a:t>
            </a:r>
            <a:r>
              <a:rPr kumimoji="0" lang="zh-CN" altLang="en-US" sz="1800" b="0" i="0" u="none" strike="noStrike" kern="1200" cap="none" spc="0" normalizeH="0" baseline="0" noProof="0">
                <a:ln>
                  <a:noFill/>
                </a:ln>
                <a:solidFill>
                  <a:srgbClr val="00B050"/>
                </a:solidFill>
                <a:effectLst/>
                <a:uLnTx/>
                <a:uFillTx/>
                <a:latin typeface="Franklin Gothic Book" panose="020B0503020102020204"/>
                <a:ea typeface="+mn-ea"/>
                <a:cs typeface="+mn-cs"/>
              </a:rPr>
              <a:t> </a:t>
            </a:r>
            <a:r>
              <a:rPr kumimoji="0" lang="en-US" altLang="zh-CN" sz="1800" b="0" i="0" u="none" strike="noStrike" kern="1200" cap="none" spc="0" normalizeH="0" baseline="0" noProof="0">
                <a:ln>
                  <a:noFill/>
                </a:ln>
                <a:solidFill>
                  <a:srgbClr val="00B050"/>
                </a:solidFill>
                <a:effectLst/>
                <a:uLnTx/>
                <a:uFillTx/>
                <a:latin typeface="Franklin Gothic Book" panose="020B0503020102020204"/>
                <a:ea typeface="+mn-ea"/>
                <a:cs typeface="+mn-cs"/>
              </a:rPr>
              <a:t>Switch </a:t>
            </a:r>
            <a:endParaRPr kumimoji="0" lang="en-HK" sz="1800" b="0" i="0" u="none" strike="noStrike" kern="1200" cap="none" spc="0" normalizeH="0" baseline="0" noProof="0">
              <a:ln>
                <a:noFill/>
              </a:ln>
              <a:solidFill>
                <a:srgbClr val="00B050"/>
              </a:solidFill>
              <a:effectLst/>
              <a:uLnTx/>
              <a:uFillTx/>
              <a:latin typeface="Franklin Gothic Book" panose="020B0503020102020204"/>
              <a:ea typeface="+mn-ea"/>
              <a:cs typeface="+mn-cs"/>
            </a:endParaRPr>
          </a:p>
        </p:txBody>
      </p:sp>
      <p:cxnSp>
        <p:nvCxnSpPr>
          <p:cNvPr id="20" name="Straight Arrow Connector 19">
            <a:extLst>
              <a:ext uri="{FF2B5EF4-FFF2-40B4-BE49-F238E27FC236}">
                <a16:creationId xmlns:a16="http://schemas.microsoft.com/office/drawing/2014/main" id="{DEB82FA4-4707-5454-9C91-6153876DA3D3}"/>
              </a:ext>
            </a:extLst>
          </p:cNvPr>
          <p:cNvCxnSpPr>
            <a:cxnSpLocks/>
            <a:stCxn id="18" idx="1"/>
          </p:cNvCxnSpPr>
          <p:nvPr/>
        </p:nvCxnSpPr>
        <p:spPr>
          <a:xfrm flipH="1" flipV="1">
            <a:off x="7453423" y="2508806"/>
            <a:ext cx="1345311" cy="529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E4FE9D2-4903-8FF5-2E81-704107149105}"/>
              </a:ext>
            </a:extLst>
          </p:cNvPr>
          <p:cNvSpPr txBox="1"/>
          <p:nvPr/>
        </p:nvSpPr>
        <p:spPr>
          <a:xfrm>
            <a:off x="8709115" y="5279549"/>
            <a:ext cx="98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srgbClr val="00B050"/>
                </a:solidFill>
                <a:effectLst/>
                <a:uLnTx/>
                <a:uFillTx/>
                <a:latin typeface="Franklin Gothic Book" panose="020B0503020102020204"/>
                <a:ea typeface="+mn-ea"/>
                <a:cs typeface="+mn-cs"/>
              </a:rPr>
              <a:t>交換機</a:t>
            </a:r>
            <a:r>
              <a:rPr kumimoji="0" lang="zh-CN" altLang="en-US" sz="1800" b="0" i="0" u="none" strike="noStrike" kern="1200" cap="none" spc="0" normalizeH="0" baseline="0" noProof="0">
                <a:ln>
                  <a:noFill/>
                </a:ln>
                <a:solidFill>
                  <a:srgbClr val="00B050"/>
                </a:solidFill>
                <a:effectLst/>
                <a:uLnTx/>
                <a:uFillTx/>
                <a:latin typeface="Franklin Gothic Book" panose="020B0503020102020204"/>
                <a:ea typeface="+mn-ea"/>
                <a:cs typeface="+mn-cs"/>
              </a:rPr>
              <a:t> </a:t>
            </a:r>
            <a:r>
              <a:rPr kumimoji="0" lang="en-US" altLang="zh-CN" sz="1800" b="0" i="0" u="none" strike="noStrike" kern="1200" cap="none" spc="0" normalizeH="0" baseline="0" noProof="0">
                <a:ln>
                  <a:noFill/>
                </a:ln>
                <a:solidFill>
                  <a:srgbClr val="00B050"/>
                </a:solidFill>
                <a:effectLst/>
                <a:uLnTx/>
                <a:uFillTx/>
                <a:latin typeface="Franklin Gothic Book" panose="020B0503020102020204"/>
                <a:ea typeface="+mn-ea"/>
                <a:cs typeface="+mn-cs"/>
              </a:rPr>
              <a:t>Switch </a:t>
            </a:r>
            <a:endParaRPr kumimoji="0" lang="en-HK" sz="1800" b="0" i="0" u="none" strike="noStrike" kern="1200" cap="none" spc="0" normalizeH="0" baseline="0" noProof="0">
              <a:ln>
                <a:noFill/>
              </a:ln>
              <a:solidFill>
                <a:srgbClr val="00B050"/>
              </a:solidFill>
              <a:effectLst/>
              <a:uLnTx/>
              <a:uFillTx/>
              <a:latin typeface="Franklin Gothic Book" panose="020B0503020102020204"/>
              <a:ea typeface="+mn-ea"/>
              <a:cs typeface="+mn-cs"/>
            </a:endParaRPr>
          </a:p>
        </p:txBody>
      </p:sp>
      <p:cxnSp>
        <p:nvCxnSpPr>
          <p:cNvPr id="33" name="Straight Arrow Connector 32">
            <a:extLst>
              <a:ext uri="{FF2B5EF4-FFF2-40B4-BE49-F238E27FC236}">
                <a16:creationId xmlns:a16="http://schemas.microsoft.com/office/drawing/2014/main" id="{E9CEB738-7AEF-A09A-207A-A0B1C762453E}"/>
              </a:ext>
            </a:extLst>
          </p:cNvPr>
          <p:cNvCxnSpPr>
            <a:cxnSpLocks/>
            <a:stCxn id="32" idx="1"/>
          </p:cNvCxnSpPr>
          <p:nvPr/>
        </p:nvCxnSpPr>
        <p:spPr>
          <a:xfrm flipH="1" flipV="1">
            <a:off x="7588622" y="5401340"/>
            <a:ext cx="1120493" cy="201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5E5B834-88D3-90B6-B9A5-2B1DCFAB0A27}"/>
              </a:ext>
            </a:extLst>
          </p:cNvPr>
          <p:cNvSpPr txBox="1"/>
          <p:nvPr/>
        </p:nvSpPr>
        <p:spPr>
          <a:xfrm>
            <a:off x="1076472" y="5279548"/>
            <a:ext cx="98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srgbClr val="00B050"/>
                </a:solidFill>
                <a:effectLst/>
                <a:uLnTx/>
                <a:uFillTx/>
                <a:latin typeface="Franklin Gothic Book" panose="020B0503020102020204"/>
                <a:ea typeface="+mn-ea"/>
                <a:cs typeface="+mn-cs"/>
              </a:rPr>
              <a:t>交換機</a:t>
            </a:r>
            <a:r>
              <a:rPr kumimoji="0" lang="zh-CN" altLang="en-US" sz="1800" b="0" i="0" u="none" strike="noStrike" kern="1200" cap="none" spc="0" normalizeH="0" baseline="0" noProof="0">
                <a:ln>
                  <a:noFill/>
                </a:ln>
                <a:solidFill>
                  <a:srgbClr val="00B050"/>
                </a:solidFill>
                <a:effectLst/>
                <a:uLnTx/>
                <a:uFillTx/>
                <a:latin typeface="Franklin Gothic Book" panose="020B0503020102020204"/>
                <a:ea typeface="+mn-ea"/>
                <a:cs typeface="+mn-cs"/>
              </a:rPr>
              <a:t> </a:t>
            </a:r>
            <a:r>
              <a:rPr kumimoji="0" lang="en-US" altLang="zh-CN" sz="1800" b="0" i="0" u="none" strike="noStrike" kern="1200" cap="none" spc="0" normalizeH="0" baseline="0" noProof="0">
                <a:ln>
                  <a:noFill/>
                </a:ln>
                <a:solidFill>
                  <a:srgbClr val="00B050"/>
                </a:solidFill>
                <a:effectLst/>
                <a:uLnTx/>
                <a:uFillTx/>
                <a:latin typeface="Franklin Gothic Book" panose="020B0503020102020204"/>
                <a:ea typeface="+mn-ea"/>
                <a:cs typeface="+mn-cs"/>
              </a:rPr>
              <a:t>Switch </a:t>
            </a:r>
            <a:endParaRPr kumimoji="0" lang="en-HK" sz="1800" b="0" i="0" u="none" strike="noStrike" kern="1200" cap="none" spc="0" normalizeH="0" baseline="0" noProof="0">
              <a:ln>
                <a:noFill/>
              </a:ln>
              <a:solidFill>
                <a:srgbClr val="00B050"/>
              </a:solidFill>
              <a:effectLst/>
              <a:uLnTx/>
              <a:uFillTx/>
              <a:latin typeface="Franklin Gothic Book" panose="020B0503020102020204"/>
              <a:ea typeface="+mn-ea"/>
              <a:cs typeface="+mn-cs"/>
            </a:endParaRPr>
          </a:p>
        </p:txBody>
      </p:sp>
      <p:cxnSp>
        <p:nvCxnSpPr>
          <p:cNvPr id="35" name="Straight Arrow Connector 34">
            <a:extLst>
              <a:ext uri="{FF2B5EF4-FFF2-40B4-BE49-F238E27FC236}">
                <a16:creationId xmlns:a16="http://schemas.microsoft.com/office/drawing/2014/main" id="{178573FE-114B-0F9B-9BF2-1F85014A6241}"/>
              </a:ext>
            </a:extLst>
          </p:cNvPr>
          <p:cNvCxnSpPr>
            <a:cxnSpLocks/>
          </p:cNvCxnSpPr>
          <p:nvPr/>
        </p:nvCxnSpPr>
        <p:spPr>
          <a:xfrm flipV="1">
            <a:off x="1981037" y="5509358"/>
            <a:ext cx="1157053" cy="117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B64DFD3-97E0-36E7-3FCD-758A21AAE117}"/>
              </a:ext>
            </a:extLst>
          </p:cNvPr>
          <p:cNvSpPr txBox="1"/>
          <p:nvPr/>
        </p:nvSpPr>
        <p:spPr>
          <a:xfrm>
            <a:off x="4893720" y="2624664"/>
            <a:ext cx="98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srgbClr val="FFC000">
                    <a:lumMod val="75000"/>
                  </a:srgbClr>
                </a:solidFill>
                <a:effectLst/>
                <a:uLnTx/>
                <a:uFillTx/>
                <a:latin typeface="Franklin Gothic Book" panose="020B0503020102020204"/>
                <a:ea typeface="+mn-ea"/>
                <a:cs typeface="+mn-cs"/>
              </a:rPr>
              <a:t>路由器</a:t>
            </a:r>
            <a:r>
              <a:rPr kumimoji="0" lang="en-US" sz="1800" b="0" i="0" u="none" strike="noStrike" kern="1200" cap="none" spc="0" normalizeH="0" baseline="0" noProof="0">
                <a:ln>
                  <a:noFill/>
                </a:ln>
                <a:solidFill>
                  <a:srgbClr val="FFC000">
                    <a:lumMod val="75000"/>
                  </a:srgbClr>
                </a:solidFill>
                <a:effectLst/>
                <a:uLnTx/>
                <a:uFillTx/>
                <a:latin typeface="Franklin Gothic Book" panose="020B0503020102020204"/>
                <a:ea typeface="+mn-ea"/>
                <a:cs typeface="+mn-cs"/>
              </a:rPr>
              <a:t> Router</a:t>
            </a:r>
            <a:endParaRPr kumimoji="0" lang="en-HK" sz="1800" b="0" i="0" u="none" strike="noStrike" kern="1200" cap="none" spc="0" normalizeH="0" baseline="0" noProof="0">
              <a:ln>
                <a:noFill/>
              </a:ln>
              <a:solidFill>
                <a:srgbClr val="FFC000">
                  <a:lumMod val="75000"/>
                </a:srgbClr>
              </a:solidFill>
              <a:effectLst/>
              <a:uLnTx/>
              <a:uFillTx/>
              <a:latin typeface="Franklin Gothic Book" panose="020B0503020102020204"/>
              <a:ea typeface="+mn-ea"/>
              <a:cs typeface="+mn-cs"/>
            </a:endParaRPr>
          </a:p>
        </p:txBody>
      </p:sp>
      <p:cxnSp>
        <p:nvCxnSpPr>
          <p:cNvPr id="37" name="Straight Arrow Connector 36">
            <a:extLst>
              <a:ext uri="{FF2B5EF4-FFF2-40B4-BE49-F238E27FC236}">
                <a16:creationId xmlns:a16="http://schemas.microsoft.com/office/drawing/2014/main" id="{71085B07-5FC1-EA45-0BEA-DFA21AA84D37}"/>
              </a:ext>
            </a:extLst>
          </p:cNvPr>
          <p:cNvCxnSpPr>
            <a:cxnSpLocks/>
            <a:stCxn id="36" idx="2"/>
          </p:cNvCxnSpPr>
          <p:nvPr/>
        </p:nvCxnSpPr>
        <p:spPr>
          <a:xfrm>
            <a:off x="5385690" y="3270995"/>
            <a:ext cx="67984" cy="180417"/>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descr="A red sign with white text&#10;&#10;Description automatically generated">
            <a:extLst>
              <a:ext uri="{FF2B5EF4-FFF2-40B4-BE49-F238E27FC236}">
                <a16:creationId xmlns:a16="http://schemas.microsoft.com/office/drawing/2014/main" id="{0E9FDDE3-6B67-7E09-E23C-0D43414A8A42}"/>
              </a:ext>
            </a:extLst>
          </p:cNvPr>
          <p:cNvPicPr>
            <a:picLocks noChangeAspect="1"/>
          </p:cNvPicPr>
          <p:nvPr/>
        </p:nvPicPr>
        <p:blipFill>
          <a:blip r:embed="rId3"/>
          <a:stretch>
            <a:fillRect/>
          </a:stretch>
        </p:blipFill>
        <p:spPr>
          <a:xfrm>
            <a:off x="8189422" y="4037275"/>
            <a:ext cx="1771650" cy="533400"/>
          </a:xfrm>
          <a:prstGeom prst="rect">
            <a:avLst/>
          </a:prstGeom>
        </p:spPr>
      </p:pic>
      <p:sp>
        <p:nvSpPr>
          <p:cNvPr id="43" name="TextBox 42">
            <a:hlinkClick r:id="rId4"/>
            <a:extLst>
              <a:ext uri="{FF2B5EF4-FFF2-40B4-BE49-F238E27FC236}">
                <a16:creationId xmlns:a16="http://schemas.microsoft.com/office/drawing/2014/main" id="{F62EF459-8BAC-DF9B-ABB0-9432BBD41310}"/>
              </a:ext>
            </a:extLst>
          </p:cNvPr>
          <p:cNvSpPr txBox="1"/>
          <p:nvPr/>
        </p:nvSpPr>
        <p:spPr>
          <a:xfrm>
            <a:off x="9939090" y="3999174"/>
            <a:ext cx="1721943"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1" i="0" u="sng" strike="noStrike" kern="1200" cap="none" spc="0" normalizeH="0" baseline="0" noProof="0">
                <a:ln>
                  <a:noFill/>
                </a:ln>
                <a:solidFill>
                  <a:srgbClr val="7030A0"/>
                </a:solidFill>
                <a:effectLst/>
                <a:uLnTx/>
                <a:uFillTx/>
                <a:latin typeface="Helvetica"/>
                <a:ea typeface="+mn-ea"/>
                <a:cs typeface="Helvetica"/>
                <a:hlinkClick r:id="rId5"/>
              </a:rPr>
              <a:t>L</a:t>
            </a:r>
            <a:r>
              <a:rPr kumimoji="0" lang="en-US" sz="1800" b="1" i="0" u="sng" strike="noStrike" kern="1200" cap="none" spc="0" normalizeH="0" baseline="0" noProof="0">
                <a:ln>
                  <a:noFill/>
                </a:ln>
                <a:solidFill>
                  <a:srgbClr val="7030A0"/>
                </a:solidFill>
                <a:effectLst/>
                <a:uLnTx/>
                <a:uFillTx/>
                <a:latin typeface="Helvetica"/>
                <a:ea typeface="+mn-ea"/>
                <a:cs typeface="Helvetica"/>
                <a:hlinkClick r:id="rId5"/>
              </a:rPr>
              <a:t>AN， Switch &amp; Router</a:t>
            </a:r>
            <a:endParaRPr kumimoji="0" lang="en-HK" sz="1800" b="1" i="0" u="sng" strike="noStrike" kern="1200" cap="none" spc="0" normalizeH="0" baseline="0" noProof="0">
              <a:ln>
                <a:noFill/>
              </a:ln>
              <a:solidFill>
                <a:srgbClr val="7030A0"/>
              </a:solidFill>
              <a:effectLst/>
              <a:uLnTx/>
              <a:uFillTx/>
              <a:latin typeface="Helvetica" panose="020B0604020202020204" pitchFamily="34" charset="0"/>
              <a:ea typeface="+mn-ea"/>
              <a:cs typeface="Helvetica" panose="020B0604020202020204" pitchFamily="34" charset="0"/>
            </a:endParaRPr>
          </a:p>
        </p:txBody>
      </p:sp>
    </p:spTree>
    <p:extLst>
      <p:ext uri="{BB962C8B-B14F-4D97-AF65-F5344CB8AC3E}">
        <p14:creationId xmlns:p14="http://schemas.microsoft.com/office/powerpoint/2010/main" val="3244135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4BD0B15-B0DD-9B58-19C0-522A38B09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F1AB4-C76F-3CC3-ACA8-7E7AA54D21CB}"/>
              </a:ext>
            </a:extLst>
          </p:cNvPr>
          <p:cNvSpPr>
            <a:spLocks noGrp="1"/>
          </p:cNvSpPr>
          <p:nvPr>
            <p:ph type="title"/>
          </p:nvPr>
        </p:nvSpPr>
        <p:spPr>
          <a:xfrm>
            <a:off x="1371600" y="685800"/>
            <a:ext cx="9601200" cy="1485900"/>
          </a:xfrm>
        </p:spPr>
        <p:txBody>
          <a:bodyPr anchor="ctr">
            <a:normAutofit fontScale="90000"/>
          </a:bodyPr>
          <a:lstStyle/>
          <a:p>
            <a:r>
              <a:rPr lang="zh-TW" altLang="en-US" sz="5300"/>
              <a:t>家用無線路由器</a:t>
            </a:r>
            <a:r>
              <a:rPr lang="zh-CN" altLang="en-US" sz="5300"/>
              <a:t> </a:t>
            </a:r>
            <a:r>
              <a:rPr lang="en-US" altLang="zh-CN" sz="5300"/>
              <a:t>Wireless Router</a:t>
            </a:r>
            <a:endParaRPr lang="en-US"/>
          </a:p>
        </p:txBody>
      </p:sp>
      <p:pic>
        <p:nvPicPr>
          <p:cNvPr id="7170" name="Picture 2" descr="1200Mbps Wireless Wifi Router Dual band Wifi Reapter Extender 1*WAN 4*LAN  Gigabit USB Ports English Firmware Wider Coverage ZBT|Wireless Routers| -  AliExpress">
            <a:extLst>
              <a:ext uri="{FF2B5EF4-FFF2-40B4-BE49-F238E27FC236}">
                <a16:creationId xmlns:a16="http://schemas.microsoft.com/office/drawing/2014/main" id="{8E2C729E-7CB5-4415-F966-3F9D7128C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174" t="10913" r="11576" b="8472"/>
          <a:stretch/>
        </p:blipFill>
        <p:spPr bwMode="auto">
          <a:xfrm>
            <a:off x="1219200" y="1815558"/>
            <a:ext cx="4673600" cy="4877186"/>
          </a:xfrm>
          <a:prstGeom prst="rect">
            <a:avLst/>
          </a:prstGeom>
          <a:solidFill>
            <a:srgbClr val="FFFFFF"/>
          </a:solidFill>
        </p:spPr>
      </p:pic>
      <p:sp>
        <p:nvSpPr>
          <p:cNvPr id="3" name="Content Placeholder 2">
            <a:extLst>
              <a:ext uri="{FF2B5EF4-FFF2-40B4-BE49-F238E27FC236}">
                <a16:creationId xmlns:a16="http://schemas.microsoft.com/office/drawing/2014/main" id="{533FCCD0-0DE6-AB99-024C-92A5E33E3B86}"/>
              </a:ext>
            </a:extLst>
          </p:cNvPr>
          <p:cNvSpPr>
            <a:spLocks noGrp="1"/>
          </p:cNvSpPr>
          <p:nvPr>
            <p:ph sz="half" idx="2"/>
          </p:nvPr>
        </p:nvSpPr>
        <p:spPr>
          <a:xfrm>
            <a:off x="6421120" y="2539999"/>
            <a:ext cx="5072743" cy="3936304"/>
          </a:xfrm>
        </p:spPr>
        <p:txBody>
          <a:bodyPr>
            <a:noAutofit/>
          </a:bodyPr>
          <a:lstStyle/>
          <a:p>
            <a:pPr>
              <a:lnSpc>
                <a:spcPct val="110000"/>
              </a:lnSpc>
            </a:pPr>
            <a:r>
              <a:rPr lang="zh-TW" altLang="en-US" sz="2000"/>
              <a:t>將您家中的電腦裝置連接到互聯網（一種廣域網絡）（「上網」）</a:t>
            </a:r>
            <a:endParaRPr lang="en-US" altLang="zh-TW" sz="2000"/>
          </a:p>
          <a:p>
            <a:pPr>
              <a:lnSpc>
                <a:spcPct val="110000"/>
              </a:lnSpc>
            </a:pPr>
            <a:r>
              <a:rPr lang="zh-TW" altLang="en-US" sz="2000"/>
              <a:t>無線路由器是執行路由器功能的設備，包括無線接入點的功能</a:t>
            </a:r>
          </a:p>
          <a:p>
            <a:pPr>
              <a:lnSpc>
                <a:spcPct val="110000"/>
              </a:lnSpc>
            </a:pPr>
            <a:r>
              <a:rPr lang="zh-TW" altLang="en-US" sz="2000"/>
              <a:t>它用於提供對 </a:t>
            </a:r>
            <a:r>
              <a:rPr lang="en-US" sz="2000"/>
              <a:t>Internet </a:t>
            </a:r>
            <a:r>
              <a:rPr lang="zh-TW" altLang="en-US" sz="2000"/>
              <a:t>或專用計算機網絡的訪問</a:t>
            </a:r>
          </a:p>
          <a:p>
            <a:pPr>
              <a:lnSpc>
                <a:spcPct val="110000"/>
              </a:lnSpc>
            </a:pPr>
            <a:r>
              <a:rPr lang="zh-TW" altLang="en-US" sz="2000"/>
              <a:t>根據製造商和型號的不同，種類包括</a:t>
            </a:r>
            <a:r>
              <a:rPr lang="zh-CN" altLang="en-US" sz="2000"/>
              <a:t>：</a:t>
            </a:r>
            <a:r>
              <a:rPr lang="zh-TW" altLang="en-US" sz="2000"/>
              <a:t>有線局域網、純無線 </a:t>
            </a:r>
            <a:r>
              <a:rPr lang="en-US" sz="2000"/>
              <a:t>LAN </a:t>
            </a:r>
            <a:r>
              <a:rPr lang="zh-TW" altLang="en-US" sz="2000"/>
              <a:t>或混合有線和無線網絡。</a:t>
            </a:r>
            <a:endParaRPr lang="en-US" sz="2000"/>
          </a:p>
        </p:txBody>
      </p:sp>
      <p:sp>
        <p:nvSpPr>
          <p:cNvPr id="4" name="Slide Number Placeholder 3" hidden="1">
            <a:extLst>
              <a:ext uri="{FF2B5EF4-FFF2-40B4-BE49-F238E27FC236}">
                <a16:creationId xmlns:a16="http://schemas.microsoft.com/office/drawing/2014/main" id="{575CE961-8DD7-48D9-8DAC-00F948457401}"/>
              </a:ext>
            </a:extLst>
          </p:cNvPr>
          <p:cNvSpPr>
            <a:spLocks noGrp="1"/>
          </p:cNvSpPr>
          <p:nvPr>
            <p:ph type="sldNum" sz="quarter" idx="4294967295"/>
          </p:nvPr>
        </p:nvSpPr>
        <p:spPr>
          <a:xfrm>
            <a:off x="401597" y="6045950"/>
            <a:ext cx="404174" cy="404614"/>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Stardos Stencil Regular" charset="0"/>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200" b="0" i="0" u="none" strike="noStrike" kern="1200" cap="none" spc="0" normalizeH="0" baseline="0" noProof="0">
              <a:ln>
                <a:noFill/>
              </a:ln>
              <a:solidFill>
                <a:prstClr val="white"/>
              </a:solidFill>
              <a:effectLst/>
              <a:uLnTx/>
              <a:uFillTx/>
              <a:latin typeface="Stardos Stencil Regular" charset="0"/>
              <a:ea typeface="+mn-ea"/>
              <a:cs typeface="+mn-cs"/>
            </a:endParaRPr>
          </a:p>
        </p:txBody>
      </p:sp>
    </p:spTree>
    <p:extLst>
      <p:ext uri="{BB962C8B-B14F-4D97-AF65-F5344CB8AC3E}">
        <p14:creationId xmlns:p14="http://schemas.microsoft.com/office/powerpoint/2010/main" val="30792207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BA2EC6-AED4-A629-40E0-7623478D2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A011B-0FE1-42C8-A9BC-5A5CFDF3DD03}"/>
              </a:ext>
            </a:extLst>
          </p:cNvPr>
          <p:cNvSpPr>
            <a:spLocks noGrp="1"/>
          </p:cNvSpPr>
          <p:nvPr>
            <p:ph type="title"/>
          </p:nvPr>
        </p:nvSpPr>
        <p:spPr>
          <a:xfrm>
            <a:off x="723900" y="685800"/>
            <a:ext cx="3855720" cy="2157884"/>
          </a:xfrm>
        </p:spPr>
        <p:txBody>
          <a:bodyPr anchor="b">
            <a:normAutofit/>
          </a:bodyPr>
          <a:lstStyle/>
          <a:p>
            <a:r>
              <a:rPr lang="en-US" err="1"/>
              <a:t>數據包交換</a:t>
            </a:r>
            <a:endParaRPr lang="en-US"/>
          </a:p>
        </p:txBody>
      </p:sp>
      <p:pic>
        <p:nvPicPr>
          <p:cNvPr id="1026" name="Picture 2">
            <a:extLst>
              <a:ext uri="{FF2B5EF4-FFF2-40B4-BE49-F238E27FC236}">
                <a16:creationId xmlns:a16="http://schemas.microsoft.com/office/drawing/2014/main" id="{F4DE994B-4F21-0C9A-7656-54A5BB15CFA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10012" y="1670650"/>
            <a:ext cx="6247945" cy="3516700"/>
          </a:xfrm>
          <a:prstGeom prst="rect">
            <a:avLst/>
          </a:prstGeom>
          <a:solidFill>
            <a:srgbClr val="FFFFFF"/>
          </a:solidFill>
        </p:spPr>
      </p:pic>
      <p:sp>
        <p:nvSpPr>
          <p:cNvPr id="3" name="Content Placeholder 2">
            <a:extLst>
              <a:ext uri="{FF2B5EF4-FFF2-40B4-BE49-F238E27FC236}">
                <a16:creationId xmlns:a16="http://schemas.microsoft.com/office/drawing/2014/main" id="{00370CAA-F91A-4332-A3B0-486E2A237AA7}"/>
              </a:ext>
            </a:extLst>
          </p:cNvPr>
          <p:cNvSpPr>
            <a:spLocks noGrp="1"/>
          </p:cNvSpPr>
          <p:nvPr>
            <p:ph type="body" sz="half" idx="2"/>
          </p:nvPr>
        </p:nvSpPr>
        <p:spPr>
          <a:xfrm>
            <a:off x="723900" y="2856344"/>
            <a:ext cx="3855720" cy="3011056"/>
          </a:xfrm>
        </p:spPr>
        <p:txBody>
          <a:bodyPr>
            <a:normAutofit/>
          </a:bodyPr>
          <a:lstStyle/>
          <a:p>
            <a:r>
              <a:rPr lang="zh-TW" altLang="en-US"/>
              <a:t>通過 </a:t>
            </a:r>
            <a:r>
              <a:rPr lang="en-US"/>
              <a:t>Internet </a:t>
            </a:r>
            <a:r>
              <a:rPr lang="zh-TW" altLang="en-US"/>
              <a:t>發送的數據並不總是通過相同的路徑傳輸</a:t>
            </a:r>
          </a:p>
          <a:p>
            <a:r>
              <a:rPr lang="zh-TW" altLang="en-US"/>
              <a:t>過程中保持自我優化</a:t>
            </a:r>
            <a:endParaRPr lang="en-US"/>
          </a:p>
        </p:txBody>
      </p:sp>
      <p:sp>
        <p:nvSpPr>
          <p:cNvPr id="4" name="Slide Number Placeholder 3">
            <a:extLst>
              <a:ext uri="{FF2B5EF4-FFF2-40B4-BE49-F238E27FC236}">
                <a16:creationId xmlns:a16="http://schemas.microsoft.com/office/drawing/2014/main" id="{40FEB8F4-9ACD-44CA-AF47-D223614618C0}"/>
              </a:ext>
            </a:extLst>
          </p:cNvPr>
          <p:cNvSpPr>
            <a:spLocks noGrp="1"/>
          </p:cNvSpPr>
          <p:nvPr>
            <p:ph type="sldNum" sz="quarter" idx="12"/>
          </p:nvPr>
        </p:nvSpPr>
        <p:spPr>
          <a:xfrm>
            <a:off x="9883140" y="6453386"/>
            <a:ext cx="1596292" cy="404614"/>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4B07A3D-2F58-EF4D-A265-F014B879E6ED}" type="slidenum">
              <a:rPr kumimoji="0" lang="en-US" sz="1200" b="0" i="0" u="none" strike="noStrike" kern="1200" cap="none" spc="0" normalizeH="0" baseline="0" noProof="0" smtClean="0">
                <a:ln>
                  <a:noFill/>
                </a:ln>
                <a:solidFill>
                  <a:srgbClr val="373545"/>
                </a:solidFill>
                <a:effectLst/>
                <a:uLnTx/>
                <a:uFillTx/>
                <a:latin typeface="Stardos Stencil Regular" charset="0"/>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39</a:t>
            </a:fld>
            <a:endParaRPr kumimoji="0" lang="en-US" sz="1200" b="0" i="0" u="none" strike="noStrike" kern="1200" cap="none" spc="0" normalizeH="0" baseline="0" noProof="0">
              <a:ln>
                <a:noFill/>
              </a:ln>
              <a:solidFill>
                <a:srgbClr val="373545"/>
              </a:solidFill>
              <a:effectLst/>
              <a:uLnTx/>
              <a:uFillTx/>
              <a:latin typeface="Stardos Stencil Regular" charset="0"/>
              <a:ea typeface="+mn-ea"/>
              <a:cs typeface="+mn-cs"/>
            </a:endParaRPr>
          </a:p>
        </p:txBody>
      </p:sp>
      <p:pic>
        <p:nvPicPr>
          <p:cNvPr id="5" name="Picture 4" descr="A red sign with white text&#10;&#10;Description automatically generated">
            <a:extLst>
              <a:ext uri="{FF2B5EF4-FFF2-40B4-BE49-F238E27FC236}">
                <a16:creationId xmlns:a16="http://schemas.microsoft.com/office/drawing/2014/main" id="{43DADBEC-8592-C478-AFD3-EA4230CB32C7}"/>
              </a:ext>
            </a:extLst>
          </p:cNvPr>
          <p:cNvPicPr>
            <a:picLocks noChangeAspect="1"/>
          </p:cNvPicPr>
          <p:nvPr/>
        </p:nvPicPr>
        <p:blipFill>
          <a:blip r:embed="rId3"/>
          <a:stretch>
            <a:fillRect/>
          </a:stretch>
        </p:blipFill>
        <p:spPr>
          <a:xfrm>
            <a:off x="578947" y="5466025"/>
            <a:ext cx="1771650" cy="533400"/>
          </a:xfrm>
          <a:prstGeom prst="rect">
            <a:avLst/>
          </a:prstGeom>
        </p:spPr>
      </p:pic>
      <p:sp>
        <p:nvSpPr>
          <p:cNvPr id="6" name="TextBox 5">
            <a:hlinkClick r:id="rId4"/>
            <a:extLst>
              <a:ext uri="{FF2B5EF4-FFF2-40B4-BE49-F238E27FC236}">
                <a16:creationId xmlns:a16="http://schemas.microsoft.com/office/drawing/2014/main" id="{60D78C0D-8295-4A47-5C56-515DBF5E36AA}"/>
              </a:ext>
            </a:extLst>
          </p:cNvPr>
          <p:cNvSpPr txBox="1"/>
          <p:nvPr/>
        </p:nvSpPr>
        <p:spPr>
          <a:xfrm>
            <a:off x="2328615" y="5427924"/>
            <a:ext cx="172194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1" i="0" u="sng" strike="noStrike" kern="1200" cap="none" spc="0" normalizeH="0" baseline="0" noProof="0">
                <a:ln>
                  <a:noFill/>
                </a:ln>
                <a:solidFill>
                  <a:srgbClr val="7030A0"/>
                </a:solidFill>
                <a:effectLst/>
                <a:uLnTx/>
                <a:uFillTx/>
                <a:latin typeface="Helvetica" panose="020B0604020202020204" pitchFamily="34" charset="0"/>
                <a:ea typeface="+mn-ea"/>
                <a:cs typeface="Helvetica" panose="020B0604020202020204" pitchFamily="34" charset="0"/>
                <a:hlinkClick r:id="rId5"/>
              </a:rPr>
              <a:t>Packet Switching</a:t>
            </a:r>
            <a:endParaRPr kumimoji="0" lang="en-HK" sz="1800" b="1" i="0" u="sng" strike="noStrike" kern="1200" cap="none" spc="0" normalizeH="0" baseline="0" noProof="0">
              <a:ln>
                <a:noFill/>
              </a:ln>
              <a:solidFill>
                <a:srgbClr val="7030A0"/>
              </a:solidFill>
              <a:effectLst/>
              <a:uLnTx/>
              <a:uFillTx/>
              <a:latin typeface="Helvetica" panose="020B0604020202020204" pitchFamily="34" charset="0"/>
              <a:ea typeface="+mn-ea"/>
              <a:cs typeface="Helvetica" panose="020B0604020202020204" pitchFamily="34" charset="0"/>
            </a:endParaRPr>
          </a:p>
        </p:txBody>
      </p:sp>
      <p:sp>
        <p:nvSpPr>
          <p:cNvPr id="7" name="TextBox 6">
            <a:extLst>
              <a:ext uri="{FF2B5EF4-FFF2-40B4-BE49-F238E27FC236}">
                <a16:creationId xmlns:a16="http://schemas.microsoft.com/office/drawing/2014/main" id="{A0D72503-F09A-220E-11B1-4A89DC670997}"/>
              </a:ext>
            </a:extLst>
          </p:cNvPr>
          <p:cNvSpPr txBox="1"/>
          <p:nvPr/>
        </p:nvSpPr>
        <p:spPr>
          <a:xfrm>
            <a:off x="5514974" y="5466025"/>
            <a:ext cx="4905375" cy="1135375"/>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TW" altLang="en-US"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rPr>
              <a:t>數據包交換在這課程不作深究。</a:t>
            </a:r>
            <a:endParaRPr kumimoji="0" lang="en-HK" altLang="zh-TW"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TW" altLang="en-US"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rPr>
              <a:t>同學略知概念</a:t>
            </a:r>
            <a:r>
              <a:rPr kumimoji="0" lang="en-HK" altLang="zh-TW"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rPr>
              <a:t>(</a:t>
            </a:r>
            <a:r>
              <a:rPr kumimoji="0" lang="ja-JP" altLang="en-US"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rPr>
              <a:t>看片</a:t>
            </a:r>
            <a:r>
              <a:rPr kumimoji="0" lang="en-HK" altLang="ja-JP"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rPr>
              <a:t>)</a:t>
            </a:r>
            <a:r>
              <a:rPr kumimoji="0" lang="zh-TW" altLang="en-US"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rPr>
              <a:t>即可 </a:t>
            </a:r>
            <a:endParaRPr kumimoji="0" lang="en-HK" altLang="zh-TW" sz="2400" b="0" i="0" u="none" strike="noStrike" kern="1200" cap="none" spc="0" normalizeH="0" baseline="0" noProof="0">
              <a:ln>
                <a:noFill/>
              </a:ln>
              <a:solidFill>
                <a:srgbClr val="FF0000"/>
              </a:solidFill>
              <a:effectLst/>
              <a:uLnTx/>
              <a:uFillTx/>
              <a:latin typeface="新細明體"/>
              <a:ea typeface="新細明體"/>
              <a:cs typeface="微軟正黑體" panose="020B0604030504040204" pitchFamily="34" charset="-120"/>
            </a:endParaRPr>
          </a:p>
        </p:txBody>
      </p:sp>
    </p:spTree>
    <p:extLst>
      <p:ext uri="{BB962C8B-B14F-4D97-AF65-F5344CB8AC3E}">
        <p14:creationId xmlns:p14="http://schemas.microsoft.com/office/powerpoint/2010/main" val="3955640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DDB706-161E-6BBB-4C9F-0E1C9C8DF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67A6E-968A-5222-EA59-4AC010336408}"/>
              </a:ext>
            </a:extLst>
          </p:cNvPr>
          <p:cNvSpPr>
            <a:spLocks noGrp="1"/>
          </p:cNvSpPr>
          <p:nvPr>
            <p:ph type="title"/>
          </p:nvPr>
        </p:nvSpPr>
        <p:spPr/>
        <p:txBody>
          <a:bodyPr/>
          <a:lstStyle/>
          <a:p>
            <a:r>
              <a:rPr lang="zh-TW" altLang="en-US"/>
              <a:t>各種無線連接</a:t>
            </a:r>
            <a:endParaRPr lang="en-US"/>
          </a:p>
        </p:txBody>
      </p:sp>
      <p:sp>
        <p:nvSpPr>
          <p:cNvPr id="3" name="Content Placeholder 2">
            <a:extLst>
              <a:ext uri="{FF2B5EF4-FFF2-40B4-BE49-F238E27FC236}">
                <a16:creationId xmlns:a16="http://schemas.microsoft.com/office/drawing/2014/main" id="{D738CA0B-8264-F708-DC94-058D400DF177}"/>
              </a:ext>
            </a:extLst>
          </p:cNvPr>
          <p:cNvSpPr>
            <a:spLocks noGrp="1"/>
          </p:cNvSpPr>
          <p:nvPr>
            <p:ph idx="1"/>
          </p:nvPr>
        </p:nvSpPr>
        <p:spPr/>
        <p:txBody>
          <a:bodyPr>
            <a:normAutofit/>
          </a:bodyPr>
          <a:lstStyle/>
          <a:p>
            <a:r>
              <a:rPr lang="zh-TW" altLang="en-US"/>
              <a:t>無線上網</a:t>
            </a:r>
            <a:r>
              <a:rPr lang="zh-CN" altLang="en-US"/>
              <a:t> </a:t>
            </a:r>
            <a:r>
              <a:rPr lang="en-US" altLang="zh-CN"/>
              <a:t>WIFI</a:t>
            </a:r>
            <a:endParaRPr lang="zh-TW" altLang="en-US"/>
          </a:p>
          <a:p>
            <a:r>
              <a:rPr lang="zh-TW" altLang="en-US"/>
              <a:t>藍牙</a:t>
            </a:r>
            <a:r>
              <a:rPr lang="zh-CN" altLang="en-US"/>
              <a:t> </a:t>
            </a:r>
            <a:r>
              <a:rPr lang="en-US"/>
              <a:t>Bluetooth</a:t>
            </a:r>
            <a:endParaRPr lang="zh-TW" altLang="en-US"/>
          </a:p>
          <a:p>
            <a:r>
              <a:rPr lang="en-US" altLang="zh-TW"/>
              <a:t>4</a:t>
            </a:r>
            <a:r>
              <a:rPr lang="en-US"/>
              <a:t>G/5G</a:t>
            </a:r>
          </a:p>
          <a:p>
            <a:r>
              <a:rPr lang="zh-TW" altLang="en-US"/>
              <a:t>衛星</a:t>
            </a:r>
            <a:r>
              <a:rPr lang="zh-CN" altLang="en-US"/>
              <a:t> </a:t>
            </a:r>
            <a:r>
              <a:rPr lang="en-US"/>
              <a:t>Satellite </a:t>
            </a:r>
          </a:p>
        </p:txBody>
      </p:sp>
      <p:sp>
        <p:nvSpPr>
          <p:cNvPr id="4" name="Slide Number Placeholder 3">
            <a:extLst>
              <a:ext uri="{FF2B5EF4-FFF2-40B4-BE49-F238E27FC236}">
                <a16:creationId xmlns:a16="http://schemas.microsoft.com/office/drawing/2014/main" id="{38E2174C-0291-6F61-3211-F45279D0FBF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4B07A3D-2F58-EF4D-A265-F014B879E6ED}" type="slidenum">
              <a:rPr kumimoji="0" lang="en-US" sz="1200" b="0" i="0" u="none" strike="noStrike" kern="1200" cap="none" spc="0" normalizeH="0" baseline="0" noProof="0" smtClean="0">
                <a:ln>
                  <a:noFill/>
                </a:ln>
                <a:solidFill>
                  <a:prstClr val="white"/>
                </a:solidFill>
                <a:effectLst/>
                <a:uLnTx/>
                <a:uFillTx/>
                <a:latin typeface="Stardos Stencil Regular"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white"/>
              </a:solidFill>
              <a:effectLst/>
              <a:uLnTx/>
              <a:uFillTx/>
              <a:latin typeface="Stardos Stencil Regular" charset="0"/>
              <a:ea typeface="+mn-ea"/>
              <a:cs typeface="+mn-cs"/>
            </a:endParaRPr>
          </a:p>
        </p:txBody>
      </p:sp>
    </p:spTree>
    <p:extLst>
      <p:ext uri="{BB962C8B-B14F-4D97-AF65-F5344CB8AC3E}">
        <p14:creationId xmlns:p14="http://schemas.microsoft.com/office/powerpoint/2010/main" val="31214822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175C42-9452-A843-A606-7879EABDAEC4}"/>
              </a:ext>
            </a:extLst>
          </p:cNvPr>
          <p:cNvSpPr>
            <a:spLocks noGrp="1"/>
          </p:cNvSpPr>
          <p:nvPr>
            <p:ph type="title"/>
          </p:nvPr>
        </p:nvSpPr>
        <p:spPr/>
        <p:txBody>
          <a:bodyPr/>
          <a:lstStyle/>
          <a:p>
            <a:r>
              <a:rPr lang="en-US" err="1"/>
              <a:t>課堂任務</a:t>
            </a:r>
            <a:endParaRPr lang="en-US"/>
          </a:p>
        </p:txBody>
      </p:sp>
      <p:sp>
        <p:nvSpPr>
          <p:cNvPr id="6" name="Text Placeholder 5">
            <a:extLst>
              <a:ext uri="{FF2B5EF4-FFF2-40B4-BE49-F238E27FC236}">
                <a16:creationId xmlns:a16="http://schemas.microsoft.com/office/drawing/2014/main" id="{15A0D754-22F5-CD4F-B5D5-9A26F2685530}"/>
              </a:ext>
            </a:extLst>
          </p:cNvPr>
          <p:cNvSpPr>
            <a:spLocks noGrp="1"/>
          </p:cNvSpPr>
          <p:nvPr>
            <p:ph type="body" idx="1"/>
          </p:nvPr>
        </p:nvSpPr>
        <p:spPr/>
        <p:txBody>
          <a:bodyPr/>
          <a:lstStyle/>
          <a:p>
            <a:r>
              <a:rPr lang="en-US" err="1"/>
              <a:t>認識</a:t>
            </a:r>
            <a:r>
              <a:rPr lang="zh-CN" altLang="en-US"/>
              <a:t> </a:t>
            </a:r>
            <a:r>
              <a:rPr lang="en-US"/>
              <a:t>ping </a:t>
            </a:r>
            <a:r>
              <a:rPr lang="en-US" err="1"/>
              <a:t>命令</a:t>
            </a:r>
            <a:r>
              <a:rPr lang="en-US"/>
              <a:t> (Lab 8)</a:t>
            </a:r>
          </a:p>
        </p:txBody>
      </p:sp>
    </p:spTree>
    <p:extLst>
      <p:ext uri="{BB962C8B-B14F-4D97-AF65-F5344CB8AC3E}">
        <p14:creationId xmlns:p14="http://schemas.microsoft.com/office/powerpoint/2010/main" val="271343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9020D85-51D6-1C4B-93F6-A3C2EE69857F}"/>
              </a:ext>
            </a:extLst>
          </p:cNvPr>
          <p:cNvSpPr>
            <a:spLocks noGrp="1"/>
          </p:cNvSpPr>
          <p:nvPr>
            <p:ph type="title"/>
          </p:nvPr>
        </p:nvSpPr>
        <p:spPr>
          <a:xfrm>
            <a:off x="1371600" y="685800"/>
            <a:ext cx="9601200" cy="1485900"/>
          </a:xfrm>
        </p:spPr>
        <p:txBody>
          <a:bodyPr anchor="ctr">
            <a:normAutofit/>
          </a:bodyPr>
          <a:lstStyle/>
          <a:p>
            <a:r>
              <a:rPr lang="zh-TW" altLang="en-US"/>
              <a:t>專業的數據中心網絡線管理</a:t>
            </a:r>
            <a:endParaRPr lang="en-US"/>
          </a:p>
        </p:txBody>
      </p:sp>
      <p:pic>
        <p:nvPicPr>
          <p:cNvPr id="2050" name="Picture 2" descr="Digital Realty Cements Control of US Northwest&amp;#39;s Primary Network Hub | Data  Center Knowledge">
            <a:extLst>
              <a:ext uri="{FF2B5EF4-FFF2-40B4-BE49-F238E27FC236}">
                <a16:creationId xmlns:a16="http://schemas.microsoft.com/office/drawing/2014/main" id="{F72693F8-FC01-5247-BECF-3449F2DEA85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1728" b="16538"/>
          <a:stretch/>
        </p:blipFill>
        <p:spPr bwMode="auto">
          <a:xfrm>
            <a:off x="731520" y="2175623"/>
            <a:ext cx="11460480" cy="4274941"/>
          </a:xfrm>
          <a:prstGeom prst="rect">
            <a:avLst/>
          </a:prstGeom>
          <a:solidFill>
            <a:srgbClr val="FFFFFF"/>
          </a:solidFill>
        </p:spPr>
      </p:pic>
      <p:sp>
        <p:nvSpPr>
          <p:cNvPr id="5" name="Slide Number Placeholder 4">
            <a:extLst>
              <a:ext uri="{FF2B5EF4-FFF2-40B4-BE49-F238E27FC236}">
                <a16:creationId xmlns:a16="http://schemas.microsoft.com/office/drawing/2014/main" id="{E1F26FAF-0CA2-C344-A3FC-4D304648BEC7}"/>
              </a:ext>
            </a:extLst>
          </p:cNvPr>
          <p:cNvSpPr>
            <a:spLocks noGrp="1"/>
          </p:cNvSpPr>
          <p:nvPr>
            <p:ph type="sldNum" sz="quarter" idx="12"/>
          </p:nvPr>
        </p:nvSpPr>
        <p:spPr>
          <a:xfrm>
            <a:off x="401597" y="6045950"/>
            <a:ext cx="404174" cy="404614"/>
          </a:xfrm>
        </p:spPr>
        <p:txBody>
          <a:bodyPr anchor="ctr">
            <a:normAutofit/>
          </a:bodyPr>
          <a:lstStyle/>
          <a:p>
            <a:pPr>
              <a:spcAft>
                <a:spcPts val="600"/>
              </a:spcAft>
            </a:pPr>
            <a:fld id="{14B07A3D-2F58-EF4D-A265-F014B879E6ED}" type="slidenum">
              <a:rPr lang="en-US" smtClean="0"/>
              <a:pPr>
                <a:spcAft>
                  <a:spcPts val="600"/>
                </a:spcAft>
              </a:pPr>
              <a:t>42</a:t>
            </a:fld>
            <a:endParaRPr lang="en-US"/>
          </a:p>
        </p:txBody>
      </p:sp>
    </p:spTree>
    <p:extLst>
      <p:ext uri="{BB962C8B-B14F-4D97-AF65-F5344CB8AC3E}">
        <p14:creationId xmlns:p14="http://schemas.microsoft.com/office/powerpoint/2010/main" val="10564214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BD1A9-60E5-8C4A-962A-D48DC29A9A15}"/>
              </a:ext>
            </a:extLst>
          </p:cNvPr>
          <p:cNvSpPr>
            <a:spLocks noGrp="1"/>
          </p:cNvSpPr>
          <p:nvPr>
            <p:ph type="title"/>
          </p:nvPr>
        </p:nvSpPr>
        <p:spPr/>
        <p:txBody>
          <a:bodyPr/>
          <a:lstStyle/>
          <a:p>
            <a:r>
              <a:rPr lang="zh-TW" altLang="en-US"/>
              <a:t>硬件管理是一個巨大挑戰</a:t>
            </a:r>
            <a:endParaRPr lang="en-US"/>
          </a:p>
        </p:txBody>
      </p:sp>
      <p:sp>
        <p:nvSpPr>
          <p:cNvPr id="3" name="Content Placeholder 2">
            <a:extLst>
              <a:ext uri="{FF2B5EF4-FFF2-40B4-BE49-F238E27FC236}">
                <a16:creationId xmlns:a16="http://schemas.microsoft.com/office/drawing/2014/main" id="{E7E3060E-AD05-D94B-9D3D-E65B69C797E9}"/>
              </a:ext>
            </a:extLst>
          </p:cNvPr>
          <p:cNvSpPr>
            <a:spLocks noGrp="1"/>
          </p:cNvSpPr>
          <p:nvPr>
            <p:ph idx="1"/>
          </p:nvPr>
        </p:nvSpPr>
        <p:spPr>
          <a:xfrm>
            <a:off x="1371600" y="2976880"/>
            <a:ext cx="9601200" cy="3581400"/>
          </a:xfrm>
        </p:spPr>
        <p:txBody>
          <a:bodyPr/>
          <a:lstStyle/>
          <a:p>
            <a:pPr>
              <a:lnSpc>
                <a:spcPct val="100000"/>
              </a:lnSpc>
            </a:pPr>
            <a:r>
              <a:rPr lang="zh-TW" altLang="en-US"/>
              <a:t>升級往往導致服務中斷</a:t>
            </a:r>
          </a:p>
          <a:p>
            <a:pPr>
              <a:lnSpc>
                <a:spcPct val="100000"/>
              </a:lnSpc>
            </a:pPr>
            <a:r>
              <a:rPr lang="zh-TW" altLang="en-US"/>
              <a:t>新設備衝突導致系統宕機</a:t>
            </a:r>
          </a:p>
          <a:p>
            <a:pPr>
              <a:lnSpc>
                <a:spcPct val="100000"/>
              </a:lnSpc>
            </a:pPr>
            <a:r>
              <a:rPr lang="zh-TW" altLang="en-US"/>
              <a:t>硬件投資大</a:t>
            </a:r>
            <a:r>
              <a:rPr lang="zh-CN" altLang="en-US"/>
              <a:t>、</a:t>
            </a:r>
            <a:r>
              <a:rPr lang="zh-TW" altLang="en-US"/>
              <a:t>硬件生命週期短</a:t>
            </a:r>
          </a:p>
        </p:txBody>
      </p:sp>
      <p:sp>
        <p:nvSpPr>
          <p:cNvPr id="4" name="Slide Number Placeholder 3">
            <a:extLst>
              <a:ext uri="{FF2B5EF4-FFF2-40B4-BE49-F238E27FC236}">
                <a16:creationId xmlns:a16="http://schemas.microsoft.com/office/drawing/2014/main" id="{DAD9D30F-43A1-9542-8A1A-D527F944F2EE}"/>
              </a:ext>
            </a:extLst>
          </p:cNvPr>
          <p:cNvSpPr>
            <a:spLocks noGrp="1"/>
          </p:cNvSpPr>
          <p:nvPr>
            <p:ph type="sldNum" sz="quarter" idx="12"/>
          </p:nvPr>
        </p:nvSpPr>
        <p:spPr/>
        <p:txBody>
          <a:bodyPr/>
          <a:lstStyle/>
          <a:p>
            <a:fld id="{14B07A3D-2F58-EF4D-A265-F014B879E6ED}" type="slidenum">
              <a:rPr lang="en-US" smtClean="0"/>
              <a:pPr/>
              <a:t>43</a:t>
            </a:fld>
            <a:endParaRPr lang="en-US"/>
          </a:p>
        </p:txBody>
      </p:sp>
    </p:spTree>
    <p:extLst>
      <p:ext uri="{BB962C8B-B14F-4D97-AF65-F5344CB8AC3E}">
        <p14:creationId xmlns:p14="http://schemas.microsoft.com/office/powerpoint/2010/main" val="286689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BD1A9-60E5-8C4A-962A-D48DC29A9A15}"/>
              </a:ext>
            </a:extLst>
          </p:cNvPr>
          <p:cNvSpPr>
            <a:spLocks noGrp="1"/>
          </p:cNvSpPr>
          <p:nvPr>
            <p:ph type="title"/>
          </p:nvPr>
        </p:nvSpPr>
        <p:spPr/>
        <p:txBody>
          <a:bodyPr/>
          <a:lstStyle/>
          <a:p>
            <a:r>
              <a:rPr lang="zh-TW" altLang="en-US"/>
              <a:t>軟件管理更不容易</a:t>
            </a:r>
            <a:endParaRPr lang="en-US"/>
          </a:p>
        </p:txBody>
      </p:sp>
      <p:sp>
        <p:nvSpPr>
          <p:cNvPr id="3" name="Content Placeholder 2">
            <a:extLst>
              <a:ext uri="{FF2B5EF4-FFF2-40B4-BE49-F238E27FC236}">
                <a16:creationId xmlns:a16="http://schemas.microsoft.com/office/drawing/2014/main" id="{E7E3060E-AD05-D94B-9D3D-E65B69C797E9}"/>
              </a:ext>
            </a:extLst>
          </p:cNvPr>
          <p:cNvSpPr>
            <a:spLocks noGrp="1"/>
          </p:cNvSpPr>
          <p:nvPr>
            <p:ph idx="1"/>
          </p:nvPr>
        </p:nvSpPr>
        <p:spPr/>
        <p:txBody>
          <a:bodyPr/>
          <a:lstStyle/>
          <a:p>
            <a:pPr>
              <a:lnSpc>
                <a:spcPct val="110000"/>
              </a:lnSpc>
            </a:pPr>
            <a:r>
              <a:rPr lang="zh-TW" altLang="en-US"/>
              <a:t>軟件更新</a:t>
            </a:r>
            <a:r>
              <a:rPr lang="en-US" altLang="zh-TW"/>
              <a:t>/</a:t>
            </a:r>
            <a:r>
              <a:rPr lang="zh-TW" altLang="en-US"/>
              <a:t>升級越來越頻繁</a:t>
            </a:r>
          </a:p>
          <a:p>
            <a:pPr>
              <a:lnSpc>
                <a:spcPct val="110000"/>
              </a:lnSpc>
            </a:pPr>
            <a:r>
              <a:rPr lang="zh-TW" altLang="en-US"/>
              <a:t>軟件的</a:t>
            </a:r>
            <a:r>
              <a:rPr lang="en-HK" altLang="zh-TW"/>
              <a:t>”</a:t>
            </a:r>
            <a:r>
              <a:rPr lang="zh-TW" altLang="en-US"/>
              <a:t>依賴關係</a:t>
            </a:r>
            <a:r>
              <a:rPr lang="en-HK" altLang="zh-TW"/>
              <a:t>”</a:t>
            </a:r>
            <a:r>
              <a:rPr lang="zh-TW" altLang="en-US"/>
              <a:t>極為複雜</a:t>
            </a:r>
            <a:endParaRPr lang="en-HK" altLang="zh-TW"/>
          </a:p>
          <a:p>
            <a:pPr marL="741363" lvl="1" indent="-346075">
              <a:lnSpc>
                <a:spcPct val="110000"/>
              </a:lnSpc>
            </a:pPr>
            <a:r>
              <a:rPr lang="zh-CN" altLang="en-US"/>
              <a:t>例如： </a:t>
            </a:r>
            <a:r>
              <a:rPr lang="en-US"/>
              <a:t>iOS </a:t>
            </a:r>
            <a:r>
              <a:rPr lang="zh-TW" altLang="en-US"/>
              <a:t>升級 導致</a:t>
            </a:r>
            <a:r>
              <a:rPr lang="en-US" altLang="zh-TW"/>
              <a:t> </a:t>
            </a:r>
            <a:r>
              <a:rPr lang="zh-TW" altLang="en-US"/>
              <a:t>應用</a:t>
            </a:r>
            <a:r>
              <a:rPr lang="zh-CN" altLang="en-US"/>
              <a:t>程式</a:t>
            </a:r>
            <a:r>
              <a:rPr lang="zh-TW" altLang="en-US"/>
              <a:t>版本</a:t>
            </a:r>
            <a:r>
              <a:rPr lang="zh-CN" altLang="en-US"/>
              <a:t>必需</a:t>
            </a:r>
            <a:r>
              <a:rPr lang="zh-TW" altLang="en-US"/>
              <a:t>升級</a:t>
            </a:r>
          </a:p>
          <a:p>
            <a:pPr>
              <a:lnSpc>
                <a:spcPct val="110000"/>
              </a:lnSpc>
            </a:pPr>
            <a:r>
              <a:rPr lang="zh-TW" altLang="en-US"/>
              <a:t>軟件升級結果難於掌握</a:t>
            </a:r>
          </a:p>
          <a:p>
            <a:pPr>
              <a:lnSpc>
                <a:spcPct val="110000"/>
              </a:lnSpc>
            </a:pPr>
            <a:r>
              <a:rPr lang="zh-TW" altLang="en-US"/>
              <a:t>有些軟件已經運行了幾十年，現在的員工無人了解其內部運作</a:t>
            </a:r>
            <a:endParaRPr lang="en-US"/>
          </a:p>
        </p:txBody>
      </p:sp>
      <p:sp>
        <p:nvSpPr>
          <p:cNvPr id="4" name="Slide Number Placeholder 3">
            <a:extLst>
              <a:ext uri="{FF2B5EF4-FFF2-40B4-BE49-F238E27FC236}">
                <a16:creationId xmlns:a16="http://schemas.microsoft.com/office/drawing/2014/main" id="{DAD9D30F-43A1-9542-8A1A-D527F944F2EE}"/>
              </a:ext>
            </a:extLst>
          </p:cNvPr>
          <p:cNvSpPr>
            <a:spLocks noGrp="1"/>
          </p:cNvSpPr>
          <p:nvPr>
            <p:ph type="sldNum" sz="quarter" idx="12"/>
          </p:nvPr>
        </p:nvSpPr>
        <p:spPr/>
        <p:txBody>
          <a:bodyPr/>
          <a:lstStyle/>
          <a:p>
            <a:fld id="{14B07A3D-2F58-EF4D-A265-F014B879E6ED}" type="slidenum">
              <a:rPr lang="en-US" smtClean="0"/>
              <a:pPr/>
              <a:t>44</a:t>
            </a:fld>
            <a:endParaRPr lang="en-US"/>
          </a:p>
        </p:txBody>
      </p:sp>
    </p:spTree>
    <p:extLst>
      <p:ext uri="{BB962C8B-B14F-4D97-AF65-F5344CB8AC3E}">
        <p14:creationId xmlns:p14="http://schemas.microsoft.com/office/powerpoint/2010/main" val="4166569167"/>
      </p:ext>
    </p:extLst>
  </p:cSld>
  <p:clrMapOvr>
    <a:masterClrMapping/>
  </p:clrMapOvr>
</p:sld>
</file>

<file path=ppt/theme/theme1.xml><?xml version="1.0" encoding="utf-8"?>
<a:theme xmlns:a="http://schemas.openxmlformats.org/drawingml/2006/main" name="unie-theme">
  <a:themeElements>
    <a:clrScheme name="Custom 11">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FFC000"/>
      </a:accent6>
      <a:hlink>
        <a:srgbClr val="6B9F25"/>
      </a:hlink>
      <a:folHlink>
        <a:srgbClr val="9F6715"/>
      </a:folHlink>
    </a:clrScheme>
    <a:fontScheme name="Crop">
      <a:majorFont>
        <a:latin typeface="Franklin Gothic Book" panose="020B0503020102020204"/>
        <a:ea typeface=""/>
        <a:cs typeface=""/>
      </a:majorFont>
      <a:minorFont>
        <a:latin typeface="Franklin Gothic Book" panose="020B0503020102020204"/>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e-theme" id="{0E579A49-380A-C441-8F5B-3CA47DE75BB8}" vid="{6F176D06-F6DB-F144-8DE3-4EFBF03338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19271fe-923d-4831-9080-64f318f9dc5c">
      <Terms xmlns="http://schemas.microsoft.com/office/infopath/2007/PartnerControls"/>
    </lcf76f155ced4ddcb4097134ff3c332f>
    <TaxCatchAll xmlns="08081cc9-e686-4932-b85f-96e6a9ddba25" xsi:nil="true"/>
    <date xmlns="819271fe-923d-4831-9080-64f318f9dc5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文件" ma:contentTypeID="0x010100866A3A4D4866C84286E0B4F87783545D" ma:contentTypeVersion="20" ma:contentTypeDescription="建立新的文件。" ma:contentTypeScope="" ma:versionID="0d7f9f0bdc58a538131c4e5c437fe881">
  <xsd:schema xmlns:xsd="http://www.w3.org/2001/XMLSchema" xmlns:xs="http://www.w3.org/2001/XMLSchema" xmlns:p="http://schemas.microsoft.com/office/2006/metadata/properties" xmlns:ns2="819271fe-923d-4831-9080-64f318f9dc5c" xmlns:ns3="08081cc9-e686-4932-b85f-96e6a9ddba25" targetNamespace="http://schemas.microsoft.com/office/2006/metadata/properties" ma:root="true" ma:fieldsID="cf99837ed9d8073db4284942fbb0f60f" ns2:_="" ns3:_="">
    <xsd:import namespace="819271fe-923d-4831-9080-64f318f9dc5c"/>
    <xsd:import namespace="08081cc9-e686-4932-b85f-96e6a9ddba2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dat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9271fe-923d-4831-9080-64f318f9dc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影像標籤" ma:readOnly="false" ma:fieldId="{5cf76f15-5ced-4ddc-b409-7134ff3c332f}" ma:taxonomyMulti="true" ma:sspId="92750555-699b-4f32-86e5-701b36a3898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date" ma:index="26" nillable="true" ma:displayName="date" ma:format="DateOnly" ma:internalName="date">
      <xsd:simpleType>
        <xsd:restriction base="dms:DateTim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081cc9-e686-4932-b85f-96e6a9ddba25" elementFormDefault="qualified">
    <xsd:import namespace="http://schemas.microsoft.com/office/2006/documentManagement/types"/>
    <xsd:import namespace="http://schemas.microsoft.com/office/infopath/2007/PartnerControls"/>
    <xsd:element name="SharedWithUsers" ma:index="14"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共用詳細資料" ma:internalName="SharedWithDetails" ma:readOnly="true">
      <xsd:simpleType>
        <xsd:restriction base="dms:Note">
          <xsd:maxLength value="255"/>
        </xsd:restriction>
      </xsd:simpleType>
    </xsd:element>
    <xsd:element name="TaxCatchAll" ma:index="23" nillable="true" ma:displayName="Taxonomy Catch All Column" ma:hidden="true" ma:list="{7e8625b1-ec83-450b-86e1-c32155b4272b}" ma:internalName="TaxCatchAll" ma:showField="CatchAllData" ma:web="08081cc9-e686-4932-b85f-96e6a9ddba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F0BE9E-F318-4D0B-A358-896388F147FF}">
  <ds:schemaRefs>
    <ds:schemaRef ds:uri="http://schemas.microsoft.com/sharepoint/v3/contenttype/forms"/>
  </ds:schemaRefs>
</ds:datastoreItem>
</file>

<file path=customXml/itemProps2.xml><?xml version="1.0" encoding="utf-8"?>
<ds:datastoreItem xmlns:ds="http://schemas.openxmlformats.org/officeDocument/2006/customXml" ds:itemID="{806E4F21-6A7D-4AAE-8AC9-F3DB4C1D6531}">
  <ds:schemaRefs>
    <ds:schemaRef ds:uri="08081cc9-e686-4932-b85f-96e6a9ddba25"/>
    <ds:schemaRef ds:uri="819271fe-923d-4831-9080-64f318f9dc5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FE74CB3-FD46-48C1-A702-CEE691B89004}">
  <ds:schemaRefs>
    <ds:schemaRef ds:uri="08081cc9-e686-4932-b85f-96e6a9ddba25"/>
    <ds:schemaRef ds:uri="819271fe-923d-4831-9080-64f318f9dc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{1C60865D-1002-3A41-B55B-C9896091D115}tf10001071_mac</Template>
  <Application>Microsoft Office PowerPoint</Application>
  <PresentationFormat>Widescreen</PresentationFormat>
  <Slides>44</Slides>
  <Notes>7</Notes>
  <HiddenSlides>21</HiddenSlide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unie-theme</vt:lpstr>
      <vt:lpstr>雲計算入門</vt:lpstr>
      <vt:lpstr>雲計算入門</vt:lpstr>
      <vt:lpstr>今日課題</vt:lpstr>
      <vt:lpstr>今日課題</vt:lpstr>
      <vt:lpstr>今日課題</vt:lpstr>
      <vt:lpstr>故事背景</vt:lpstr>
      <vt:lpstr>故事背景</vt:lpstr>
      <vt:lpstr>故事背景-各分行的網絡架構</vt:lpstr>
      <vt:lpstr>故事背景</vt:lpstr>
      <vt:lpstr>公司出現問題?!</vt:lpstr>
      <vt:lpstr>問題一 硬件管理</vt:lpstr>
      <vt:lpstr>硬件管理並非容易事</vt:lpstr>
      <vt:lpstr>問題二 軟件管理</vt:lpstr>
      <vt:lpstr>問題三 網絡管理</vt:lpstr>
      <vt:lpstr>互聯網很複雜</vt:lpstr>
      <vt:lpstr>轉捩點 —— 尋找更佳方案</vt:lpstr>
      <vt:lpstr>轉捩點 —— 尋找更佳方案</vt:lpstr>
      <vt:lpstr>轉捩點 —— 尋找更佳方案</vt:lpstr>
      <vt:lpstr>雲計算的核心概念</vt:lpstr>
      <vt:lpstr>優勢一 即用即付</vt:lpstr>
      <vt:lpstr>優勢二 彈性靈活</vt:lpstr>
      <vt:lpstr>優勢三 規模可伸縮</vt:lpstr>
      <vt:lpstr>優勢四 軟件即用</vt:lpstr>
      <vt:lpstr>優勢五 免自建網絡</vt:lpstr>
      <vt:lpstr>故事結局(劇透)</vt:lpstr>
      <vt:lpstr>故事結局</vt:lpstr>
      <vt:lpstr>課堂重點總結</vt:lpstr>
      <vt:lpstr>課堂任務</vt:lpstr>
      <vt:lpstr>為什麼選擇雲計算?</vt:lpstr>
      <vt:lpstr>雲計算的優勢</vt:lpstr>
      <vt:lpstr>網絡管理極具挑戰性</vt:lpstr>
      <vt:lpstr>各式各樣的網絡設備</vt:lpstr>
      <vt:lpstr>局     域    網 Local   Area   Network  (LAN）</vt:lpstr>
      <vt:lpstr>廣     域    網 Wide   Area   Network (WAN）</vt:lpstr>
      <vt:lpstr>什麼是交換機 Switch?</vt:lpstr>
      <vt:lpstr>什麼是路由器 Router</vt:lpstr>
      <vt:lpstr>交換機 Switch 與 路由器 Router </vt:lpstr>
      <vt:lpstr>家用無線路由器 Wireless Router</vt:lpstr>
      <vt:lpstr>數據包交換</vt:lpstr>
      <vt:lpstr>各種無線連接</vt:lpstr>
      <vt:lpstr>課堂任務</vt:lpstr>
      <vt:lpstr>專業的數據中心網絡線管理</vt:lpstr>
      <vt:lpstr>硬件管理是一個巨大挑戰</vt:lpstr>
      <vt:lpstr>軟件管理更不容易</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 Intro</dc:title>
  <dc:subject/>
  <dc:creator>Sunny Ng</dc:creator>
  <cp:keywords/>
  <dc:description/>
  <cp:revision>1</cp:revision>
  <dcterms:created xsi:type="dcterms:W3CDTF">2020-11-18T09:36:32Z</dcterms:created>
  <dcterms:modified xsi:type="dcterms:W3CDTF">2026-09-23T09:07:54Z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0x010100866A3A4D4866C84286E0B4F87783545D</vt:lpwstr>
  </property>
  <property fmtid="{D5CDD505-2E9C-101B-9397-08002B2CF9AE}" pid="3" name="MediaServiceImageTags">
    <vt:lpwstr/>
  </property>
</Properties>
</file>