
<file path=[Content_Types].xml><?xml version="1.0" encoding="utf-8"?>
<Types xmlns="http://schemas.openxmlformats.org/package/2006/content-types">
  <Default Extension="emf" ContentType="image/x-emf"/>
  <Default Extension="jpe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4376" r:id="rId4"/>
    <p:sldMasterId id="2147484403" r:id="rId5"/>
  </p:sldMasterIdLst>
  <p:notesMasterIdLst>
    <p:notesMasterId r:id="rId59"/>
  </p:notesMasterIdLst>
  <p:handoutMasterIdLst>
    <p:handoutMasterId r:id="rId60"/>
  </p:handoutMasterIdLst>
  <p:sldIdLst>
    <p:sldId id="279" r:id="rId6"/>
    <p:sldId id="4274" r:id="rId7"/>
    <p:sldId id="305" r:id="rId8"/>
    <p:sldId id="363" r:id="rId9"/>
    <p:sldId id="355" r:id="rId10"/>
    <p:sldId id="366" r:id="rId11"/>
    <p:sldId id="375" r:id="rId12"/>
    <p:sldId id="367" r:id="rId13"/>
    <p:sldId id="304" r:id="rId14"/>
    <p:sldId id="371" r:id="rId15"/>
    <p:sldId id="306" r:id="rId16"/>
    <p:sldId id="4269" r:id="rId17"/>
    <p:sldId id="357" r:id="rId18"/>
    <p:sldId id="4270" r:id="rId19"/>
    <p:sldId id="359" r:id="rId20"/>
    <p:sldId id="320" r:id="rId21"/>
    <p:sldId id="358" r:id="rId22"/>
    <p:sldId id="360" r:id="rId23"/>
    <p:sldId id="308" r:id="rId24"/>
    <p:sldId id="372" r:id="rId25"/>
    <p:sldId id="309" r:id="rId26"/>
    <p:sldId id="310" r:id="rId27"/>
    <p:sldId id="323" r:id="rId28"/>
    <p:sldId id="311" r:id="rId29"/>
    <p:sldId id="313" r:id="rId30"/>
    <p:sldId id="373" r:id="rId31"/>
    <p:sldId id="312" r:id="rId32"/>
    <p:sldId id="4271" r:id="rId33"/>
    <p:sldId id="314" r:id="rId34"/>
    <p:sldId id="4272" r:id="rId35"/>
    <p:sldId id="321" r:id="rId36"/>
    <p:sldId id="362" r:id="rId37"/>
    <p:sldId id="316" r:id="rId38"/>
    <p:sldId id="315" r:id="rId39"/>
    <p:sldId id="317" r:id="rId40"/>
    <p:sldId id="374" r:id="rId41"/>
    <p:sldId id="307" r:id="rId42"/>
    <p:sldId id="4267" r:id="rId43"/>
    <p:sldId id="4280" r:id="rId44"/>
    <p:sldId id="4275" r:id="rId45"/>
    <p:sldId id="4278" r:id="rId46"/>
    <p:sldId id="4277" r:id="rId47"/>
    <p:sldId id="4281" r:id="rId48"/>
    <p:sldId id="4282" r:id="rId49"/>
    <p:sldId id="4283" r:id="rId50"/>
    <p:sldId id="4284" r:id="rId51"/>
    <p:sldId id="4268" r:id="rId52"/>
    <p:sldId id="324" r:id="rId53"/>
    <p:sldId id="319" r:id="rId54"/>
    <p:sldId id="318" r:id="rId55"/>
    <p:sldId id="4273" r:id="rId56"/>
    <p:sldId id="354" r:id="rId57"/>
    <p:sldId id="322"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3375816-4318-F74F-A2EA-0C80ACA02DB8}">
          <p14:sldIdLst>
            <p14:sldId id="279"/>
            <p14:sldId id="4274"/>
            <p14:sldId id="305"/>
            <p14:sldId id="363"/>
            <p14:sldId id="355"/>
            <p14:sldId id="366"/>
            <p14:sldId id="375"/>
            <p14:sldId id="367"/>
            <p14:sldId id="304"/>
            <p14:sldId id="371"/>
            <p14:sldId id="306"/>
            <p14:sldId id="4269"/>
            <p14:sldId id="357"/>
            <p14:sldId id="4270"/>
            <p14:sldId id="359"/>
            <p14:sldId id="320"/>
            <p14:sldId id="358"/>
            <p14:sldId id="360"/>
            <p14:sldId id="308"/>
            <p14:sldId id="372"/>
            <p14:sldId id="309"/>
            <p14:sldId id="310"/>
            <p14:sldId id="323"/>
            <p14:sldId id="311"/>
            <p14:sldId id="313"/>
            <p14:sldId id="373"/>
            <p14:sldId id="312"/>
            <p14:sldId id="4271"/>
            <p14:sldId id="314"/>
            <p14:sldId id="4272"/>
            <p14:sldId id="321"/>
            <p14:sldId id="362"/>
            <p14:sldId id="316"/>
            <p14:sldId id="315"/>
            <p14:sldId id="317"/>
            <p14:sldId id="374"/>
            <p14:sldId id="307"/>
            <p14:sldId id="4267"/>
            <p14:sldId id="4280"/>
            <p14:sldId id="4275"/>
            <p14:sldId id="4278"/>
            <p14:sldId id="4277"/>
            <p14:sldId id="4281"/>
            <p14:sldId id="4282"/>
            <p14:sldId id="4283"/>
            <p14:sldId id="4284"/>
            <p14:sldId id="4268"/>
            <p14:sldId id="324"/>
            <p14:sldId id="319"/>
            <p14:sldId id="318"/>
            <p14:sldId id="4273"/>
            <p14:sldId id="354"/>
            <p14:sldId id="32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B2BA467-AD1F-EFDC-263D-BFE640F56210}" name="Ken Lo" initials="KL" userId="S::kenlo@seedfoundation.hk::ff818167-8ad7-47fc-a54a-e1a7cf5bd432" providerId="AD"/>
  <p188:author id="{1C34D7B6-DA88-EE52-4AC1-FA533B47891D}" name="Wanda Yuen" initials="WY" userId="S::wandayuen@seedfoundation.hk::bb9b1490-1670-4dbf-9118-ceef549c87ce"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CE2B"/>
    <a:srgbClr val="00296A"/>
    <a:srgbClr val="2C4C83"/>
    <a:srgbClr val="42413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AC18FBF-BA37-4D7B-99B9-CC8FB0AE4907}" v="6" dt="2026-09-22T08:12:06.88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242" autoAdjust="0"/>
  </p:normalViewPr>
  <p:slideViewPr>
    <p:cSldViewPr snapToGrid="0">
      <p:cViewPr varScale="1">
        <p:scale>
          <a:sx n="104" d="100"/>
          <a:sy n="104" d="100"/>
        </p:scale>
        <p:origin x="114" y="1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microsoft.com/office/2015/10/relationships/revisionInfo" Target="revisionInfo.xml"/><Relationship Id="rId5" Type="http://schemas.openxmlformats.org/officeDocument/2006/relationships/slideMaster" Target="slideMasters/slideMaster2.xml"/><Relationship Id="rId61" Type="http://schemas.openxmlformats.org/officeDocument/2006/relationships/presProps" Target="presProp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tableStyles" Target="tableStyle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notesMaster" Target="notesMasters/notesMaster1.xml"/><Relationship Id="rId67" Type="http://schemas.microsoft.com/office/2018/10/relationships/authors" Target="author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handoutMaster" Target="handoutMasters/handoutMaster1.xml"/><Relationship Id="rId65"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nda Yuen" userId="S::wandayuen@seedfoundation.hk::bb9b1490-1670-4dbf-9118-ceef549c87ce" providerId="AD" clId="Web-{7F29CD3E-E3A4-4F08-8274-EF2DA3AB5D76}"/>
    <pc:docChg chg="modSld">
      <pc:chgData name="Wanda Yuen" userId="S::wandayuen@seedfoundation.hk::bb9b1490-1670-4dbf-9118-ceef549c87ce" providerId="AD" clId="Web-{7F29CD3E-E3A4-4F08-8274-EF2DA3AB5D76}" dt="2026-09-17T06:12:13.510" v="1215"/>
      <pc:docMkLst>
        <pc:docMk/>
      </pc:docMkLst>
      <pc:sldChg chg="modNotes">
        <pc:chgData name="Wanda Yuen" userId="S::wandayuen@seedfoundation.hk::bb9b1490-1670-4dbf-9118-ceef549c87ce" providerId="AD" clId="Web-{7F29CD3E-E3A4-4F08-8274-EF2DA3AB5D76}" dt="2026-09-17T04:14:20.849" v="597"/>
        <pc:sldMkLst>
          <pc:docMk/>
          <pc:sldMk cId="3314036921" sldId="308"/>
        </pc:sldMkLst>
      </pc:sldChg>
      <pc:sldChg chg="modNotes">
        <pc:chgData name="Wanda Yuen" userId="S::wandayuen@seedfoundation.hk::bb9b1490-1670-4dbf-9118-ceef549c87ce" providerId="AD" clId="Web-{7F29CD3E-E3A4-4F08-8274-EF2DA3AB5D76}" dt="2026-09-17T03:06:02.939" v="49"/>
        <pc:sldMkLst>
          <pc:docMk/>
          <pc:sldMk cId="2693139306" sldId="366"/>
        </pc:sldMkLst>
      </pc:sldChg>
      <pc:sldChg chg="modNotes">
        <pc:chgData name="Wanda Yuen" userId="S::wandayuen@seedfoundation.hk::bb9b1490-1670-4dbf-9118-ceef549c87ce" providerId="AD" clId="Web-{7F29CD3E-E3A4-4F08-8274-EF2DA3AB5D76}" dt="2026-09-17T04:06:19.400" v="558"/>
        <pc:sldMkLst>
          <pc:docMk/>
          <pc:sldMk cId="2727976472" sldId="367"/>
        </pc:sldMkLst>
      </pc:sldChg>
      <pc:sldChg chg="modNotes">
        <pc:chgData name="Wanda Yuen" userId="S::wandayuen@seedfoundation.hk::bb9b1490-1670-4dbf-9118-ceef549c87ce" providerId="AD" clId="Web-{7F29CD3E-E3A4-4F08-8274-EF2DA3AB5D76}" dt="2026-09-17T04:16:24.475" v="710"/>
        <pc:sldMkLst>
          <pc:docMk/>
          <pc:sldMk cId="688374149" sldId="372"/>
        </pc:sldMkLst>
      </pc:sldChg>
      <pc:sldChg chg="modNotes">
        <pc:chgData name="Wanda Yuen" userId="S::wandayuen@seedfoundation.hk::bb9b1490-1670-4dbf-9118-ceef549c87ce" providerId="AD" clId="Web-{7F29CD3E-E3A4-4F08-8274-EF2DA3AB5D76}" dt="2026-09-17T04:17:37.288" v="776"/>
        <pc:sldMkLst>
          <pc:docMk/>
          <pc:sldMk cId="1897650022" sldId="373"/>
        </pc:sldMkLst>
      </pc:sldChg>
      <pc:sldChg chg="modNotes">
        <pc:chgData name="Wanda Yuen" userId="S::wandayuen@seedfoundation.hk::bb9b1490-1670-4dbf-9118-ceef549c87ce" providerId="AD" clId="Web-{7F29CD3E-E3A4-4F08-8274-EF2DA3AB5D76}" dt="2026-09-17T04:22:01.071" v="817"/>
        <pc:sldMkLst>
          <pc:docMk/>
          <pc:sldMk cId="2822713348" sldId="374"/>
        </pc:sldMkLst>
      </pc:sldChg>
      <pc:sldChg chg="modNotes">
        <pc:chgData name="Wanda Yuen" userId="S::wandayuen@seedfoundation.hk::bb9b1490-1670-4dbf-9118-ceef549c87ce" providerId="AD" clId="Web-{7F29CD3E-E3A4-4F08-8274-EF2DA3AB5D76}" dt="2026-09-17T04:05:57.836" v="533"/>
        <pc:sldMkLst>
          <pc:docMk/>
          <pc:sldMk cId="1241690605" sldId="375"/>
        </pc:sldMkLst>
      </pc:sldChg>
      <pc:sldChg chg="modNotes">
        <pc:chgData name="Wanda Yuen" userId="S::wandayuen@seedfoundation.hk::bb9b1490-1670-4dbf-9118-ceef549c87ce" providerId="AD" clId="Web-{7F29CD3E-E3A4-4F08-8274-EF2DA3AB5D76}" dt="2026-09-17T04:24:33.404" v="1028"/>
        <pc:sldMkLst>
          <pc:docMk/>
          <pc:sldMk cId="0" sldId="4267"/>
        </pc:sldMkLst>
      </pc:sldChg>
      <pc:sldChg chg="modNotes">
        <pc:chgData name="Wanda Yuen" userId="S::wandayuen@seedfoundation.hk::bb9b1490-1670-4dbf-9118-ceef549c87ce" providerId="AD" clId="Web-{7F29CD3E-E3A4-4F08-8274-EF2DA3AB5D76}" dt="2026-09-17T06:12:13.510" v="1215"/>
        <pc:sldMkLst>
          <pc:docMk/>
          <pc:sldMk cId="0" sldId="4268"/>
        </pc:sldMkLst>
      </pc:sldChg>
      <pc:sldChg chg="modNotes">
        <pc:chgData name="Wanda Yuen" userId="S::wandayuen@seedfoundation.hk::bb9b1490-1670-4dbf-9118-ceef549c87ce" providerId="AD" clId="Web-{7F29CD3E-E3A4-4F08-8274-EF2DA3AB5D76}" dt="2026-09-17T04:13:32.911" v="592"/>
        <pc:sldMkLst>
          <pc:docMk/>
          <pc:sldMk cId="2160187368" sldId="4269"/>
        </pc:sldMkLst>
      </pc:sldChg>
      <pc:sldChg chg="modNotes">
        <pc:chgData name="Wanda Yuen" userId="S::wandayuen@seedfoundation.hk::bb9b1490-1670-4dbf-9118-ceef549c87ce" providerId="AD" clId="Web-{7F29CD3E-E3A4-4F08-8274-EF2DA3AB5D76}" dt="2026-09-17T04:03:35.959" v="393"/>
        <pc:sldMkLst>
          <pc:docMk/>
          <pc:sldMk cId="4293136525" sldId="4274"/>
        </pc:sldMkLst>
      </pc:sldChg>
    </pc:docChg>
  </pc:docChgLst>
  <pc:docChgLst>
    <pc:chgData name="Percy Cheng" userId="S::percycheng@seedfoundation.hk::80d21a9e-6369-43b4-82a5-7a824c783934" providerId="AD" clId="Web-{43882010-5934-C90A-31AC-E931AB723292}"/>
    <pc:docChg chg="addSld modSld modSection">
      <pc:chgData name="Percy Cheng" userId="S::percycheng@seedfoundation.hk::80d21a9e-6369-43b4-82a5-7a824c783934" providerId="AD" clId="Web-{43882010-5934-C90A-31AC-E931AB723292}" dt="2026-09-14T09:14:34.413" v="64" actId="20577"/>
      <pc:docMkLst>
        <pc:docMk/>
      </pc:docMkLst>
      <pc:sldChg chg="addSp modSp">
        <pc:chgData name="Percy Cheng" userId="S::percycheng@seedfoundation.hk::80d21a9e-6369-43b4-82a5-7a824c783934" providerId="AD" clId="Web-{43882010-5934-C90A-31AC-E931AB723292}" dt="2026-09-14T09:13:41.335" v="55" actId="1076"/>
        <pc:sldMkLst>
          <pc:docMk/>
          <pc:sldMk cId="1307473465" sldId="371"/>
        </pc:sldMkLst>
        <pc:picChg chg="add mod modCrop">
          <ac:chgData name="Percy Cheng" userId="S::percycheng@seedfoundation.hk::80d21a9e-6369-43b4-82a5-7a824c783934" providerId="AD" clId="Web-{43882010-5934-C90A-31AC-E931AB723292}" dt="2026-09-14T09:13:41.335" v="55" actId="1076"/>
          <ac:picMkLst>
            <pc:docMk/>
            <pc:sldMk cId="1307473465" sldId="371"/>
            <ac:picMk id="6" creationId="{8F832F57-2D8D-2B7C-E039-C2E9653BE57D}"/>
          </ac:picMkLst>
        </pc:picChg>
      </pc:sldChg>
    </pc:docChg>
  </pc:docChgLst>
  <pc:docChgLst>
    <pc:chgData name="Percy Cheng" userId="80d21a9e-6369-43b4-82a5-7a824c783934" providerId="ADAL" clId="{C84E1C63-A3C1-4CE9-AA00-2937A243E433}"/>
    <pc:docChg chg="undo redo custSel addSld delSld modSld sldOrd modSection">
      <pc:chgData name="Percy Cheng" userId="80d21a9e-6369-43b4-82a5-7a824c783934" providerId="ADAL" clId="{C84E1C63-A3C1-4CE9-AA00-2937A243E433}" dt="2026-09-22T08:12:06.882" v="4445"/>
      <pc:docMkLst>
        <pc:docMk/>
      </pc:docMkLst>
      <pc:sldChg chg="modSp mod modShow">
        <pc:chgData name="Percy Cheng" userId="80d21a9e-6369-43b4-82a5-7a824c783934" providerId="ADAL" clId="{C84E1C63-A3C1-4CE9-AA00-2937A243E433}" dt="2026-09-16T02:57:10.650" v="1704" actId="729"/>
        <pc:sldMkLst>
          <pc:docMk/>
          <pc:sldMk cId="3025338280" sldId="279"/>
        </pc:sldMkLst>
        <pc:spChg chg="mod">
          <ac:chgData name="Percy Cheng" userId="80d21a9e-6369-43b4-82a5-7a824c783934" providerId="ADAL" clId="{C84E1C63-A3C1-4CE9-AA00-2937A243E433}" dt="2026-09-16T02:57:04.450" v="1700" actId="20577"/>
          <ac:spMkLst>
            <pc:docMk/>
            <pc:sldMk cId="3025338280" sldId="279"/>
            <ac:spMk id="2" creationId="{30F95D64-A8AB-B7C4-68AC-F4144BDC6D17}"/>
          </ac:spMkLst>
        </pc:spChg>
      </pc:sldChg>
      <pc:sldChg chg="addSp delSp modSp mod modShow">
        <pc:chgData name="Percy Cheng" userId="80d21a9e-6369-43b4-82a5-7a824c783934" providerId="ADAL" clId="{C84E1C63-A3C1-4CE9-AA00-2937A243E433}" dt="2026-09-11T08:33:23.391" v="588" actId="20577"/>
        <pc:sldMkLst>
          <pc:docMk/>
          <pc:sldMk cId="716901380" sldId="304"/>
        </pc:sldMkLst>
        <pc:spChg chg="mod">
          <ac:chgData name="Percy Cheng" userId="80d21a9e-6369-43b4-82a5-7a824c783934" providerId="ADAL" clId="{C84E1C63-A3C1-4CE9-AA00-2937A243E433}" dt="2026-09-11T08:33:22.975" v="587" actId="20577"/>
          <ac:spMkLst>
            <pc:docMk/>
            <pc:sldMk cId="716901380" sldId="304"/>
            <ac:spMk id="2" creationId="{4CEA9C0E-1AD3-BB40-9A9A-52AA5DC39E58}"/>
          </ac:spMkLst>
        </pc:spChg>
        <pc:spChg chg="mod">
          <ac:chgData name="Percy Cheng" userId="80d21a9e-6369-43b4-82a5-7a824c783934" providerId="ADAL" clId="{C84E1C63-A3C1-4CE9-AA00-2937A243E433}" dt="2026-09-11T08:33:23.391" v="588" actId="20577"/>
          <ac:spMkLst>
            <pc:docMk/>
            <pc:sldMk cId="716901380" sldId="304"/>
            <ac:spMk id="3" creationId="{1329A1D9-C04E-B843-98C4-D515781480FB}"/>
          </ac:spMkLst>
        </pc:spChg>
      </pc:sldChg>
      <pc:sldChg chg="mod modShow">
        <pc:chgData name="Percy Cheng" userId="80d21a9e-6369-43b4-82a5-7a824c783934" providerId="ADAL" clId="{C84E1C63-A3C1-4CE9-AA00-2937A243E433}" dt="2026-09-11T07:01:53.832" v="1" actId="729"/>
        <pc:sldMkLst>
          <pc:docMk/>
          <pc:sldMk cId="3560660216" sldId="305"/>
        </pc:sldMkLst>
      </pc:sldChg>
      <pc:sldChg chg="mod modShow">
        <pc:chgData name="Percy Cheng" userId="80d21a9e-6369-43b4-82a5-7a824c783934" providerId="ADAL" clId="{C84E1C63-A3C1-4CE9-AA00-2937A243E433}" dt="2026-09-14T09:57:18.243" v="1204" actId="729"/>
        <pc:sldMkLst>
          <pc:docMk/>
          <pc:sldMk cId="1163930876" sldId="306"/>
        </pc:sldMkLst>
      </pc:sldChg>
      <pc:sldChg chg="addSp delSp modSp mod ord">
        <pc:chgData name="Percy Cheng" userId="80d21a9e-6369-43b4-82a5-7a824c783934" providerId="ADAL" clId="{C84E1C63-A3C1-4CE9-AA00-2937A243E433}" dt="2026-09-11T09:09:20.717" v="939" actId="22"/>
        <pc:sldMkLst>
          <pc:docMk/>
          <pc:sldMk cId="3878225451" sldId="307"/>
        </pc:sldMkLst>
        <pc:spChg chg="mod">
          <ac:chgData name="Percy Cheng" userId="80d21a9e-6369-43b4-82a5-7a824c783934" providerId="ADAL" clId="{C84E1C63-A3C1-4CE9-AA00-2937A243E433}" dt="2026-09-11T08:17:53.909" v="543" actId="26606"/>
          <ac:spMkLst>
            <pc:docMk/>
            <pc:sldMk cId="3878225451" sldId="307"/>
            <ac:spMk id="2" creationId="{B47C89A1-9F27-EB49-BED6-2E3818A89E13}"/>
          </ac:spMkLst>
        </pc:spChg>
        <pc:spChg chg="mod">
          <ac:chgData name="Percy Cheng" userId="80d21a9e-6369-43b4-82a5-7a824c783934" providerId="ADAL" clId="{C84E1C63-A3C1-4CE9-AA00-2937A243E433}" dt="2026-09-11T08:18:22.192" v="549" actId="113"/>
          <ac:spMkLst>
            <pc:docMk/>
            <pc:sldMk cId="3878225451" sldId="307"/>
            <ac:spMk id="3" creationId="{2966D3B8-2E50-6D40-8E7F-7F4D135BC09D}"/>
          </ac:spMkLst>
        </pc:spChg>
        <pc:spChg chg="add mod">
          <ac:chgData name="Percy Cheng" userId="80d21a9e-6369-43b4-82a5-7a824c783934" providerId="ADAL" clId="{C84E1C63-A3C1-4CE9-AA00-2937A243E433}" dt="2026-09-11T08:38:58.185" v="666" actId="113"/>
          <ac:spMkLst>
            <pc:docMk/>
            <pc:sldMk cId="3878225451" sldId="307"/>
            <ac:spMk id="10" creationId="{4A3F3997-18D0-30F2-DA92-3BF07A32F9D1}"/>
          </ac:spMkLst>
        </pc:spChg>
        <pc:spChg chg="add mod">
          <ac:chgData name="Percy Cheng" userId="80d21a9e-6369-43b4-82a5-7a824c783934" providerId="ADAL" clId="{C84E1C63-A3C1-4CE9-AA00-2937A243E433}" dt="2026-09-11T08:38:59.109" v="667" actId="113"/>
          <ac:spMkLst>
            <pc:docMk/>
            <pc:sldMk cId="3878225451" sldId="307"/>
            <ac:spMk id="14" creationId="{046D8988-E70D-8A8C-C3B4-1E16EF283E1E}"/>
          </ac:spMkLst>
        </pc:spChg>
        <pc:spChg chg="add mod">
          <ac:chgData name="Percy Cheng" userId="80d21a9e-6369-43b4-82a5-7a824c783934" providerId="ADAL" clId="{C84E1C63-A3C1-4CE9-AA00-2937A243E433}" dt="2026-09-11T08:39:05.845" v="682" actId="1036"/>
          <ac:spMkLst>
            <pc:docMk/>
            <pc:sldMk cId="3878225451" sldId="307"/>
            <ac:spMk id="26" creationId="{E3BCF8BD-E312-8F2B-8C46-497A10124216}"/>
          </ac:spMkLst>
        </pc:spChg>
        <pc:spChg chg="add mod">
          <ac:chgData name="Percy Cheng" userId="80d21a9e-6369-43b4-82a5-7a824c783934" providerId="ADAL" clId="{C84E1C63-A3C1-4CE9-AA00-2937A243E433}" dt="2026-09-11T08:39:12.574" v="683" actId="113"/>
          <ac:spMkLst>
            <pc:docMk/>
            <pc:sldMk cId="3878225451" sldId="307"/>
            <ac:spMk id="46" creationId="{654B32B2-0AE5-6F20-4BCE-A3EE03F71536}"/>
          </ac:spMkLst>
        </pc:spChg>
        <pc:spChg chg="add mod">
          <ac:chgData name="Percy Cheng" userId="80d21a9e-6369-43b4-82a5-7a824c783934" providerId="ADAL" clId="{C84E1C63-A3C1-4CE9-AA00-2937A243E433}" dt="2026-09-11T08:40:38.137" v="747" actId="1076"/>
          <ac:spMkLst>
            <pc:docMk/>
            <pc:sldMk cId="3878225451" sldId="307"/>
            <ac:spMk id="50" creationId="{417E0262-7FEB-A7C9-57DD-F3014435B8DB}"/>
          </ac:spMkLst>
        </pc:spChg>
        <pc:spChg chg="add mod">
          <ac:chgData name="Percy Cheng" userId="80d21a9e-6369-43b4-82a5-7a824c783934" providerId="ADAL" clId="{C84E1C63-A3C1-4CE9-AA00-2937A243E433}" dt="2026-09-11T08:40:43.450" v="748" actId="1076"/>
          <ac:spMkLst>
            <pc:docMk/>
            <pc:sldMk cId="3878225451" sldId="307"/>
            <ac:spMk id="54" creationId="{713E10CD-5FBD-4B91-819D-AE625D3AC31F}"/>
          </ac:spMkLst>
        </pc:spChg>
        <pc:spChg chg="add mod">
          <ac:chgData name="Percy Cheng" userId="80d21a9e-6369-43b4-82a5-7a824c783934" providerId="ADAL" clId="{C84E1C63-A3C1-4CE9-AA00-2937A243E433}" dt="2026-09-11T08:40:51.199" v="749" actId="1076"/>
          <ac:spMkLst>
            <pc:docMk/>
            <pc:sldMk cId="3878225451" sldId="307"/>
            <ac:spMk id="56" creationId="{4C6EE9A7-E212-1124-381A-3904EA8FE692}"/>
          </ac:spMkLst>
        </pc:spChg>
        <pc:spChg chg="add mod">
          <ac:chgData name="Percy Cheng" userId="80d21a9e-6369-43b4-82a5-7a824c783934" providerId="ADAL" clId="{C84E1C63-A3C1-4CE9-AA00-2937A243E433}" dt="2026-09-11T08:40:57.615" v="750" actId="1076"/>
          <ac:spMkLst>
            <pc:docMk/>
            <pc:sldMk cId="3878225451" sldId="307"/>
            <ac:spMk id="58" creationId="{82A36400-EFB4-C85A-4344-CE38913DDA0C}"/>
          </ac:spMkLst>
        </pc:spChg>
        <pc:spChg chg="add mod">
          <ac:chgData name="Percy Cheng" userId="80d21a9e-6369-43b4-82a5-7a824c783934" providerId="ADAL" clId="{C84E1C63-A3C1-4CE9-AA00-2937A243E433}" dt="2026-09-11T08:43:36.971" v="796" actId="1076"/>
          <ac:spMkLst>
            <pc:docMk/>
            <pc:sldMk cId="3878225451" sldId="307"/>
            <ac:spMk id="62" creationId="{474215FA-2C17-4072-9156-84E9974D9D4D}"/>
          </ac:spMkLst>
        </pc:spChg>
        <pc:spChg chg="add mod">
          <ac:chgData name="Percy Cheng" userId="80d21a9e-6369-43b4-82a5-7a824c783934" providerId="ADAL" clId="{C84E1C63-A3C1-4CE9-AA00-2937A243E433}" dt="2026-09-11T08:43:45.436" v="798" actId="1076"/>
          <ac:spMkLst>
            <pc:docMk/>
            <pc:sldMk cId="3878225451" sldId="307"/>
            <ac:spMk id="4097" creationId="{1605031F-EE10-2F1A-4CCF-10CC263F57DF}"/>
          </ac:spMkLst>
        </pc:spChg>
        <pc:spChg chg="add mod">
          <ac:chgData name="Percy Cheng" userId="80d21a9e-6369-43b4-82a5-7a824c783934" providerId="ADAL" clId="{C84E1C63-A3C1-4CE9-AA00-2937A243E433}" dt="2026-09-11T08:43:40.655" v="797" actId="1076"/>
          <ac:spMkLst>
            <pc:docMk/>
            <pc:sldMk cId="3878225451" sldId="307"/>
            <ac:spMk id="4100" creationId="{03DD00E0-FD88-6D2B-5B61-89EA45953EDB}"/>
          </ac:spMkLst>
        </pc:spChg>
        <pc:spChg chg="add mod">
          <ac:chgData name="Percy Cheng" userId="80d21a9e-6369-43b4-82a5-7a824c783934" providerId="ADAL" clId="{C84E1C63-A3C1-4CE9-AA00-2937A243E433}" dt="2026-09-11T08:43:52.028" v="801" actId="1076"/>
          <ac:spMkLst>
            <pc:docMk/>
            <pc:sldMk cId="3878225451" sldId="307"/>
            <ac:spMk id="4102" creationId="{EB24A4CB-D676-C365-AA09-35ADB3D2C314}"/>
          </ac:spMkLst>
        </pc:spChg>
        <pc:picChg chg="add mod">
          <ac:chgData name="Percy Cheng" userId="80d21a9e-6369-43b4-82a5-7a824c783934" providerId="ADAL" clId="{C84E1C63-A3C1-4CE9-AA00-2937A243E433}" dt="2026-09-11T08:43:34.764" v="795" actId="1076"/>
          <ac:picMkLst>
            <pc:docMk/>
            <pc:sldMk cId="3878225451" sldId="307"/>
            <ac:picMk id="5" creationId="{68B1B23A-50E1-4A79-A090-24AAFF7A4B95}"/>
          </ac:picMkLst>
        </pc:picChg>
        <pc:picChg chg="add mod">
          <ac:chgData name="Percy Cheng" userId="80d21a9e-6369-43b4-82a5-7a824c783934" providerId="ADAL" clId="{C84E1C63-A3C1-4CE9-AA00-2937A243E433}" dt="2026-09-11T08:41:29.645" v="765" actId="1076"/>
          <ac:picMkLst>
            <pc:docMk/>
            <pc:sldMk cId="3878225451" sldId="307"/>
            <ac:picMk id="7" creationId="{A5D91EFC-B483-4508-01DA-E06523476852}"/>
          </ac:picMkLst>
        </pc:picChg>
        <pc:picChg chg="add mod modCrop">
          <ac:chgData name="Percy Cheng" userId="80d21a9e-6369-43b4-82a5-7a824c783934" providerId="ADAL" clId="{C84E1C63-A3C1-4CE9-AA00-2937A243E433}" dt="2026-09-11T08:36:51.707" v="613" actId="1076"/>
          <ac:picMkLst>
            <pc:docMk/>
            <pc:sldMk cId="3878225451" sldId="307"/>
            <ac:picMk id="9" creationId="{BFED7A6F-6CA8-0C4B-3027-6C1BF358C4A8}"/>
          </ac:picMkLst>
        </pc:picChg>
        <pc:picChg chg="add mod">
          <ac:chgData name="Percy Cheng" userId="80d21a9e-6369-43b4-82a5-7a824c783934" providerId="ADAL" clId="{C84E1C63-A3C1-4CE9-AA00-2937A243E433}" dt="2026-09-11T08:37:47.964" v="624" actId="1076"/>
          <ac:picMkLst>
            <pc:docMk/>
            <pc:sldMk cId="3878225451" sldId="307"/>
            <ac:picMk id="12" creationId="{50E16B53-00D5-45CE-315D-E03C851C1A3A}"/>
          </ac:picMkLst>
        </pc:picChg>
        <pc:picChg chg="add mod">
          <ac:chgData name="Percy Cheng" userId="80d21a9e-6369-43b4-82a5-7a824c783934" providerId="ADAL" clId="{C84E1C63-A3C1-4CE9-AA00-2937A243E433}" dt="2026-09-11T08:38:02.635" v="634" actId="1076"/>
          <ac:picMkLst>
            <pc:docMk/>
            <pc:sldMk cId="3878225451" sldId="307"/>
            <ac:picMk id="24" creationId="{660E0751-E72C-2310-2FFE-FA889C5B50FB}"/>
          </ac:picMkLst>
        </pc:picChg>
        <pc:picChg chg="add mod">
          <ac:chgData name="Percy Cheng" userId="80d21a9e-6369-43b4-82a5-7a824c783934" providerId="ADAL" clId="{C84E1C63-A3C1-4CE9-AA00-2937A243E433}" dt="2026-09-11T08:38:22.654" v="652" actId="1076"/>
          <ac:picMkLst>
            <pc:docMk/>
            <pc:sldMk cId="3878225451" sldId="307"/>
            <ac:picMk id="44" creationId="{B50BE33D-687A-E07F-DA24-FFC46E307995}"/>
          </ac:picMkLst>
        </pc:picChg>
        <pc:picChg chg="add mod">
          <ac:chgData name="Percy Cheng" userId="80d21a9e-6369-43b4-82a5-7a824c783934" providerId="ADAL" clId="{C84E1C63-A3C1-4CE9-AA00-2937A243E433}" dt="2026-09-11T08:43:32.684" v="792" actId="1076"/>
          <ac:picMkLst>
            <pc:docMk/>
            <pc:sldMk cId="3878225451" sldId="307"/>
            <ac:picMk id="60" creationId="{6F914BDD-7445-690F-B7DC-39ECE954B0B3}"/>
          </ac:picMkLst>
        </pc:picChg>
      </pc:sldChg>
      <pc:sldChg chg="modSp mod">
        <pc:chgData name="Percy Cheng" userId="80d21a9e-6369-43b4-82a5-7a824c783934" providerId="ADAL" clId="{C84E1C63-A3C1-4CE9-AA00-2937A243E433}" dt="2026-09-11T07:44:05.099" v="368" actId="113"/>
        <pc:sldMkLst>
          <pc:docMk/>
          <pc:sldMk cId="3314036921" sldId="308"/>
        </pc:sldMkLst>
        <pc:spChg chg="mod">
          <ac:chgData name="Percy Cheng" userId="80d21a9e-6369-43b4-82a5-7a824c783934" providerId="ADAL" clId="{C84E1C63-A3C1-4CE9-AA00-2937A243E433}" dt="2026-09-11T07:44:02.921" v="367" actId="113"/>
          <ac:spMkLst>
            <pc:docMk/>
            <pc:sldMk cId="3314036921" sldId="308"/>
            <ac:spMk id="2" creationId="{826E83AF-ACC9-7D45-9A34-887F305B5DF1}"/>
          </ac:spMkLst>
        </pc:spChg>
        <pc:spChg chg="mod">
          <ac:chgData name="Percy Cheng" userId="80d21a9e-6369-43b4-82a5-7a824c783934" providerId="ADAL" clId="{C84E1C63-A3C1-4CE9-AA00-2937A243E433}" dt="2026-09-11T07:44:05.099" v="368" actId="113"/>
          <ac:spMkLst>
            <pc:docMk/>
            <pc:sldMk cId="3314036921" sldId="308"/>
            <ac:spMk id="3" creationId="{BE96800E-35EA-284F-ADFF-F3F233918E06}"/>
          </ac:spMkLst>
        </pc:spChg>
        <pc:spChg chg="mod">
          <ac:chgData name="Percy Cheng" userId="80d21a9e-6369-43b4-82a5-7a824c783934" providerId="ADAL" clId="{C84E1C63-A3C1-4CE9-AA00-2937A243E433}" dt="2026-09-11T07:44:00.575" v="366" actId="2711"/>
          <ac:spMkLst>
            <pc:docMk/>
            <pc:sldMk cId="3314036921" sldId="308"/>
            <ac:spMk id="4" creationId="{9144EB02-A67A-D042-8336-4CAE4B7B20C6}"/>
          </ac:spMkLst>
        </pc:spChg>
      </pc:sldChg>
      <pc:sldChg chg="modSp mod">
        <pc:chgData name="Percy Cheng" userId="80d21a9e-6369-43b4-82a5-7a824c783934" providerId="ADAL" clId="{C84E1C63-A3C1-4CE9-AA00-2937A243E433}" dt="2026-09-11T07:43:47.209" v="365" actId="2711"/>
        <pc:sldMkLst>
          <pc:docMk/>
          <pc:sldMk cId="473925441" sldId="309"/>
        </pc:sldMkLst>
        <pc:spChg chg="mod">
          <ac:chgData name="Percy Cheng" userId="80d21a9e-6369-43b4-82a5-7a824c783934" providerId="ADAL" clId="{C84E1C63-A3C1-4CE9-AA00-2937A243E433}" dt="2026-09-11T07:43:47.209" v="365" actId="2711"/>
          <ac:spMkLst>
            <pc:docMk/>
            <pc:sldMk cId="473925441" sldId="309"/>
            <ac:spMk id="4" creationId="{8520D10A-75EA-B2B0-9691-BDB13450BF14}"/>
          </ac:spMkLst>
        </pc:spChg>
        <pc:spChg chg="mod">
          <ac:chgData name="Percy Cheng" userId="80d21a9e-6369-43b4-82a5-7a824c783934" providerId="ADAL" clId="{C84E1C63-A3C1-4CE9-AA00-2937A243E433}" dt="2026-09-11T07:43:47.209" v="365" actId="2711"/>
          <ac:spMkLst>
            <pc:docMk/>
            <pc:sldMk cId="473925441" sldId="309"/>
            <ac:spMk id="5" creationId="{2DBEB040-EEC8-184E-BE13-C1876F1A7FF5}"/>
          </ac:spMkLst>
        </pc:spChg>
        <pc:spChg chg="mod">
          <ac:chgData name="Percy Cheng" userId="80d21a9e-6369-43b4-82a5-7a824c783934" providerId="ADAL" clId="{C84E1C63-A3C1-4CE9-AA00-2937A243E433}" dt="2026-09-11T07:43:47.209" v="365" actId="2711"/>
          <ac:spMkLst>
            <pc:docMk/>
            <pc:sldMk cId="473925441" sldId="309"/>
            <ac:spMk id="6" creationId="{4F61A2E3-EE0C-32C8-5AD6-C6CCDDE3C136}"/>
          </ac:spMkLst>
        </pc:spChg>
        <pc:spChg chg="mod">
          <ac:chgData name="Percy Cheng" userId="80d21a9e-6369-43b4-82a5-7a824c783934" providerId="ADAL" clId="{C84E1C63-A3C1-4CE9-AA00-2937A243E433}" dt="2026-09-11T07:43:47.209" v="365" actId="2711"/>
          <ac:spMkLst>
            <pc:docMk/>
            <pc:sldMk cId="473925441" sldId="309"/>
            <ac:spMk id="8" creationId="{CEFCB9DB-EFF6-5B5F-4747-1FAD270F0F6D}"/>
          </ac:spMkLst>
        </pc:spChg>
        <pc:spChg chg="mod">
          <ac:chgData name="Percy Cheng" userId="80d21a9e-6369-43b4-82a5-7a824c783934" providerId="ADAL" clId="{C84E1C63-A3C1-4CE9-AA00-2937A243E433}" dt="2026-09-11T07:43:47.209" v="365" actId="2711"/>
          <ac:spMkLst>
            <pc:docMk/>
            <pc:sldMk cId="473925441" sldId="309"/>
            <ac:spMk id="9" creationId="{EC526CAB-3879-BB49-91A9-7191C7F20F3B}"/>
          </ac:spMkLst>
        </pc:spChg>
        <pc:spChg chg="mod">
          <ac:chgData name="Percy Cheng" userId="80d21a9e-6369-43b4-82a5-7a824c783934" providerId="ADAL" clId="{C84E1C63-A3C1-4CE9-AA00-2937A243E433}" dt="2026-09-11T07:43:47.209" v="365" actId="2711"/>
          <ac:spMkLst>
            <pc:docMk/>
            <pc:sldMk cId="473925441" sldId="309"/>
            <ac:spMk id="10" creationId="{46ECF69D-CF4B-0B45-A557-5EB5488D959B}"/>
          </ac:spMkLst>
        </pc:spChg>
        <pc:spChg chg="mod">
          <ac:chgData name="Percy Cheng" userId="80d21a9e-6369-43b4-82a5-7a824c783934" providerId="ADAL" clId="{C84E1C63-A3C1-4CE9-AA00-2937A243E433}" dt="2026-09-11T07:43:47.209" v="365" actId="2711"/>
          <ac:spMkLst>
            <pc:docMk/>
            <pc:sldMk cId="473925441" sldId="309"/>
            <ac:spMk id="12" creationId="{D269AE12-AACF-D43D-12B1-0E0DFB374BB2}"/>
          </ac:spMkLst>
        </pc:spChg>
      </pc:sldChg>
      <pc:sldChg chg="modSp mod modShow">
        <pc:chgData name="Percy Cheng" userId="80d21a9e-6369-43b4-82a5-7a824c783934" providerId="ADAL" clId="{C84E1C63-A3C1-4CE9-AA00-2937A243E433}" dt="2026-09-11T07:45:43.616" v="385" actId="729"/>
        <pc:sldMkLst>
          <pc:docMk/>
          <pc:sldMk cId="1327434887" sldId="310"/>
        </pc:sldMkLst>
        <pc:spChg chg="mod">
          <ac:chgData name="Percy Cheng" userId="80d21a9e-6369-43b4-82a5-7a824c783934" providerId="ADAL" clId="{C84E1C63-A3C1-4CE9-AA00-2937A243E433}" dt="2026-09-11T07:44:41.599" v="370" actId="113"/>
          <ac:spMkLst>
            <pc:docMk/>
            <pc:sldMk cId="1327434887" sldId="310"/>
            <ac:spMk id="2" creationId="{89322D59-C9D5-8249-B49A-9F8A8E6490FC}"/>
          </ac:spMkLst>
        </pc:spChg>
        <pc:spChg chg="mod">
          <ac:chgData name="Percy Cheng" userId="80d21a9e-6369-43b4-82a5-7a824c783934" providerId="ADAL" clId="{C84E1C63-A3C1-4CE9-AA00-2937A243E433}" dt="2026-09-11T07:44:38.527" v="369" actId="2711"/>
          <ac:spMkLst>
            <pc:docMk/>
            <pc:sldMk cId="1327434887" sldId="310"/>
            <ac:spMk id="3" creationId="{7B65BADE-1AA4-BD4F-91DA-841E06D5A61E}"/>
          </ac:spMkLst>
        </pc:spChg>
      </pc:sldChg>
      <pc:sldChg chg="modSp mod">
        <pc:chgData name="Percy Cheng" userId="80d21a9e-6369-43b4-82a5-7a824c783934" providerId="ADAL" clId="{C84E1C63-A3C1-4CE9-AA00-2937A243E433}" dt="2026-09-11T07:44:58.982" v="375" actId="113"/>
        <pc:sldMkLst>
          <pc:docMk/>
          <pc:sldMk cId="3980542190" sldId="311"/>
        </pc:sldMkLst>
        <pc:spChg chg="mod">
          <ac:chgData name="Percy Cheng" userId="80d21a9e-6369-43b4-82a5-7a824c783934" providerId="ADAL" clId="{C84E1C63-A3C1-4CE9-AA00-2937A243E433}" dt="2026-09-11T07:44:58.982" v="375" actId="113"/>
          <ac:spMkLst>
            <pc:docMk/>
            <pc:sldMk cId="3980542190" sldId="311"/>
            <ac:spMk id="5" creationId="{BC8D8AC3-7EFB-DF45-AF99-F9A6A587B0EC}"/>
          </ac:spMkLst>
        </pc:spChg>
        <pc:spChg chg="mod">
          <ac:chgData name="Percy Cheng" userId="80d21a9e-6369-43b4-82a5-7a824c783934" providerId="ADAL" clId="{C84E1C63-A3C1-4CE9-AA00-2937A243E433}" dt="2026-09-11T07:44:57.139" v="374" actId="2711"/>
          <ac:spMkLst>
            <pc:docMk/>
            <pc:sldMk cId="3980542190" sldId="311"/>
            <ac:spMk id="6" creationId="{1FE532F3-9B43-1244-A87C-3E90CFE66585}"/>
          </ac:spMkLst>
        </pc:spChg>
      </pc:sldChg>
      <pc:sldChg chg="modSp mod modShow">
        <pc:chgData name="Percy Cheng" userId="80d21a9e-6369-43b4-82a5-7a824c783934" providerId="ADAL" clId="{C84E1C63-A3C1-4CE9-AA00-2937A243E433}" dt="2026-09-16T02:22:24.789" v="1511" actId="729"/>
        <pc:sldMkLst>
          <pc:docMk/>
          <pc:sldMk cId="307469884" sldId="312"/>
        </pc:sldMkLst>
        <pc:spChg chg="mod">
          <ac:chgData name="Percy Cheng" userId="80d21a9e-6369-43b4-82a5-7a824c783934" providerId="ADAL" clId="{C84E1C63-A3C1-4CE9-AA00-2937A243E433}" dt="2026-09-11T07:45:20.473" v="382" actId="2711"/>
          <ac:spMkLst>
            <pc:docMk/>
            <pc:sldMk cId="307469884" sldId="312"/>
            <ac:spMk id="4" creationId="{45AB4E95-4BD9-0145-98F5-BCA2DA08AF53}"/>
          </ac:spMkLst>
        </pc:spChg>
        <pc:spChg chg="mod">
          <ac:chgData name="Percy Cheng" userId="80d21a9e-6369-43b4-82a5-7a824c783934" providerId="ADAL" clId="{C84E1C63-A3C1-4CE9-AA00-2937A243E433}" dt="2026-09-11T07:45:26.909" v="384" actId="113"/>
          <ac:spMkLst>
            <pc:docMk/>
            <pc:sldMk cId="307469884" sldId="312"/>
            <ac:spMk id="5" creationId="{2075793A-126B-C44E-BAFD-5E1AE069A411}"/>
          </ac:spMkLst>
        </pc:spChg>
        <pc:spChg chg="mod">
          <ac:chgData name="Percy Cheng" userId="80d21a9e-6369-43b4-82a5-7a824c783934" providerId="ADAL" clId="{C84E1C63-A3C1-4CE9-AA00-2937A243E433}" dt="2026-09-16T02:18:40.065" v="1508" actId="20577"/>
          <ac:spMkLst>
            <pc:docMk/>
            <pc:sldMk cId="307469884" sldId="312"/>
            <ac:spMk id="6" creationId="{3C72725A-7E19-0740-BAE7-F6FF910049C2}"/>
          </ac:spMkLst>
        </pc:spChg>
      </pc:sldChg>
      <pc:sldChg chg="modSp mod modShow">
        <pc:chgData name="Percy Cheng" userId="80d21a9e-6369-43b4-82a5-7a824c783934" providerId="ADAL" clId="{C84E1C63-A3C1-4CE9-AA00-2937A243E433}" dt="2026-09-11T07:56:33.965" v="388" actId="729"/>
        <pc:sldMkLst>
          <pc:docMk/>
          <pc:sldMk cId="821782505" sldId="313"/>
        </pc:sldMkLst>
        <pc:spChg chg="mod">
          <ac:chgData name="Percy Cheng" userId="80d21a9e-6369-43b4-82a5-7a824c783934" providerId="ADAL" clId="{C84E1C63-A3C1-4CE9-AA00-2937A243E433}" dt="2026-09-11T07:45:13.344" v="380" actId="2711"/>
          <ac:spMkLst>
            <pc:docMk/>
            <pc:sldMk cId="821782505" sldId="313"/>
            <ac:spMk id="4" creationId="{45AB4E95-4BD9-0145-98F5-BCA2DA08AF53}"/>
          </ac:spMkLst>
        </pc:spChg>
        <pc:spChg chg="mod">
          <ac:chgData name="Percy Cheng" userId="80d21a9e-6369-43b4-82a5-7a824c783934" providerId="ADAL" clId="{C84E1C63-A3C1-4CE9-AA00-2937A243E433}" dt="2026-09-11T07:45:13.730" v="381" actId="113"/>
          <ac:spMkLst>
            <pc:docMk/>
            <pc:sldMk cId="821782505" sldId="313"/>
            <ac:spMk id="5" creationId="{2075793A-126B-C44E-BAFD-5E1AE069A411}"/>
          </ac:spMkLst>
        </pc:spChg>
        <pc:spChg chg="mod">
          <ac:chgData name="Percy Cheng" userId="80d21a9e-6369-43b4-82a5-7a824c783934" providerId="ADAL" clId="{C84E1C63-A3C1-4CE9-AA00-2937A243E433}" dt="2026-09-11T07:45:13.344" v="380" actId="2711"/>
          <ac:spMkLst>
            <pc:docMk/>
            <pc:sldMk cId="821782505" sldId="313"/>
            <ac:spMk id="6" creationId="{3C72725A-7E19-0740-BAE7-F6FF910049C2}"/>
          </ac:spMkLst>
        </pc:spChg>
      </pc:sldChg>
      <pc:sldChg chg="addSp delSp modSp mod modShow">
        <pc:chgData name="Percy Cheng" userId="80d21a9e-6369-43b4-82a5-7a824c783934" providerId="ADAL" clId="{C84E1C63-A3C1-4CE9-AA00-2937A243E433}" dt="2026-09-16T02:37:09.086" v="1535" actId="729"/>
        <pc:sldMkLst>
          <pc:docMk/>
          <pc:sldMk cId="3177403206" sldId="314"/>
        </pc:sldMkLst>
        <pc:spChg chg="mod">
          <ac:chgData name="Percy Cheng" userId="80d21a9e-6369-43b4-82a5-7a824c783934" providerId="ADAL" clId="{C84E1C63-A3C1-4CE9-AA00-2937A243E433}" dt="2026-09-11T08:06:51.380" v="515" actId="113"/>
          <ac:spMkLst>
            <pc:docMk/>
            <pc:sldMk cId="3177403206" sldId="314"/>
            <ac:spMk id="2" creationId="{F3355B10-1243-594C-B5EF-46718DF312FD}"/>
          </ac:spMkLst>
        </pc:spChg>
        <pc:spChg chg="add del">
          <ac:chgData name="Percy Cheng" userId="80d21a9e-6369-43b4-82a5-7a824c783934" providerId="ADAL" clId="{C84E1C63-A3C1-4CE9-AA00-2937A243E433}" dt="2026-09-16T02:37:04.340" v="1533" actId="478"/>
          <ac:spMkLst>
            <pc:docMk/>
            <pc:sldMk cId="3177403206" sldId="314"/>
            <ac:spMk id="30" creationId="{2C433D55-F464-EF82-95C2-0CE17E8F1391}"/>
          </ac:spMkLst>
        </pc:spChg>
        <pc:cxnChg chg="add del">
          <ac:chgData name="Percy Cheng" userId="80d21a9e-6369-43b4-82a5-7a824c783934" providerId="ADAL" clId="{C84E1C63-A3C1-4CE9-AA00-2937A243E433}" dt="2026-09-16T02:37:03.555" v="1530" actId="478"/>
          <ac:cxnSpMkLst>
            <pc:docMk/>
            <pc:sldMk cId="3177403206" sldId="314"/>
            <ac:cxnSpMk id="31" creationId="{3E3D981D-27F3-23C3-B4FE-5719082D1F23}"/>
          </ac:cxnSpMkLst>
        </pc:cxnChg>
        <pc:cxnChg chg="add del mod">
          <ac:chgData name="Percy Cheng" userId="80d21a9e-6369-43b4-82a5-7a824c783934" providerId="ADAL" clId="{C84E1C63-A3C1-4CE9-AA00-2937A243E433}" dt="2026-09-16T02:37:04.340" v="1533" actId="478"/>
          <ac:cxnSpMkLst>
            <pc:docMk/>
            <pc:sldMk cId="3177403206" sldId="314"/>
            <ac:cxnSpMk id="33" creationId="{130BFD39-F207-8255-5D47-38CCC0366340}"/>
          </ac:cxnSpMkLst>
        </pc:cxnChg>
        <pc:cxnChg chg="add del">
          <ac:chgData name="Percy Cheng" userId="80d21a9e-6369-43b4-82a5-7a824c783934" providerId="ADAL" clId="{C84E1C63-A3C1-4CE9-AA00-2937A243E433}" dt="2026-09-16T02:37:03.952" v="1532" actId="478"/>
          <ac:cxnSpMkLst>
            <pc:docMk/>
            <pc:sldMk cId="3177403206" sldId="314"/>
            <ac:cxnSpMk id="35" creationId="{8FBD4E47-0C81-91C2-7B3F-3652613DFD83}"/>
          </ac:cxnSpMkLst>
        </pc:cxnChg>
      </pc:sldChg>
      <pc:sldChg chg="mod modShow">
        <pc:chgData name="Percy Cheng" userId="80d21a9e-6369-43b4-82a5-7a824c783934" providerId="ADAL" clId="{C84E1C63-A3C1-4CE9-AA00-2937A243E433}" dt="2026-09-11T08:06:03.598" v="510" actId="729"/>
        <pc:sldMkLst>
          <pc:docMk/>
          <pc:sldMk cId="1510599584" sldId="315"/>
        </pc:sldMkLst>
      </pc:sldChg>
      <pc:sldChg chg="mod modShow">
        <pc:chgData name="Percy Cheng" userId="80d21a9e-6369-43b4-82a5-7a824c783934" providerId="ADAL" clId="{C84E1C63-A3C1-4CE9-AA00-2937A243E433}" dt="2026-09-11T08:06:02.030" v="509" actId="729"/>
        <pc:sldMkLst>
          <pc:docMk/>
          <pc:sldMk cId="718309906" sldId="316"/>
        </pc:sldMkLst>
      </pc:sldChg>
      <pc:sldChg chg="mod modShow">
        <pc:chgData name="Percy Cheng" userId="80d21a9e-6369-43b4-82a5-7a824c783934" providerId="ADAL" clId="{C84E1C63-A3C1-4CE9-AA00-2937A243E433}" dt="2026-09-11T08:06:05.096" v="511" actId="729"/>
        <pc:sldMkLst>
          <pc:docMk/>
          <pc:sldMk cId="567705079" sldId="317"/>
        </pc:sldMkLst>
      </pc:sldChg>
      <pc:sldChg chg="addSp delSp modSp mod modShow">
        <pc:chgData name="Percy Cheng" userId="80d21a9e-6369-43b4-82a5-7a824c783934" providerId="ADAL" clId="{C84E1C63-A3C1-4CE9-AA00-2937A243E433}" dt="2026-09-16T02:47:00.114" v="1619" actId="729"/>
        <pc:sldMkLst>
          <pc:docMk/>
          <pc:sldMk cId="206621650" sldId="318"/>
        </pc:sldMkLst>
        <pc:spChg chg="mod">
          <ac:chgData name="Percy Cheng" userId="80d21a9e-6369-43b4-82a5-7a824c783934" providerId="ADAL" clId="{C84E1C63-A3C1-4CE9-AA00-2937A243E433}" dt="2026-09-16T02:25:10.950" v="1522" actId="20577"/>
          <ac:spMkLst>
            <pc:docMk/>
            <pc:sldMk cId="206621650" sldId="318"/>
            <ac:spMk id="2" creationId="{76854CA6-0C70-6544-AB05-79BE63F11C23}"/>
          </ac:spMkLst>
        </pc:spChg>
      </pc:sldChg>
      <pc:sldChg chg="mod modShow">
        <pc:chgData name="Percy Cheng" userId="80d21a9e-6369-43b4-82a5-7a824c783934" providerId="ADAL" clId="{C84E1C63-A3C1-4CE9-AA00-2937A243E433}" dt="2026-09-11T08:06:22.049" v="513" actId="729"/>
        <pc:sldMkLst>
          <pc:docMk/>
          <pc:sldMk cId="286689110" sldId="319"/>
        </pc:sldMkLst>
      </pc:sldChg>
      <pc:sldChg chg="mod modShow">
        <pc:chgData name="Percy Cheng" userId="80d21a9e-6369-43b4-82a5-7a824c783934" providerId="ADAL" clId="{C84E1C63-A3C1-4CE9-AA00-2937A243E433}" dt="2026-09-11T07:08:23.001" v="121" actId="729"/>
        <pc:sldMkLst>
          <pc:docMk/>
          <pc:sldMk cId="18838725" sldId="320"/>
        </pc:sldMkLst>
      </pc:sldChg>
      <pc:sldChg chg="mod modShow">
        <pc:chgData name="Percy Cheng" userId="80d21a9e-6369-43b4-82a5-7a824c783934" providerId="ADAL" clId="{C84E1C63-A3C1-4CE9-AA00-2937A243E433}" dt="2026-09-11T08:05:34.971" v="506" actId="729"/>
        <pc:sldMkLst>
          <pc:docMk/>
          <pc:sldMk cId="1468589190" sldId="321"/>
        </pc:sldMkLst>
      </pc:sldChg>
      <pc:sldChg chg="modSp mod modShow">
        <pc:chgData name="Percy Cheng" userId="80d21a9e-6369-43b4-82a5-7a824c783934" providerId="ADAL" clId="{C84E1C63-A3C1-4CE9-AA00-2937A243E433}" dt="2026-09-11T07:45:45.363" v="386" actId="729"/>
        <pc:sldMkLst>
          <pc:docMk/>
          <pc:sldMk cId="2827962053" sldId="323"/>
        </pc:sldMkLst>
        <pc:spChg chg="mod">
          <ac:chgData name="Percy Cheng" userId="80d21a9e-6369-43b4-82a5-7a824c783934" providerId="ADAL" clId="{C84E1C63-A3C1-4CE9-AA00-2937A243E433}" dt="2026-09-11T07:44:51.738" v="373" actId="113"/>
          <ac:spMkLst>
            <pc:docMk/>
            <pc:sldMk cId="2827962053" sldId="323"/>
            <ac:spMk id="2" creationId="{0EB6AB8F-763B-1548-9F26-54387423C635}"/>
          </ac:spMkLst>
        </pc:spChg>
        <pc:spChg chg="mod">
          <ac:chgData name="Percy Cheng" userId="80d21a9e-6369-43b4-82a5-7a824c783934" providerId="ADAL" clId="{C84E1C63-A3C1-4CE9-AA00-2937A243E433}" dt="2026-09-11T07:44:48.455" v="371" actId="2711"/>
          <ac:spMkLst>
            <pc:docMk/>
            <pc:sldMk cId="2827962053" sldId="323"/>
            <ac:spMk id="6" creationId="{B9E20CD7-FBE4-0C43-9E29-DC5138297133}"/>
          </ac:spMkLst>
        </pc:spChg>
        <pc:spChg chg="mod">
          <ac:chgData name="Percy Cheng" userId="80d21a9e-6369-43b4-82a5-7a824c783934" providerId="ADAL" clId="{C84E1C63-A3C1-4CE9-AA00-2937A243E433}" dt="2026-09-11T07:44:48.455" v="371" actId="2711"/>
          <ac:spMkLst>
            <pc:docMk/>
            <pc:sldMk cId="2827962053" sldId="323"/>
            <ac:spMk id="8" creationId="{61624714-A424-8745-83E8-7A1180A7497C}"/>
          </ac:spMkLst>
        </pc:spChg>
        <pc:spChg chg="mod">
          <ac:chgData name="Percy Cheng" userId="80d21a9e-6369-43b4-82a5-7a824c783934" providerId="ADAL" clId="{C84E1C63-A3C1-4CE9-AA00-2937A243E433}" dt="2026-09-11T07:44:48.455" v="371" actId="2711"/>
          <ac:spMkLst>
            <pc:docMk/>
            <pc:sldMk cId="2827962053" sldId="323"/>
            <ac:spMk id="12" creationId="{81ACCDFA-1A10-F740-B944-BB5535C08F5F}"/>
          </ac:spMkLst>
        </pc:spChg>
        <pc:picChg chg="mod">
          <ac:chgData name="Percy Cheng" userId="80d21a9e-6369-43b4-82a5-7a824c783934" providerId="ADAL" clId="{C84E1C63-A3C1-4CE9-AA00-2937A243E433}" dt="2026-09-11T07:44:48.455" v="371" actId="2711"/>
          <ac:picMkLst>
            <pc:docMk/>
            <pc:sldMk cId="2827962053" sldId="323"/>
            <ac:picMk id="2050" creationId="{029070AE-A8AE-D842-ABB9-4137394117D2}"/>
          </ac:picMkLst>
        </pc:picChg>
        <pc:picChg chg="mod">
          <ac:chgData name="Percy Cheng" userId="80d21a9e-6369-43b4-82a5-7a824c783934" providerId="ADAL" clId="{C84E1C63-A3C1-4CE9-AA00-2937A243E433}" dt="2026-09-11T07:44:48.455" v="371" actId="2711"/>
          <ac:picMkLst>
            <pc:docMk/>
            <pc:sldMk cId="2827962053" sldId="323"/>
            <ac:picMk id="2052" creationId="{B41FBAC7-0F0A-174C-A779-B7871CC75827}"/>
          </ac:picMkLst>
        </pc:picChg>
        <pc:picChg chg="mod">
          <ac:chgData name="Percy Cheng" userId="80d21a9e-6369-43b4-82a5-7a824c783934" providerId="ADAL" clId="{C84E1C63-A3C1-4CE9-AA00-2937A243E433}" dt="2026-09-11T07:44:48.455" v="371" actId="2711"/>
          <ac:picMkLst>
            <pc:docMk/>
            <pc:sldMk cId="2827962053" sldId="323"/>
            <ac:picMk id="2054" creationId="{E4CBA452-F11E-6841-9BF6-43DA07E53670}"/>
          </ac:picMkLst>
        </pc:picChg>
      </pc:sldChg>
      <pc:sldChg chg="mod modShow">
        <pc:chgData name="Percy Cheng" userId="80d21a9e-6369-43b4-82a5-7a824c783934" providerId="ADAL" clId="{C84E1C63-A3C1-4CE9-AA00-2937A243E433}" dt="2026-09-11T08:06:19.934" v="512" actId="729"/>
        <pc:sldMkLst>
          <pc:docMk/>
          <pc:sldMk cId="1197972192" sldId="324"/>
        </pc:sldMkLst>
      </pc:sldChg>
      <pc:sldChg chg="modSp mod">
        <pc:chgData name="Percy Cheng" userId="80d21a9e-6369-43b4-82a5-7a824c783934" providerId="ADAL" clId="{C84E1C63-A3C1-4CE9-AA00-2937A243E433}" dt="2026-09-16T02:58:52.899" v="1715" actId="14100"/>
        <pc:sldMkLst>
          <pc:docMk/>
          <pc:sldMk cId="3551571680" sldId="355"/>
        </pc:sldMkLst>
        <pc:spChg chg="mod">
          <ac:chgData name="Percy Cheng" userId="80d21a9e-6369-43b4-82a5-7a824c783934" providerId="ADAL" clId="{C84E1C63-A3C1-4CE9-AA00-2937A243E433}" dt="2026-09-16T02:58:52.899" v="1715" actId="14100"/>
          <ac:spMkLst>
            <pc:docMk/>
            <pc:sldMk cId="3551571680" sldId="355"/>
            <ac:spMk id="7" creationId="{E5B67D30-6139-E566-A0C3-D627297E24A8}"/>
          </ac:spMkLst>
        </pc:spChg>
      </pc:sldChg>
      <pc:sldChg chg="addSp delSp mod modShow">
        <pc:chgData name="Percy Cheng" userId="80d21a9e-6369-43b4-82a5-7a824c783934" providerId="ADAL" clId="{C84E1C63-A3C1-4CE9-AA00-2937A243E433}" dt="2026-09-14T09:59:31.715" v="1218" actId="729"/>
        <pc:sldMkLst>
          <pc:docMk/>
          <pc:sldMk cId="2600811312" sldId="357"/>
        </pc:sldMkLst>
      </pc:sldChg>
      <pc:sldChg chg="mod modShow">
        <pc:chgData name="Percy Cheng" userId="80d21a9e-6369-43b4-82a5-7a824c783934" providerId="ADAL" clId="{C84E1C63-A3C1-4CE9-AA00-2937A243E433}" dt="2026-09-11T07:08:28.702" v="122" actId="729"/>
        <pc:sldMkLst>
          <pc:docMk/>
          <pc:sldMk cId="700973191" sldId="358"/>
        </pc:sldMkLst>
      </pc:sldChg>
      <pc:sldChg chg="mod modShow">
        <pc:chgData name="Percy Cheng" userId="80d21a9e-6369-43b4-82a5-7a824c783934" providerId="ADAL" clId="{C84E1C63-A3C1-4CE9-AA00-2937A243E433}" dt="2026-09-11T07:08:20.304" v="120" actId="729"/>
        <pc:sldMkLst>
          <pc:docMk/>
          <pc:sldMk cId="2616342214" sldId="359"/>
        </pc:sldMkLst>
      </pc:sldChg>
      <pc:sldChg chg="mod modShow">
        <pc:chgData name="Percy Cheng" userId="80d21a9e-6369-43b4-82a5-7a824c783934" providerId="ADAL" clId="{C84E1C63-A3C1-4CE9-AA00-2937A243E433}" dt="2026-09-11T07:08:44.274" v="124" actId="729"/>
        <pc:sldMkLst>
          <pc:docMk/>
          <pc:sldMk cId="3610257949" sldId="360"/>
        </pc:sldMkLst>
      </pc:sldChg>
      <pc:sldChg chg="addSp modSp add mod">
        <pc:chgData name="Percy Cheng" userId="80d21a9e-6369-43b4-82a5-7a824c783934" providerId="ADAL" clId="{C84E1C63-A3C1-4CE9-AA00-2937A243E433}" dt="2026-09-16T02:57:54.040" v="1711" actId="1076"/>
        <pc:sldMkLst>
          <pc:docMk/>
          <pc:sldMk cId="3957051393" sldId="363"/>
        </pc:sldMkLst>
        <pc:spChg chg="add mod">
          <ac:chgData name="Percy Cheng" userId="80d21a9e-6369-43b4-82a5-7a824c783934" providerId="ADAL" clId="{C84E1C63-A3C1-4CE9-AA00-2937A243E433}" dt="2026-09-14T09:28:39.145" v="1150" actId="1038"/>
          <ac:spMkLst>
            <pc:docMk/>
            <pc:sldMk cId="3957051393" sldId="363"/>
            <ac:spMk id="2" creationId="{9D617147-6673-55AC-E370-BA78EB9C00A7}"/>
          </ac:spMkLst>
        </pc:spChg>
        <pc:spChg chg="mod">
          <ac:chgData name="Percy Cheng" userId="80d21a9e-6369-43b4-82a5-7a824c783934" providerId="ADAL" clId="{C84E1C63-A3C1-4CE9-AA00-2937A243E433}" dt="2026-09-16T02:57:49.534" v="1709" actId="1076"/>
          <ac:spMkLst>
            <pc:docMk/>
            <pc:sldMk cId="3957051393" sldId="363"/>
            <ac:spMk id="5" creationId="{C2560888-2678-FC15-2855-A238BF54149E}"/>
          </ac:spMkLst>
        </pc:spChg>
        <pc:spChg chg="mod">
          <ac:chgData name="Percy Cheng" userId="80d21a9e-6369-43b4-82a5-7a824c783934" providerId="ADAL" clId="{C84E1C63-A3C1-4CE9-AA00-2937A243E433}" dt="2026-09-16T02:57:51.557" v="1710" actId="1076"/>
          <ac:spMkLst>
            <pc:docMk/>
            <pc:sldMk cId="3957051393" sldId="363"/>
            <ac:spMk id="7" creationId="{4F9E1558-4C17-C633-A1D6-631CA15DA520}"/>
          </ac:spMkLst>
        </pc:spChg>
        <pc:spChg chg="mod">
          <ac:chgData name="Percy Cheng" userId="80d21a9e-6369-43b4-82a5-7a824c783934" providerId="ADAL" clId="{C84E1C63-A3C1-4CE9-AA00-2937A243E433}" dt="2026-09-16T02:57:54.040" v="1711" actId="1076"/>
          <ac:spMkLst>
            <pc:docMk/>
            <pc:sldMk cId="3957051393" sldId="363"/>
            <ac:spMk id="8" creationId="{F3ACD8B8-DCB4-4001-413D-516AAAC1D8F4}"/>
          </ac:spMkLst>
        </pc:spChg>
        <pc:spChg chg="add mod">
          <ac:chgData name="Percy Cheng" userId="80d21a9e-6369-43b4-82a5-7a824c783934" providerId="ADAL" clId="{C84E1C63-A3C1-4CE9-AA00-2937A243E433}" dt="2026-09-14T09:42:29.412" v="1192" actId="1076"/>
          <ac:spMkLst>
            <pc:docMk/>
            <pc:sldMk cId="3957051393" sldId="363"/>
            <ac:spMk id="11" creationId="{11010B47-D9DE-C61D-A999-84C6F08701AE}"/>
          </ac:spMkLst>
        </pc:spChg>
        <pc:picChg chg="add mod">
          <ac:chgData name="Percy Cheng" userId="80d21a9e-6369-43b4-82a5-7a824c783934" providerId="ADAL" clId="{C84E1C63-A3C1-4CE9-AA00-2937A243E433}" dt="2026-09-14T09:18:35.140" v="1089" actId="1076"/>
          <ac:picMkLst>
            <pc:docMk/>
            <pc:sldMk cId="3957051393" sldId="363"/>
            <ac:picMk id="9" creationId="{DC92EBD0-59ED-D54E-DA21-74E1EF3D9606}"/>
          </ac:picMkLst>
        </pc:picChg>
      </pc:sldChg>
      <pc:sldChg chg="addSp delSp modSp add mod modClrScheme chgLayout">
        <pc:chgData name="Percy Cheng" userId="80d21a9e-6369-43b4-82a5-7a824c783934" providerId="ADAL" clId="{C84E1C63-A3C1-4CE9-AA00-2937A243E433}" dt="2026-09-16T02:59:30.457" v="1725" actId="1076"/>
        <pc:sldMkLst>
          <pc:docMk/>
          <pc:sldMk cId="2693139306" sldId="366"/>
        </pc:sldMkLst>
        <pc:spChg chg="mod">
          <ac:chgData name="Percy Cheng" userId="80d21a9e-6369-43b4-82a5-7a824c783934" providerId="ADAL" clId="{C84E1C63-A3C1-4CE9-AA00-2937A243E433}" dt="2026-09-16T02:56:43.158" v="1696" actId="1076"/>
          <ac:spMkLst>
            <pc:docMk/>
            <pc:sldMk cId="2693139306" sldId="366"/>
            <ac:spMk id="2" creationId="{4787E18F-13FA-EB87-7A19-20A523AC17CB}"/>
          </ac:spMkLst>
        </pc:spChg>
        <pc:spChg chg="mod ord">
          <ac:chgData name="Percy Cheng" userId="80d21a9e-6369-43b4-82a5-7a824c783934" providerId="ADAL" clId="{C84E1C63-A3C1-4CE9-AA00-2937A243E433}" dt="2026-09-16T02:55:03.587" v="1681" actId="2711"/>
          <ac:spMkLst>
            <pc:docMk/>
            <pc:sldMk cId="2693139306" sldId="366"/>
            <ac:spMk id="4" creationId="{948DACF8-72D3-FC50-24DF-45ABE5E61B32}"/>
          </ac:spMkLst>
        </pc:spChg>
        <pc:spChg chg="mod ord">
          <ac:chgData name="Percy Cheng" userId="80d21a9e-6369-43b4-82a5-7a824c783934" providerId="ADAL" clId="{C84E1C63-A3C1-4CE9-AA00-2937A243E433}" dt="2026-09-16T02:56:24.939" v="1695" actId="14100"/>
          <ac:spMkLst>
            <pc:docMk/>
            <pc:sldMk cId="2693139306" sldId="366"/>
            <ac:spMk id="7" creationId="{2A3BBA6A-E059-FC5C-424E-2DBC67E9874F}"/>
          </ac:spMkLst>
        </pc:spChg>
        <pc:picChg chg="add mod modCrop">
          <ac:chgData name="Percy Cheng" userId="80d21a9e-6369-43b4-82a5-7a824c783934" providerId="ADAL" clId="{C84E1C63-A3C1-4CE9-AA00-2937A243E433}" dt="2026-09-16T02:59:30.457" v="1725" actId="1076"/>
          <ac:picMkLst>
            <pc:docMk/>
            <pc:sldMk cId="2693139306" sldId="366"/>
            <ac:picMk id="3" creationId="{4DF24381-D586-C043-B884-44A777F24D79}"/>
          </ac:picMkLst>
        </pc:picChg>
      </pc:sldChg>
      <pc:sldChg chg="addSp delSp modSp add mod ord">
        <pc:chgData name="Percy Cheng" userId="80d21a9e-6369-43b4-82a5-7a824c783934" providerId="ADAL" clId="{C84E1C63-A3C1-4CE9-AA00-2937A243E433}" dt="2026-09-21T01:15:26.808" v="1922" actId="1076"/>
        <pc:sldMkLst>
          <pc:docMk/>
          <pc:sldMk cId="2727976472" sldId="367"/>
        </pc:sldMkLst>
        <pc:spChg chg="mod">
          <ac:chgData name="Percy Cheng" userId="80d21a9e-6369-43b4-82a5-7a824c783934" providerId="ADAL" clId="{C84E1C63-A3C1-4CE9-AA00-2937A243E433}" dt="2026-09-16T02:55:37.081" v="1687" actId="113"/>
          <ac:spMkLst>
            <pc:docMk/>
            <pc:sldMk cId="2727976472" sldId="367"/>
            <ac:spMk id="2" creationId="{16A0F2B7-EA64-6493-6006-91861835AB72}"/>
          </ac:spMkLst>
        </pc:spChg>
        <pc:spChg chg="mod">
          <ac:chgData name="Percy Cheng" userId="80d21a9e-6369-43b4-82a5-7a824c783934" providerId="ADAL" clId="{C84E1C63-A3C1-4CE9-AA00-2937A243E433}" dt="2026-09-21T01:15:26.808" v="1922" actId="1076"/>
          <ac:spMkLst>
            <pc:docMk/>
            <pc:sldMk cId="2727976472" sldId="367"/>
            <ac:spMk id="8" creationId="{B96D6F79-BBC6-551D-C621-9C392C8B4668}"/>
          </ac:spMkLst>
        </pc:spChg>
        <pc:picChg chg="add mod">
          <ac:chgData name="Percy Cheng" userId="80d21a9e-6369-43b4-82a5-7a824c783934" providerId="ADAL" clId="{C84E1C63-A3C1-4CE9-AA00-2937A243E433}" dt="2026-09-16T02:08:29.528" v="1436" actId="1076"/>
          <ac:picMkLst>
            <pc:docMk/>
            <pc:sldMk cId="2727976472" sldId="367"/>
            <ac:picMk id="3" creationId="{FB7765F3-915C-A762-22F9-CDB8AB10CB10}"/>
          </ac:picMkLst>
        </pc:picChg>
      </pc:sldChg>
      <pc:sldChg chg="modSp add mod">
        <pc:chgData name="Percy Cheng" userId="80d21a9e-6369-43b4-82a5-7a824c783934" providerId="ADAL" clId="{C84E1C63-A3C1-4CE9-AA00-2937A243E433}" dt="2026-09-16T03:02:44.394" v="1753" actId="1076"/>
        <pc:sldMkLst>
          <pc:docMk/>
          <pc:sldMk cId="1307473465" sldId="371"/>
        </pc:sldMkLst>
        <pc:spChg chg="mod">
          <ac:chgData name="Percy Cheng" userId="80d21a9e-6369-43b4-82a5-7a824c783934" providerId="ADAL" clId="{C84E1C63-A3C1-4CE9-AA00-2937A243E433}" dt="2026-09-16T02:10:05.939" v="1441" actId="21"/>
          <ac:spMkLst>
            <pc:docMk/>
            <pc:sldMk cId="1307473465" sldId="371"/>
            <ac:spMk id="2" creationId="{EC7FFFB5-9FF2-2A9F-E2AF-DCB18F21BEC6}"/>
          </ac:spMkLst>
        </pc:spChg>
        <pc:spChg chg="mod">
          <ac:chgData name="Percy Cheng" userId="80d21a9e-6369-43b4-82a5-7a824c783934" providerId="ADAL" clId="{C84E1C63-A3C1-4CE9-AA00-2937A243E433}" dt="2026-09-16T03:02:39.146" v="1752" actId="1076"/>
          <ac:spMkLst>
            <pc:docMk/>
            <pc:sldMk cId="1307473465" sldId="371"/>
            <ac:spMk id="3" creationId="{310A0BAE-A73A-277E-8B59-F5C7203130A3}"/>
          </ac:spMkLst>
        </pc:spChg>
        <pc:spChg chg="mod">
          <ac:chgData name="Percy Cheng" userId="80d21a9e-6369-43b4-82a5-7a824c783934" providerId="ADAL" clId="{C84E1C63-A3C1-4CE9-AA00-2937A243E433}" dt="2026-09-11T08:35:09.201" v="598" actId="2711"/>
          <ac:spMkLst>
            <pc:docMk/>
            <pc:sldMk cId="1307473465" sldId="371"/>
            <ac:spMk id="4" creationId="{72D91B8E-60A4-8067-0B13-B8297DF89BC1}"/>
          </ac:spMkLst>
        </pc:spChg>
        <pc:spChg chg="mod">
          <ac:chgData name="Percy Cheng" userId="80d21a9e-6369-43b4-82a5-7a824c783934" providerId="ADAL" clId="{C84E1C63-A3C1-4CE9-AA00-2937A243E433}" dt="2026-09-16T03:02:44.394" v="1753" actId="1076"/>
          <ac:spMkLst>
            <pc:docMk/>
            <pc:sldMk cId="1307473465" sldId="371"/>
            <ac:spMk id="5" creationId="{EC41E465-45A1-6A25-34FF-4DD20225CEE8}"/>
          </ac:spMkLst>
        </pc:spChg>
      </pc:sldChg>
      <pc:sldChg chg="addSp delSp modSp add mod modNotesTx">
        <pc:chgData name="Percy Cheng" userId="80d21a9e-6369-43b4-82a5-7a824c783934" providerId="ADAL" clId="{C84E1C63-A3C1-4CE9-AA00-2937A243E433}" dt="2026-09-21T01:19:38.197" v="1932" actId="1076"/>
        <pc:sldMkLst>
          <pc:docMk/>
          <pc:sldMk cId="688374149" sldId="372"/>
        </pc:sldMkLst>
        <pc:spChg chg="mod">
          <ac:chgData name="Percy Cheng" userId="80d21a9e-6369-43b4-82a5-7a824c783934" providerId="ADAL" clId="{C84E1C63-A3C1-4CE9-AA00-2937A243E433}" dt="2026-09-11T07:41:05.289" v="318" actId="27636"/>
          <ac:spMkLst>
            <pc:docMk/>
            <pc:sldMk cId="688374149" sldId="372"/>
            <ac:spMk id="3" creationId="{01B812D5-0D76-0308-9FB2-C105AE87315C}"/>
          </ac:spMkLst>
        </pc:spChg>
        <pc:spChg chg="add mod">
          <ac:chgData name="Percy Cheng" userId="80d21a9e-6369-43b4-82a5-7a824c783934" providerId="ADAL" clId="{C84E1C63-A3C1-4CE9-AA00-2937A243E433}" dt="2026-09-16T03:05:18.962" v="1791"/>
          <ac:spMkLst>
            <pc:docMk/>
            <pc:sldMk cId="688374149" sldId="372"/>
            <ac:spMk id="11" creationId="{D42A2252-4789-DB6E-2D9E-FE1DF8016BC8}"/>
          </ac:spMkLst>
        </pc:spChg>
        <pc:spChg chg="add mod">
          <ac:chgData name="Percy Cheng" userId="80d21a9e-6369-43b4-82a5-7a824c783934" providerId="ADAL" clId="{C84E1C63-A3C1-4CE9-AA00-2937A243E433}" dt="2026-09-11T07:43:05.319" v="363" actId="20577"/>
          <ac:spMkLst>
            <pc:docMk/>
            <pc:sldMk cId="688374149" sldId="372"/>
            <ac:spMk id="35" creationId="{404BF803-AA92-C654-736F-E9673DC05EEB}"/>
          </ac:spMkLst>
        </pc:spChg>
        <pc:spChg chg="add mod">
          <ac:chgData name="Percy Cheng" userId="80d21a9e-6369-43b4-82a5-7a824c783934" providerId="ADAL" clId="{C84E1C63-A3C1-4CE9-AA00-2937A243E433}" dt="2026-09-11T07:43:08.142" v="364" actId="20577"/>
          <ac:spMkLst>
            <pc:docMk/>
            <pc:sldMk cId="688374149" sldId="372"/>
            <ac:spMk id="37" creationId="{BA66659C-BE7B-E9C3-4CBF-6751878267EC}"/>
          </ac:spMkLst>
        </pc:spChg>
        <pc:picChg chg="add mod ord">
          <ac:chgData name="Percy Cheng" userId="80d21a9e-6369-43b4-82a5-7a824c783934" providerId="ADAL" clId="{C84E1C63-A3C1-4CE9-AA00-2937A243E433}" dt="2026-09-21T01:19:38.197" v="1932" actId="1076"/>
          <ac:picMkLst>
            <pc:docMk/>
            <pc:sldMk cId="688374149" sldId="372"/>
            <ac:picMk id="4" creationId="{42E70D0B-1975-7873-E60D-EB8941829E4D}"/>
          </ac:picMkLst>
        </pc:picChg>
        <pc:picChg chg="add mod">
          <ac:chgData name="Percy Cheng" userId="80d21a9e-6369-43b4-82a5-7a824c783934" providerId="ADAL" clId="{C84E1C63-A3C1-4CE9-AA00-2937A243E433}" dt="2026-09-16T02:15:33.488" v="1497" actId="1035"/>
          <ac:picMkLst>
            <pc:docMk/>
            <pc:sldMk cId="688374149" sldId="372"/>
            <ac:picMk id="6" creationId="{446B6FB3-2DCD-43C5-B142-12B3BDDFC466}"/>
          </ac:picMkLst>
        </pc:picChg>
        <pc:picChg chg="del mod">
          <ac:chgData name="Percy Cheng" userId="80d21a9e-6369-43b4-82a5-7a824c783934" providerId="ADAL" clId="{C84E1C63-A3C1-4CE9-AA00-2937A243E433}" dt="2026-09-21T01:18:42.604" v="1925" actId="478"/>
          <ac:picMkLst>
            <pc:docMk/>
            <pc:sldMk cId="688374149" sldId="372"/>
            <ac:picMk id="8" creationId="{46D2DC03-8211-21F0-4960-5E6701960F9B}"/>
          </ac:picMkLst>
        </pc:picChg>
      </pc:sldChg>
      <pc:sldChg chg="addSp delSp modSp add mod">
        <pc:chgData name="Percy Cheng" userId="80d21a9e-6369-43b4-82a5-7a824c783934" providerId="ADAL" clId="{C84E1C63-A3C1-4CE9-AA00-2937A243E433}" dt="2026-09-21T02:25:10.553" v="3758" actId="2711"/>
        <pc:sldMkLst>
          <pc:docMk/>
          <pc:sldMk cId="1897650022" sldId="373"/>
        </pc:sldMkLst>
        <pc:spChg chg="mod">
          <ac:chgData name="Percy Cheng" userId="80d21a9e-6369-43b4-82a5-7a824c783934" providerId="ADAL" clId="{C84E1C63-A3C1-4CE9-AA00-2937A243E433}" dt="2026-09-21T02:25:10.553" v="3758" actId="2711"/>
          <ac:spMkLst>
            <pc:docMk/>
            <pc:sldMk cId="1897650022" sldId="373"/>
            <ac:spMk id="4" creationId="{EE81AEA9-1D1F-289A-3490-FD95D24D2992}"/>
          </ac:spMkLst>
        </pc:spChg>
        <pc:spChg chg="mod">
          <ac:chgData name="Percy Cheng" userId="80d21a9e-6369-43b4-82a5-7a824c783934" providerId="ADAL" clId="{C84E1C63-A3C1-4CE9-AA00-2937A243E433}" dt="2026-09-21T02:25:10.553" v="3758" actId="2711"/>
          <ac:spMkLst>
            <pc:docMk/>
            <pc:sldMk cId="1897650022" sldId="373"/>
            <ac:spMk id="5" creationId="{CA0D4A34-6A3C-15D3-2019-2AE2923F40C2}"/>
          </ac:spMkLst>
        </pc:spChg>
        <pc:spChg chg="mod">
          <ac:chgData name="Percy Cheng" userId="80d21a9e-6369-43b4-82a5-7a824c783934" providerId="ADAL" clId="{C84E1C63-A3C1-4CE9-AA00-2937A243E433}" dt="2026-09-21T02:25:10.553" v="3758" actId="2711"/>
          <ac:spMkLst>
            <pc:docMk/>
            <pc:sldMk cId="1897650022" sldId="373"/>
            <ac:spMk id="6" creationId="{74ACE943-7200-2421-5BC9-A81624530174}"/>
          </ac:spMkLst>
        </pc:spChg>
        <pc:spChg chg="add mod">
          <ac:chgData name="Percy Cheng" userId="80d21a9e-6369-43b4-82a5-7a824c783934" providerId="ADAL" clId="{C84E1C63-A3C1-4CE9-AA00-2937A243E433}" dt="2026-09-21T02:25:10.553" v="3758" actId="2711"/>
          <ac:spMkLst>
            <pc:docMk/>
            <pc:sldMk cId="1897650022" sldId="373"/>
            <ac:spMk id="9" creationId="{3F615113-06A8-3BBF-B902-48D1F0CF3A0F}"/>
          </ac:spMkLst>
        </pc:spChg>
        <pc:spChg chg="add del mod">
          <ac:chgData name="Percy Cheng" userId="80d21a9e-6369-43b4-82a5-7a824c783934" providerId="ADAL" clId="{C84E1C63-A3C1-4CE9-AA00-2937A243E433}" dt="2026-09-21T02:05:05.980" v="3562" actId="478"/>
          <ac:spMkLst>
            <pc:docMk/>
            <pc:sldMk cId="1897650022" sldId="373"/>
            <ac:spMk id="11" creationId="{9B97BBE4-C1F7-F917-73F1-ABFD50BEF30F}"/>
          </ac:spMkLst>
        </pc:spChg>
        <pc:spChg chg="add mod">
          <ac:chgData name="Percy Cheng" userId="80d21a9e-6369-43b4-82a5-7a824c783934" providerId="ADAL" clId="{C84E1C63-A3C1-4CE9-AA00-2937A243E433}" dt="2026-09-21T02:25:10.553" v="3758" actId="2711"/>
          <ac:spMkLst>
            <pc:docMk/>
            <pc:sldMk cId="1897650022" sldId="373"/>
            <ac:spMk id="13" creationId="{8E0E4A23-1802-46CE-4567-8FDC904C875B}"/>
          </ac:spMkLst>
        </pc:spChg>
        <pc:spChg chg="add mod">
          <ac:chgData name="Percy Cheng" userId="80d21a9e-6369-43b4-82a5-7a824c783934" providerId="ADAL" clId="{C84E1C63-A3C1-4CE9-AA00-2937A243E433}" dt="2026-09-21T02:25:10.553" v="3758" actId="2711"/>
          <ac:spMkLst>
            <pc:docMk/>
            <pc:sldMk cId="1897650022" sldId="373"/>
            <ac:spMk id="15" creationId="{3B7B83D0-59EC-E9BE-FDDF-3F9765C980B8}"/>
          </ac:spMkLst>
        </pc:spChg>
        <pc:spChg chg="add mod">
          <ac:chgData name="Percy Cheng" userId="80d21a9e-6369-43b4-82a5-7a824c783934" providerId="ADAL" clId="{C84E1C63-A3C1-4CE9-AA00-2937A243E433}" dt="2026-09-21T02:25:10.553" v="3758" actId="2711"/>
          <ac:spMkLst>
            <pc:docMk/>
            <pc:sldMk cId="1897650022" sldId="373"/>
            <ac:spMk id="17" creationId="{5C26ADDA-0D84-0F64-462F-3D82064B5B7D}"/>
          </ac:spMkLst>
        </pc:spChg>
        <pc:spChg chg="add mod">
          <ac:chgData name="Percy Cheng" userId="80d21a9e-6369-43b4-82a5-7a824c783934" providerId="ADAL" clId="{C84E1C63-A3C1-4CE9-AA00-2937A243E433}" dt="2026-09-21T02:25:10.553" v="3758" actId="2711"/>
          <ac:spMkLst>
            <pc:docMk/>
            <pc:sldMk cId="1897650022" sldId="373"/>
            <ac:spMk id="19" creationId="{74B93EE6-3DB2-F8CC-7FB0-DFF4CE7FBADF}"/>
          </ac:spMkLst>
        </pc:spChg>
        <pc:spChg chg="add mod">
          <ac:chgData name="Percy Cheng" userId="80d21a9e-6369-43b4-82a5-7a824c783934" providerId="ADAL" clId="{C84E1C63-A3C1-4CE9-AA00-2937A243E433}" dt="2026-09-21T02:07:15.405" v="3585" actId="571"/>
          <ac:spMkLst>
            <pc:docMk/>
            <pc:sldMk cId="1897650022" sldId="373"/>
            <ac:spMk id="21" creationId="{96D0352B-517D-2EA3-2316-10FA68A41146}"/>
          </ac:spMkLst>
        </pc:spChg>
        <pc:spChg chg="add mod">
          <ac:chgData name="Percy Cheng" userId="80d21a9e-6369-43b4-82a5-7a824c783934" providerId="ADAL" clId="{C84E1C63-A3C1-4CE9-AA00-2937A243E433}" dt="2026-09-21T02:25:10.553" v="3758" actId="2711"/>
          <ac:spMkLst>
            <pc:docMk/>
            <pc:sldMk cId="1897650022" sldId="373"/>
            <ac:spMk id="23" creationId="{B26CE0CF-F132-1326-E671-B874B38BB311}"/>
          </ac:spMkLst>
        </pc:spChg>
        <pc:spChg chg="add mod">
          <ac:chgData name="Percy Cheng" userId="80d21a9e-6369-43b4-82a5-7a824c783934" providerId="ADAL" clId="{C84E1C63-A3C1-4CE9-AA00-2937A243E433}" dt="2026-09-21T02:25:10.553" v="3758" actId="2711"/>
          <ac:spMkLst>
            <pc:docMk/>
            <pc:sldMk cId="1897650022" sldId="373"/>
            <ac:spMk id="25" creationId="{731DAF67-EBC7-AF4D-AAFC-DB5C9DEB6339}"/>
          </ac:spMkLst>
        </pc:spChg>
        <pc:spChg chg="add mod">
          <ac:chgData name="Percy Cheng" userId="80d21a9e-6369-43b4-82a5-7a824c783934" providerId="ADAL" clId="{C84E1C63-A3C1-4CE9-AA00-2937A243E433}" dt="2026-09-21T02:15:12.349" v="3643" actId="571"/>
          <ac:spMkLst>
            <pc:docMk/>
            <pc:sldMk cId="1897650022" sldId="373"/>
            <ac:spMk id="28" creationId="{C48D8C0B-5E13-0987-4D6D-9EAF19FF3C59}"/>
          </ac:spMkLst>
        </pc:spChg>
        <pc:spChg chg="add mod">
          <ac:chgData name="Percy Cheng" userId="80d21a9e-6369-43b4-82a5-7a824c783934" providerId="ADAL" clId="{C84E1C63-A3C1-4CE9-AA00-2937A243E433}" dt="2026-09-21T02:23:48.255" v="3741" actId="571"/>
          <ac:spMkLst>
            <pc:docMk/>
            <pc:sldMk cId="1897650022" sldId="373"/>
            <ac:spMk id="29" creationId="{2264238C-7A34-BBB9-B4A7-DBB972C71846}"/>
          </ac:spMkLst>
        </pc:spChg>
        <pc:graphicFrameChg chg="add del mod ord modGraphic">
          <ac:chgData name="Percy Cheng" userId="80d21a9e-6369-43b4-82a5-7a824c783934" providerId="ADAL" clId="{C84E1C63-A3C1-4CE9-AA00-2937A243E433}" dt="2026-09-21T02:08:37.180" v="3606" actId="478"/>
          <ac:graphicFrameMkLst>
            <pc:docMk/>
            <pc:sldMk cId="1897650022" sldId="373"/>
            <ac:graphicFrameMk id="2" creationId="{0DFBC537-6A52-5020-5930-53862C3DE33E}"/>
          </ac:graphicFrameMkLst>
        </pc:graphicFrameChg>
        <pc:picChg chg="add del mod modCrop">
          <ac:chgData name="Percy Cheng" userId="80d21a9e-6369-43b4-82a5-7a824c783934" providerId="ADAL" clId="{C84E1C63-A3C1-4CE9-AA00-2937A243E433}" dt="2026-09-21T02:12:02.620" v="3626" actId="478"/>
          <ac:picMkLst>
            <pc:docMk/>
            <pc:sldMk cId="1897650022" sldId="373"/>
            <ac:picMk id="7" creationId="{75949AFB-F244-1D8B-82A8-82816F08DF0C}"/>
          </ac:picMkLst>
        </pc:picChg>
        <pc:picChg chg="add mod">
          <ac:chgData name="Percy Cheng" userId="80d21a9e-6369-43b4-82a5-7a824c783934" providerId="ADAL" clId="{C84E1C63-A3C1-4CE9-AA00-2937A243E433}" dt="2026-09-21T02:07:15.405" v="3585" actId="571"/>
          <ac:picMkLst>
            <pc:docMk/>
            <pc:sldMk cId="1897650022" sldId="373"/>
            <ac:picMk id="20" creationId="{7AD47E29-DBAA-0C83-113F-6487CB41CB11}"/>
          </ac:picMkLst>
        </pc:picChg>
        <pc:picChg chg="add mod ord">
          <ac:chgData name="Percy Cheng" userId="80d21a9e-6369-43b4-82a5-7a824c783934" providerId="ADAL" clId="{C84E1C63-A3C1-4CE9-AA00-2937A243E433}" dt="2026-09-21T02:15:09.499" v="3641" actId="1076"/>
          <ac:picMkLst>
            <pc:docMk/>
            <pc:sldMk cId="1897650022" sldId="373"/>
            <ac:picMk id="27" creationId="{CB4AD2BC-07F5-9CAF-AAB0-7BD43003D7E2}"/>
          </ac:picMkLst>
        </pc:picChg>
      </pc:sldChg>
      <pc:sldChg chg="addSp delSp modSp add mod ord modNotesTx">
        <pc:chgData name="Percy Cheng" userId="80d21a9e-6369-43b4-82a5-7a824c783934" providerId="ADAL" clId="{C84E1C63-A3C1-4CE9-AA00-2937A243E433}" dt="2026-09-22T06:25:10.370" v="4432" actId="113"/>
        <pc:sldMkLst>
          <pc:docMk/>
          <pc:sldMk cId="2822713348" sldId="374"/>
        </pc:sldMkLst>
        <pc:spChg chg="mod">
          <ac:chgData name="Percy Cheng" userId="80d21a9e-6369-43b4-82a5-7a824c783934" providerId="ADAL" clId="{C84E1C63-A3C1-4CE9-AA00-2937A243E433}" dt="2026-09-21T02:35:30.123" v="3807" actId="2711"/>
          <ac:spMkLst>
            <pc:docMk/>
            <pc:sldMk cId="2822713348" sldId="374"/>
            <ac:spMk id="2" creationId="{0FC640AE-0D8F-E4CC-E121-AF7894226E0F}"/>
          </ac:spMkLst>
        </pc:spChg>
        <pc:spChg chg="mod ord">
          <ac:chgData name="Percy Cheng" userId="80d21a9e-6369-43b4-82a5-7a824c783934" providerId="ADAL" clId="{C84E1C63-A3C1-4CE9-AA00-2937A243E433}" dt="2026-09-21T02:35:30.123" v="3807" actId="2711"/>
          <ac:spMkLst>
            <pc:docMk/>
            <pc:sldMk cId="2822713348" sldId="374"/>
            <ac:spMk id="3" creationId="{41D5FEF1-B896-096E-0B58-364B43E5FA66}"/>
          </ac:spMkLst>
        </pc:spChg>
        <pc:spChg chg="add del mod">
          <ac:chgData name="Percy Cheng" userId="80d21a9e-6369-43b4-82a5-7a824c783934" providerId="ADAL" clId="{C84E1C63-A3C1-4CE9-AA00-2937A243E433}" dt="2026-09-21T01:54:23.584" v="3474" actId="478"/>
          <ac:spMkLst>
            <pc:docMk/>
            <pc:sldMk cId="2822713348" sldId="374"/>
            <ac:spMk id="6" creationId="{0A854FD4-469F-5254-1F56-F8AA4228D063}"/>
          </ac:spMkLst>
        </pc:spChg>
        <pc:spChg chg="add mod">
          <ac:chgData name="Percy Cheng" userId="80d21a9e-6369-43b4-82a5-7a824c783934" providerId="ADAL" clId="{C84E1C63-A3C1-4CE9-AA00-2937A243E433}" dt="2026-09-22T06:24:39.303" v="4426" actId="113"/>
          <ac:spMkLst>
            <pc:docMk/>
            <pc:sldMk cId="2822713348" sldId="374"/>
            <ac:spMk id="17" creationId="{5865BAC0-D232-0FEF-6376-2C7E70319DBE}"/>
          </ac:spMkLst>
        </pc:spChg>
        <pc:spChg chg="add del mod">
          <ac:chgData name="Percy Cheng" userId="80d21a9e-6369-43b4-82a5-7a824c783934" providerId="ADAL" clId="{C84E1C63-A3C1-4CE9-AA00-2937A243E433}" dt="2026-09-21T01:57:48.818" v="3517"/>
          <ac:spMkLst>
            <pc:docMk/>
            <pc:sldMk cId="2822713348" sldId="374"/>
            <ac:spMk id="18" creationId="{44F7C5B8-D319-D697-97C9-E58B35E13088}"/>
          </ac:spMkLst>
        </pc:spChg>
        <pc:spChg chg="add mod">
          <ac:chgData name="Percy Cheng" userId="80d21a9e-6369-43b4-82a5-7a824c783934" providerId="ADAL" clId="{C84E1C63-A3C1-4CE9-AA00-2937A243E433}" dt="2026-09-22T06:24:56.745" v="4430" actId="113"/>
          <ac:spMkLst>
            <pc:docMk/>
            <pc:sldMk cId="2822713348" sldId="374"/>
            <ac:spMk id="20" creationId="{A8648548-5E70-DA3C-E616-D9A32EA2B919}"/>
          </ac:spMkLst>
        </pc:spChg>
        <pc:spChg chg="add mod">
          <ac:chgData name="Percy Cheng" userId="80d21a9e-6369-43b4-82a5-7a824c783934" providerId="ADAL" clId="{C84E1C63-A3C1-4CE9-AA00-2937A243E433}" dt="2026-09-22T06:25:10.370" v="4432" actId="113"/>
          <ac:spMkLst>
            <pc:docMk/>
            <pc:sldMk cId="2822713348" sldId="374"/>
            <ac:spMk id="25" creationId="{57EA369E-C0EB-F2E5-7699-E9499F4D49BA}"/>
          </ac:spMkLst>
        </pc:spChg>
        <pc:spChg chg="add mod">
          <ac:chgData name="Percy Cheng" userId="80d21a9e-6369-43b4-82a5-7a824c783934" providerId="ADAL" clId="{C84E1C63-A3C1-4CE9-AA00-2937A243E433}" dt="2026-09-21T02:37:25.419" v="3834" actId="1076"/>
          <ac:spMkLst>
            <pc:docMk/>
            <pc:sldMk cId="2822713348" sldId="374"/>
            <ac:spMk id="27" creationId="{B0EC107E-95D8-8CDE-7167-D866382FB8AF}"/>
          </ac:spMkLst>
        </pc:spChg>
        <pc:grpChg chg="add mod ord">
          <ac:chgData name="Percy Cheng" userId="80d21a9e-6369-43b4-82a5-7a824c783934" providerId="ADAL" clId="{C84E1C63-A3C1-4CE9-AA00-2937A243E433}" dt="2026-09-21T02:00:32.481" v="3547" actId="164"/>
          <ac:grpSpMkLst>
            <pc:docMk/>
            <pc:sldMk cId="2822713348" sldId="374"/>
            <ac:grpSpMk id="15" creationId="{3412C3B2-AC0A-6DBB-78A0-E5150398583A}"/>
          </ac:grpSpMkLst>
        </pc:grpChg>
        <pc:grpChg chg="add mod ord">
          <ac:chgData name="Percy Cheng" userId="80d21a9e-6369-43b4-82a5-7a824c783934" providerId="ADAL" clId="{C84E1C63-A3C1-4CE9-AA00-2937A243E433}" dt="2026-09-21T02:38:42.308" v="3848" actId="164"/>
          <ac:grpSpMkLst>
            <pc:docMk/>
            <pc:sldMk cId="2822713348" sldId="374"/>
            <ac:grpSpMk id="23" creationId="{CFBEA9B3-A140-6971-28AC-7B59370AA858}"/>
          </ac:grpSpMkLst>
        </pc:grpChg>
        <pc:grpChg chg="add mod">
          <ac:chgData name="Percy Cheng" userId="80d21a9e-6369-43b4-82a5-7a824c783934" providerId="ADAL" clId="{C84E1C63-A3C1-4CE9-AA00-2937A243E433}" dt="2026-09-21T02:39:16.532" v="3852" actId="14100"/>
          <ac:grpSpMkLst>
            <pc:docMk/>
            <pc:sldMk cId="2822713348" sldId="374"/>
            <ac:grpSpMk id="28" creationId="{BA6CB8F7-32DE-1D53-6423-1369AE0F90D8}"/>
          </ac:grpSpMkLst>
        </pc:grpChg>
        <pc:picChg chg="add del mod modCrop">
          <ac:chgData name="Percy Cheng" userId="80d21a9e-6369-43b4-82a5-7a824c783934" providerId="ADAL" clId="{C84E1C63-A3C1-4CE9-AA00-2937A243E433}" dt="2026-09-21T01:53:44.539" v="3462" actId="478"/>
          <ac:picMkLst>
            <pc:docMk/>
            <pc:sldMk cId="2822713348" sldId="374"/>
            <ac:picMk id="4" creationId="{B0531413-F57E-F191-9366-A0196B309BBA}"/>
          </ac:picMkLst>
        </pc:picChg>
        <pc:picChg chg="add del mod modCrop">
          <ac:chgData name="Percy Cheng" userId="80d21a9e-6369-43b4-82a5-7a824c783934" providerId="ADAL" clId="{C84E1C63-A3C1-4CE9-AA00-2937A243E433}" dt="2026-09-21T01:50:29.067" v="3453" actId="478"/>
          <ac:picMkLst>
            <pc:docMk/>
            <pc:sldMk cId="2822713348" sldId="374"/>
            <ac:picMk id="5" creationId="{C7A46B70-A9A9-8FCE-ED64-8DCA56C702DE}"/>
          </ac:picMkLst>
        </pc:picChg>
        <pc:picChg chg="add del mod">
          <ac:chgData name="Percy Cheng" userId="80d21a9e-6369-43b4-82a5-7a824c783934" providerId="ADAL" clId="{C84E1C63-A3C1-4CE9-AA00-2937A243E433}" dt="2026-09-21T01:50:28.003" v="3451" actId="478"/>
          <ac:picMkLst>
            <pc:docMk/>
            <pc:sldMk cId="2822713348" sldId="374"/>
            <ac:picMk id="7" creationId="{BD43D8CA-C8DC-DDCB-75D8-6F4F8131507D}"/>
          </ac:picMkLst>
        </pc:picChg>
        <pc:picChg chg="add mod ord">
          <ac:chgData name="Percy Cheng" userId="80d21a9e-6369-43b4-82a5-7a824c783934" providerId="ADAL" clId="{C84E1C63-A3C1-4CE9-AA00-2937A243E433}" dt="2026-09-21T02:38:42.308" v="3848" actId="164"/>
          <ac:picMkLst>
            <pc:docMk/>
            <pc:sldMk cId="2822713348" sldId="374"/>
            <ac:picMk id="8" creationId="{DF89D990-1D0B-CFDC-3F87-317618E93715}"/>
          </ac:picMkLst>
        </pc:picChg>
        <pc:picChg chg="add del mod ord">
          <ac:chgData name="Percy Cheng" userId="80d21a9e-6369-43b4-82a5-7a824c783934" providerId="ADAL" clId="{C84E1C63-A3C1-4CE9-AA00-2937A243E433}" dt="2026-09-21T01:58:31.500" v="3527" actId="478"/>
          <ac:picMkLst>
            <pc:docMk/>
            <pc:sldMk cId="2822713348" sldId="374"/>
            <ac:picMk id="9" creationId="{44368F91-5C43-B213-0F34-8ABCE4272A52}"/>
          </ac:picMkLst>
        </pc:picChg>
        <pc:picChg chg="add mod ord modCrop">
          <ac:chgData name="Percy Cheng" userId="80d21a9e-6369-43b4-82a5-7a824c783934" providerId="ADAL" clId="{C84E1C63-A3C1-4CE9-AA00-2937A243E433}" dt="2026-09-21T02:38:42.308" v="3848" actId="164"/>
          <ac:picMkLst>
            <pc:docMk/>
            <pc:sldMk cId="2822713348" sldId="374"/>
            <ac:picMk id="10" creationId="{AB8291A3-3C96-FB4A-1BFB-D47BEB7C0F84}"/>
          </ac:picMkLst>
        </pc:picChg>
        <pc:picChg chg="add mod">
          <ac:chgData name="Percy Cheng" userId="80d21a9e-6369-43b4-82a5-7a824c783934" providerId="ADAL" clId="{C84E1C63-A3C1-4CE9-AA00-2937A243E433}" dt="2026-09-21T01:57:57.597" v="3518" actId="1076"/>
          <ac:picMkLst>
            <pc:docMk/>
            <pc:sldMk cId="2822713348" sldId="374"/>
            <ac:picMk id="12" creationId="{BEEC89EC-441D-DF48-FCC4-D96B6E741CD1}"/>
          </ac:picMkLst>
        </pc:picChg>
        <pc:picChg chg="add mod">
          <ac:chgData name="Percy Cheng" userId="80d21a9e-6369-43b4-82a5-7a824c783934" providerId="ADAL" clId="{C84E1C63-A3C1-4CE9-AA00-2937A243E433}" dt="2026-09-21T01:57:04.283" v="3506" actId="164"/>
          <ac:picMkLst>
            <pc:docMk/>
            <pc:sldMk cId="2822713348" sldId="374"/>
            <ac:picMk id="13" creationId="{AD0D201A-6072-8068-6A1B-CDD90FA0816D}"/>
          </ac:picMkLst>
        </pc:picChg>
        <pc:picChg chg="add mod">
          <ac:chgData name="Percy Cheng" userId="80d21a9e-6369-43b4-82a5-7a824c783934" providerId="ADAL" clId="{C84E1C63-A3C1-4CE9-AA00-2937A243E433}" dt="2026-09-21T01:57:04.283" v="3506" actId="164"/>
          <ac:picMkLst>
            <pc:docMk/>
            <pc:sldMk cId="2822713348" sldId="374"/>
            <ac:picMk id="14" creationId="{892CE8AE-DD8C-295F-05BE-D68E48A376D6}"/>
          </ac:picMkLst>
        </pc:picChg>
        <pc:picChg chg="add mod">
          <ac:chgData name="Percy Cheng" userId="80d21a9e-6369-43b4-82a5-7a824c783934" providerId="ADAL" clId="{C84E1C63-A3C1-4CE9-AA00-2937A243E433}" dt="2026-09-21T02:00:32.481" v="3547" actId="164"/>
          <ac:picMkLst>
            <pc:docMk/>
            <pc:sldMk cId="2822713348" sldId="374"/>
            <ac:picMk id="22" creationId="{C0EB8828-20F0-7A37-12CB-E00A883015B0}"/>
          </ac:picMkLst>
        </pc:picChg>
      </pc:sldChg>
      <pc:sldChg chg="addSp delSp modSp add del mod">
        <pc:chgData name="Percy Cheng" userId="80d21a9e-6369-43b4-82a5-7a824c783934" providerId="ADAL" clId="{C84E1C63-A3C1-4CE9-AA00-2937A243E433}" dt="2026-09-16T03:01:11.726" v="1750"/>
        <pc:sldMkLst>
          <pc:docMk/>
          <pc:sldMk cId="1241690605" sldId="375"/>
        </pc:sldMkLst>
        <pc:spChg chg="mod">
          <ac:chgData name="Percy Cheng" userId="80d21a9e-6369-43b4-82a5-7a824c783934" providerId="ADAL" clId="{C84E1C63-A3C1-4CE9-AA00-2937A243E433}" dt="2026-09-16T02:55:22.431" v="1684" actId="2711"/>
          <ac:spMkLst>
            <pc:docMk/>
            <pc:sldMk cId="1241690605" sldId="375"/>
            <ac:spMk id="2" creationId="{96B79E7D-8C48-241C-5D41-CEFC8A2BDA39}"/>
          </ac:spMkLst>
        </pc:spChg>
        <pc:spChg chg="mod">
          <ac:chgData name="Percy Cheng" userId="80d21a9e-6369-43b4-82a5-7a824c783934" providerId="ADAL" clId="{C84E1C63-A3C1-4CE9-AA00-2937A243E433}" dt="2026-09-16T02:55:22.431" v="1684" actId="2711"/>
          <ac:spMkLst>
            <pc:docMk/>
            <pc:sldMk cId="1241690605" sldId="375"/>
            <ac:spMk id="4" creationId="{5138BB21-828C-7053-16ED-A764D8C236D0}"/>
          </ac:spMkLst>
        </pc:spChg>
        <pc:graphicFrameChg chg="add mod modGraphic">
          <ac:chgData name="Percy Cheng" userId="80d21a9e-6369-43b4-82a5-7a824c783934" providerId="ADAL" clId="{C84E1C63-A3C1-4CE9-AA00-2937A243E433}" dt="2026-09-16T03:01:11.726" v="1750"/>
          <ac:graphicFrameMkLst>
            <pc:docMk/>
            <pc:sldMk cId="1241690605" sldId="375"/>
            <ac:graphicFrameMk id="6" creationId="{FF94BCA2-4C3D-38C6-E39B-5A037D1543FE}"/>
          </ac:graphicFrameMkLst>
        </pc:graphicFrameChg>
      </pc:sldChg>
      <pc:sldChg chg="addSp delSp modSp mod delAnim modAnim">
        <pc:chgData name="Percy Cheng" userId="80d21a9e-6369-43b4-82a5-7a824c783934" providerId="ADAL" clId="{C84E1C63-A3C1-4CE9-AA00-2937A243E433}" dt="2026-09-21T02:50:57.276" v="3929" actId="1076"/>
        <pc:sldMkLst>
          <pc:docMk/>
          <pc:sldMk cId="0" sldId="4267"/>
        </pc:sldMkLst>
        <pc:spChg chg="mod">
          <ac:chgData name="Percy Cheng" userId="80d21a9e-6369-43b4-82a5-7a824c783934" providerId="ADAL" clId="{C84E1C63-A3C1-4CE9-AA00-2937A243E433}" dt="2026-09-21T02:50:57.276" v="3929" actId="1076"/>
          <ac:spMkLst>
            <pc:docMk/>
            <pc:sldMk cId="0" sldId="4267"/>
            <ac:spMk id="2" creationId="{00000000-0000-0000-0000-000000000000}"/>
          </ac:spMkLst>
        </pc:spChg>
        <pc:spChg chg="del mod">
          <ac:chgData name="Percy Cheng" userId="80d21a9e-6369-43b4-82a5-7a824c783934" providerId="ADAL" clId="{C84E1C63-A3C1-4CE9-AA00-2937A243E433}" dt="2026-09-21T02:44:36.719" v="3862" actId="478"/>
          <ac:spMkLst>
            <pc:docMk/>
            <pc:sldMk cId="0" sldId="4267"/>
            <ac:spMk id="3" creationId="{00000000-0000-0000-0000-000000000000}"/>
          </ac:spMkLst>
        </pc:spChg>
        <pc:spChg chg="del mod">
          <ac:chgData name="Percy Cheng" userId="80d21a9e-6369-43b4-82a5-7a824c783934" providerId="ADAL" clId="{C84E1C63-A3C1-4CE9-AA00-2937A243E433}" dt="2026-09-21T02:46:00.668" v="3871" actId="478"/>
          <ac:spMkLst>
            <pc:docMk/>
            <pc:sldMk cId="0" sldId="4267"/>
            <ac:spMk id="4" creationId="{D441E3F9-239B-AA2A-DEC6-B063FE59A6F3}"/>
          </ac:spMkLst>
        </pc:spChg>
        <pc:spChg chg="add del mod">
          <ac:chgData name="Percy Cheng" userId="80d21a9e-6369-43b4-82a5-7a824c783934" providerId="ADAL" clId="{C84E1C63-A3C1-4CE9-AA00-2937A243E433}" dt="2026-09-21T02:47:26.829" v="3883" actId="478"/>
          <ac:spMkLst>
            <pc:docMk/>
            <pc:sldMk cId="0" sldId="4267"/>
            <ac:spMk id="18" creationId="{177BC33E-0143-BEBE-B18A-FD0FF66AF255}"/>
          </ac:spMkLst>
        </pc:spChg>
        <pc:spChg chg="add del mod">
          <ac:chgData name="Percy Cheng" userId="80d21a9e-6369-43b4-82a5-7a824c783934" providerId="ADAL" clId="{C84E1C63-A3C1-4CE9-AA00-2937A243E433}" dt="2026-09-21T02:47:50.021" v="3884" actId="478"/>
          <ac:spMkLst>
            <pc:docMk/>
            <pc:sldMk cId="0" sldId="4267"/>
            <ac:spMk id="19" creationId="{36E6C2BE-4881-8299-11B7-FFD81137F4B2}"/>
          </ac:spMkLst>
        </pc:spChg>
        <pc:spChg chg="add mod">
          <ac:chgData name="Percy Cheng" userId="80d21a9e-6369-43b4-82a5-7a824c783934" providerId="ADAL" clId="{C84E1C63-A3C1-4CE9-AA00-2937A243E433}" dt="2026-09-21T02:50:38.210" v="3920" actId="2711"/>
          <ac:spMkLst>
            <pc:docMk/>
            <pc:sldMk cId="0" sldId="4267"/>
            <ac:spMk id="20" creationId="{5610A831-7826-76C1-B009-B68AB318AC6C}"/>
          </ac:spMkLst>
        </pc:spChg>
        <pc:spChg chg="del mod">
          <ac:chgData name="Percy Cheng" userId="80d21a9e-6369-43b4-82a5-7a824c783934" providerId="ADAL" clId="{C84E1C63-A3C1-4CE9-AA00-2937A243E433}" dt="2026-09-21T02:44:50.622" v="3864" actId="478"/>
          <ac:spMkLst>
            <pc:docMk/>
            <pc:sldMk cId="0" sldId="4267"/>
            <ac:spMk id="22" creationId="{8D798F56-4E7F-B4A9-FB36-CB62287950E1}"/>
          </ac:spMkLst>
        </pc:spChg>
        <pc:spChg chg="add mod">
          <ac:chgData name="Percy Cheng" userId="80d21a9e-6369-43b4-82a5-7a824c783934" providerId="ADAL" clId="{C84E1C63-A3C1-4CE9-AA00-2937A243E433}" dt="2026-09-21T02:50:54.168" v="3928" actId="20577"/>
          <ac:spMkLst>
            <pc:docMk/>
            <pc:sldMk cId="0" sldId="4267"/>
            <ac:spMk id="25" creationId="{14289AE9-88CC-7A8B-04F8-CF59F9561A6F}"/>
          </ac:spMkLst>
        </pc:spChg>
        <pc:spChg chg="add del mod">
          <ac:chgData name="Percy Cheng" userId="80d21a9e-6369-43b4-82a5-7a824c783934" providerId="ADAL" clId="{C84E1C63-A3C1-4CE9-AA00-2937A243E433}" dt="2026-09-21T02:47:50.021" v="3884" actId="478"/>
          <ac:spMkLst>
            <pc:docMk/>
            <pc:sldMk cId="0" sldId="4267"/>
            <ac:spMk id="29" creationId="{6E091755-79ED-ADC2-553A-C19337381FE1}"/>
          </ac:spMkLst>
        </pc:spChg>
        <pc:grpChg chg="del">
          <ac:chgData name="Percy Cheng" userId="80d21a9e-6369-43b4-82a5-7a824c783934" providerId="ADAL" clId="{C84E1C63-A3C1-4CE9-AA00-2937A243E433}" dt="2026-09-21T02:44:51.089" v="3865" actId="478"/>
          <ac:grpSpMkLst>
            <pc:docMk/>
            <pc:sldMk cId="0" sldId="4267"/>
            <ac:grpSpMk id="23" creationId="{207C7C35-67EB-DE6B-A774-C8E5417390AD}"/>
          </ac:grpSpMkLst>
        </pc:grpChg>
        <pc:picChg chg="del mod">
          <ac:chgData name="Percy Cheng" userId="80d21a9e-6369-43b4-82a5-7a824c783934" providerId="ADAL" clId="{C84E1C63-A3C1-4CE9-AA00-2937A243E433}" dt="2026-09-21T02:44:29.674" v="3860" actId="478"/>
          <ac:picMkLst>
            <pc:docMk/>
            <pc:sldMk cId="0" sldId="4267"/>
            <ac:picMk id="21" creationId="{1FEFF49D-3A93-27FA-9D4D-34483D3602E7}"/>
          </ac:picMkLst>
        </pc:picChg>
      </pc:sldChg>
      <pc:sldChg chg="addSp delSp modSp add del mod modShow">
        <pc:chgData name="Percy Cheng" userId="80d21a9e-6369-43b4-82a5-7a824c783934" providerId="ADAL" clId="{C84E1C63-A3C1-4CE9-AA00-2937A243E433}" dt="2026-09-21T03:13:13.403" v="4252" actId="729"/>
        <pc:sldMkLst>
          <pc:docMk/>
          <pc:sldMk cId="0" sldId="4268"/>
        </pc:sldMkLst>
        <pc:spChg chg="mod">
          <ac:chgData name="Percy Cheng" userId="80d21a9e-6369-43b4-82a5-7a824c783934" providerId="ADAL" clId="{C84E1C63-A3C1-4CE9-AA00-2937A243E433}" dt="2026-09-11T09:33:08.146" v="1049" actId="2711"/>
          <ac:spMkLst>
            <pc:docMk/>
            <pc:sldMk cId="0" sldId="4268"/>
            <ac:spMk id="2" creationId="{00000000-0000-0000-0000-000000000000}"/>
          </ac:spMkLst>
        </pc:spChg>
        <pc:spChg chg="mod">
          <ac:chgData name="Percy Cheng" userId="80d21a9e-6369-43b4-82a5-7a824c783934" providerId="ADAL" clId="{C84E1C63-A3C1-4CE9-AA00-2937A243E433}" dt="2026-09-11T09:33:08.146" v="1049" actId="2711"/>
          <ac:spMkLst>
            <pc:docMk/>
            <pc:sldMk cId="0" sldId="4268"/>
            <ac:spMk id="3" creationId="{00000000-0000-0000-0000-000000000000}"/>
          </ac:spMkLst>
        </pc:spChg>
        <pc:spChg chg="mod">
          <ac:chgData name="Percy Cheng" userId="80d21a9e-6369-43b4-82a5-7a824c783934" providerId="ADAL" clId="{C84E1C63-A3C1-4CE9-AA00-2937A243E433}" dt="2026-09-11T09:33:08.146" v="1049" actId="2711"/>
          <ac:spMkLst>
            <pc:docMk/>
            <pc:sldMk cId="0" sldId="4268"/>
            <ac:spMk id="4" creationId="{00000000-0000-0000-0000-000000000000}"/>
          </ac:spMkLst>
        </pc:spChg>
        <pc:spChg chg="add mod">
          <ac:chgData name="Percy Cheng" userId="80d21a9e-6369-43b4-82a5-7a824c783934" providerId="ADAL" clId="{C84E1C63-A3C1-4CE9-AA00-2937A243E433}" dt="2026-09-11T09:33:41.421" v="1054" actId="14100"/>
          <ac:spMkLst>
            <pc:docMk/>
            <pc:sldMk cId="0" sldId="4268"/>
            <ac:spMk id="12" creationId="{44F839F5-D5A6-0C3F-46A0-88A0BF6FEF09}"/>
          </ac:spMkLst>
        </pc:spChg>
        <pc:spChg chg="mod">
          <ac:chgData name="Percy Cheng" userId="80d21a9e-6369-43b4-82a5-7a824c783934" providerId="ADAL" clId="{C84E1C63-A3C1-4CE9-AA00-2937A243E433}" dt="2026-09-11T09:33:08.146" v="1049" actId="2711"/>
          <ac:spMkLst>
            <pc:docMk/>
            <pc:sldMk cId="0" sldId="4268"/>
            <ac:spMk id="19" creationId="{28F62842-0D52-1392-CC80-DDE8E0515FE1}"/>
          </ac:spMkLst>
        </pc:spChg>
        <pc:spChg chg="mod">
          <ac:chgData name="Percy Cheng" userId="80d21a9e-6369-43b4-82a5-7a824c783934" providerId="ADAL" clId="{C84E1C63-A3C1-4CE9-AA00-2937A243E433}" dt="2026-09-11T09:33:08.146" v="1049" actId="2711"/>
          <ac:spMkLst>
            <pc:docMk/>
            <pc:sldMk cId="0" sldId="4268"/>
            <ac:spMk id="21" creationId="{5CC69F0C-235F-6190-F3C2-20270FBF7A0F}"/>
          </ac:spMkLst>
        </pc:spChg>
        <pc:spChg chg="mod">
          <ac:chgData name="Percy Cheng" userId="80d21a9e-6369-43b4-82a5-7a824c783934" providerId="ADAL" clId="{C84E1C63-A3C1-4CE9-AA00-2937A243E433}" dt="2026-09-11T09:33:08.146" v="1049" actId="2711"/>
          <ac:spMkLst>
            <pc:docMk/>
            <pc:sldMk cId="0" sldId="4268"/>
            <ac:spMk id="23" creationId="{6247538E-6D4A-7D26-AFB2-CE431F7C6C89}"/>
          </ac:spMkLst>
        </pc:spChg>
        <pc:spChg chg="mod">
          <ac:chgData name="Percy Cheng" userId="80d21a9e-6369-43b4-82a5-7a824c783934" providerId="ADAL" clId="{C84E1C63-A3C1-4CE9-AA00-2937A243E433}" dt="2026-09-11T09:33:08.146" v="1049" actId="2711"/>
          <ac:spMkLst>
            <pc:docMk/>
            <pc:sldMk cId="0" sldId="4268"/>
            <ac:spMk id="25" creationId="{6707EEC5-E80D-1B49-EA9C-FAFDAE0A579F}"/>
          </ac:spMkLst>
        </pc:spChg>
        <pc:spChg chg="mod">
          <ac:chgData name="Percy Cheng" userId="80d21a9e-6369-43b4-82a5-7a824c783934" providerId="ADAL" clId="{C84E1C63-A3C1-4CE9-AA00-2937A243E433}" dt="2026-09-11T09:33:08.146" v="1049" actId="2711"/>
          <ac:spMkLst>
            <pc:docMk/>
            <pc:sldMk cId="0" sldId="4268"/>
            <ac:spMk id="27" creationId="{EF3ABDCE-1894-8E0D-8808-910F2222F1EC}"/>
          </ac:spMkLst>
        </pc:spChg>
      </pc:sldChg>
      <pc:sldChg chg="modSp add mod">
        <pc:chgData name="Percy Cheng" userId="80d21a9e-6369-43b4-82a5-7a824c783934" providerId="ADAL" clId="{C84E1C63-A3C1-4CE9-AA00-2937A243E433}" dt="2026-09-22T06:21:49.806" v="4421" actId="13926"/>
        <pc:sldMkLst>
          <pc:docMk/>
          <pc:sldMk cId="2160187368" sldId="4269"/>
        </pc:sldMkLst>
        <pc:spChg chg="mod">
          <ac:chgData name="Percy Cheng" userId="80d21a9e-6369-43b4-82a5-7a824c783934" providerId="ADAL" clId="{C84E1C63-A3C1-4CE9-AA00-2937A243E433}" dt="2026-09-14T09:58:38.897" v="1214" actId="113"/>
          <ac:spMkLst>
            <pc:docMk/>
            <pc:sldMk cId="2160187368" sldId="4269"/>
            <ac:spMk id="2" creationId="{BDEFA7ED-FC07-2B4B-A11B-9410054782EB}"/>
          </ac:spMkLst>
        </pc:spChg>
        <pc:spChg chg="mod">
          <ac:chgData name="Percy Cheng" userId="80d21a9e-6369-43b4-82a5-7a824c783934" providerId="ADAL" clId="{C84E1C63-A3C1-4CE9-AA00-2937A243E433}" dt="2026-09-14T09:58:36.263" v="1213" actId="2711"/>
          <ac:spMkLst>
            <pc:docMk/>
            <pc:sldMk cId="2160187368" sldId="4269"/>
            <ac:spMk id="3" creationId="{7DA58662-153E-CA9A-4667-EAFA4273E02D}"/>
          </ac:spMkLst>
        </pc:spChg>
        <pc:spChg chg="mod">
          <ac:chgData name="Percy Cheng" userId="80d21a9e-6369-43b4-82a5-7a824c783934" providerId="ADAL" clId="{C84E1C63-A3C1-4CE9-AA00-2937A243E433}" dt="2026-09-14T09:58:36.263" v="1213" actId="2711"/>
          <ac:spMkLst>
            <pc:docMk/>
            <pc:sldMk cId="2160187368" sldId="4269"/>
            <ac:spMk id="4" creationId="{CF7E3114-260C-C65E-5E24-E6CC0D536ADE}"/>
          </ac:spMkLst>
        </pc:spChg>
        <pc:spChg chg="mod">
          <ac:chgData name="Percy Cheng" userId="80d21a9e-6369-43b4-82a5-7a824c783934" providerId="ADAL" clId="{C84E1C63-A3C1-4CE9-AA00-2937A243E433}" dt="2026-09-22T06:21:38.448" v="4417" actId="14100"/>
          <ac:spMkLst>
            <pc:docMk/>
            <pc:sldMk cId="2160187368" sldId="4269"/>
            <ac:spMk id="14" creationId="{3CDF2631-B05A-E46B-8BCA-5B122CE7B4C5}"/>
          </ac:spMkLst>
        </pc:spChg>
        <pc:spChg chg="mod">
          <ac:chgData name="Percy Cheng" userId="80d21a9e-6369-43b4-82a5-7a824c783934" providerId="ADAL" clId="{C84E1C63-A3C1-4CE9-AA00-2937A243E433}" dt="2026-09-22T06:21:49.806" v="4421" actId="13926"/>
          <ac:spMkLst>
            <pc:docMk/>
            <pc:sldMk cId="2160187368" sldId="4269"/>
            <ac:spMk id="15" creationId="{161AEC62-64AA-DA31-DB07-CC74BBD84B96}"/>
          </ac:spMkLst>
        </pc:spChg>
        <pc:spChg chg="mod">
          <ac:chgData name="Percy Cheng" userId="80d21a9e-6369-43b4-82a5-7a824c783934" providerId="ADAL" clId="{C84E1C63-A3C1-4CE9-AA00-2937A243E433}" dt="2026-09-22T06:21:41.391" v="4418" actId="403"/>
          <ac:spMkLst>
            <pc:docMk/>
            <pc:sldMk cId="2160187368" sldId="4269"/>
            <ac:spMk id="22" creationId="{88DFD6E4-F4E9-FC68-71A8-D9CAA84D4475}"/>
          </ac:spMkLst>
        </pc:spChg>
        <pc:spChg chg="mod">
          <ac:chgData name="Percy Cheng" userId="80d21a9e-6369-43b4-82a5-7a824c783934" providerId="ADAL" clId="{C84E1C63-A3C1-4CE9-AA00-2937A243E433}" dt="2026-09-22T06:21:44.632" v="4419" actId="403"/>
          <ac:spMkLst>
            <pc:docMk/>
            <pc:sldMk cId="2160187368" sldId="4269"/>
            <ac:spMk id="28" creationId="{22443CC7-083A-ECFF-0282-377A4F9AF3FA}"/>
          </ac:spMkLst>
        </pc:spChg>
        <pc:cxnChg chg="mod">
          <ac:chgData name="Percy Cheng" userId="80d21a9e-6369-43b4-82a5-7a824c783934" providerId="ADAL" clId="{C84E1C63-A3C1-4CE9-AA00-2937A243E433}" dt="2026-09-22T06:21:41.391" v="4418" actId="403"/>
          <ac:cxnSpMkLst>
            <pc:docMk/>
            <pc:sldMk cId="2160187368" sldId="4269"/>
            <ac:cxnSpMk id="30" creationId="{D319B143-9C4C-1BAA-FE71-3B903CAA3749}"/>
          </ac:cxnSpMkLst>
        </pc:cxnChg>
      </pc:sldChg>
      <pc:sldChg chg="modSp add mod">
        <pc:chgData name="Percy Cheng" userId="80d21a9e-6369-43b4-82a5-7a824c783934" providerId="ADAL" clId="{C84E1C63-A3C1-4CE9-AA00-2937A243E433}" dt="2026-09-16T02:12:10.369" v="1475" actId="20577"/>
        <pc:sldMkLst>
          <pc:docMk/>
          <pc:sldMk cId="1623686172" sldId="4270"/>
        </pc:sldMkLst>
        <pc:spChg chg="mod">
          <ac:chgData name="Percy Cheng" userId="80d21a9e-6369-43b4-82a5-7a824c783934" providerId="ADAL" clId="{C84E1C63-A3C1-4CE9-AA00-2937A243E433}" dt="2026-09-16T02:12:10.369" v="1475" actId="20577"/>
          <ac:spMkLst>
            <pc:docMk/>
            <pc:sldMk cId="1623686172" sldId="4270"/>
            <ac:spMk id="7" creationId="{B69BFA73-923A-5AE1-639E-1897448E4CC2}"/>
          </ac:spMkLst>
        </pc:spChg>
      </pc:sldChg>
      <pc:sldChg chg="addSp delSp modSp add mod modShow">
        <pc:chgData name="Percy Cheng" userId="80d21a9e-6369-43b4-82a5-7a824c783934" providerId="ADAL" clId="{C84E1C63-A3C1-4CE9-AA00-2937A243E433}" dt="2026-09-21T02:25:33.573" v="3760" actId="2711"/>
        <pc:sldMkLst>
          <pc:docMk/>
          <pc:sldMk cId="409473076" sldId="4271"/>
        </pc:sldMkLst>
        <pc:spChg chg="add del mod">
          <ac:chgData name="Percy Cheng" userId="80d21a9e-6369-43b4-82a5-7a824c783934" providerId="ADAL" clId="{C84E1C63-A3C1-4CE9-AA00-2937A243E433}" dt="2026-09-21T02:17:39.739" v="3676" actId="478"/>
          <ac:spMkLst>
            <pc:docMk/>
            <pc:sldMk cId="409473076" sldId="4271"/>
            <ac:spMk id="3" creationId="{7B0DAFF3-00AA-2F54-E892-8C5932CF4681}"/>
          </ac:spMkLst>
        </pc:spChg>
        <pc:spChg chg="mod">
          <ac:chgData name="Percy Cheng" userId="80d21a9e-6369-43b4-82a5-7a824c783934" providerId="ADAL" clId="{C84E1C63-A3C1-4CE9-AA00-2937A243E433}" dt="2026-09-21T02:25:33.573" v="3760" actId="2711"/>
          <ac:spMkLst>
            <pc:docMk/>
            <pc:sldMk cId="409473076" sldId="4271"/>
            <ac:spMk id="4" creationId="{14A2D390-7FB4-BF8A-19BC-2B508FB75201}"/>
          </ac:spMkLst>
        </pc:spChg>
        <pc:spChg chg="mod">
          <ac:chgData name="Percy Cheng" userId="80d21a9e-6369-43b4-82a5-7a824c783934" providerId="ADAL" clId="{C84E1C63-A3C1-4CE9-AA00-2937A243E433}" dt="2026-09-21T02:25:33.573" v="3760" actId="2711"/>
          <ac:spMkLst>
            <pc:docMk/>
            <pc:sldMk cId="409473076" sldId="4271"/>
            <ac:spMk id="5" creationId="{325B1000-A3AD-C762-F6D5-49B0DFC1206D}"/>
          </ac:spMkLst>
        </pc:spChg>
        <pc:spChg chg="mod">
          <ac:chgData name="Percy Cheng" userId="80d21a9e-6369-43b4-82a5-7a824c783934" providerId="ADAL" clId="{C84E1C63-A3C1-4CE9-AA00-2937A243E433}" dt="2026-09-21T02:25:33.573" v="3760" actId="2711"/>
          <ac:spMkLst>
            <pc:docMk/>
            <pc:sldMk cId="409473076" sldId="4271"/>
            <ac:spMk id="6" creationId="{467FBFC1-0F95-6B95-B9A4-FA3D943280B2}"/>
          </ac:spMkLst>
        </pc:spChg>
      </pc:sldChg>
      <pc:sldChg chg="delSp modSp add mod">
        <pc:chgData name="Percy Cheng" userId="80d21a9e-6369-43b4-82a5-7a824c783934" providerId="ADAL" clId="{C84E1C63-A3C1-4CE9-AA00-2937A243E433}" dt="2026-09-16T02:37:56.846" v="1548"/>
        <pc:sldMkLst>
          <pc:docMk/>
          <pc:sldMk cId="4155835985" sldId="4272"/>
        </pc:sldMkLst>
        <pc:spChg chg="mod">
          <ac:chgData name="Percy Cheng" userId="80d21a9e-6369-43b4-82a5-7a824c783934" providerId="ADAL" clId="{C84E1C63-A3C1-4CE9-AA00-2937A243E433}" dt="2026-09-16T02:37:56.846" v="1548"/>
          <ac:spMkLst>
            <pc:docMk/>
            <pc:sldMk cId="4155835985" sldId="4272"/>
            <ac:spMk id="2" creationId="{7D6A97C1-2B5B-21CF-4B09-A4617762C77E}"/>
          </ac:spMkLst>
        </pc:spChg>
        <pc:spChg chg="mod">
          <ac:chgData name="Percy Cheng" userId="80d21a9e-6369-43b4-82a5-7a824c783934" providerId="ADAL" clId="{C84E1C63-A3C1-4CE9-AA00-2937A243E433}" dt="2026-09-16T02:37:37.470" v="1543" actId="1076"/>
          <ac:spMkLst>
            <pc:docMk/>
            <pc:sldMk cId="4155835985" sldId="4272"/>
            <ac:spMk id="3" creationId="{D5AE3108-F64A-B086-8D92-24F806E7504A}"/>
          </ac:spMkLst>
        </pc:spChg>
        <pc:spChg chg="mod">
          <ac:chgData name="Percy Cheng" userId="80d21a9e-6369-43b4-82a5-7a824c783934" providerId="ADAL" clId="{C84E1C63-A3C1-4CE9-AA00-2937A243E433}" dt="2026-09-16T02:37:28.567" v="1540" actId="2711"/>
          <ac:spMkLst>
            <pc:docMk/>
            <pc:sldMk cId="4155835985" sldId="4272"/>
            <ac:spMk id="4" creationId="{ECCACC55-7393-60B6-321F-A9301A5E4D4F}"/>
          </ac:spMkLst>
        </pc:spChg>
        <pc:spChg chg="mod">
          <ac:chgData name="Percy Cheng" userId="80d21a9e-6369-43b4-82a5-7a824c783934" providerId="ADAL" clId="{C84E1C63-A3C1-4CE9-AA00-2937A243E433}" dt="2026-09-16T02:37:28.567" v="1540" actId="2711"/>
          <ac:spMkLst>
            <pc:docMk/>
            <pc:sldMk cId="4155835985" sldId="4272"/>
            <ac:spMk id="7" creationId="{0F5DCD19-4EE5-40E6-7719-B21EAB48CFE1}"/>
          </ac:spMkLst>
        </pc:spChg>
        <pc:spChg chg="mod">
          <ac:chgData name="Percy Cheng" userId="80d21a9e-6369-43b4-82a5-7a824c783934" providerId="ADAL" clId="{C84E1C63-A3C1-4CE9-AA00-2937A243E433}" dt="2026-09-16T02:37:34.366" v="1542" actId="1076"/>
          <ac:spMkLst>
            <pc:docMk/>
            <pc:sldMk cId="4155835985" sldId="4272"/>
            <ac:spMk id="10" creationId="{72833EC7-9606-E99D-0334-0FF6C6B96D76}"/>
          </ac:spMkLst>
        </pc:spChg>
        <pc:spChg chg="mod">
          <ac:chgData name="Percy Cheng" userId="80d21a9e-6369-43b4-82a5-7a824c783934" providerId="ADAL" clId="{C84E1C63-A3C1-4CE9-AA00-2937A243E433}" dt="2026-09-16T02:37:28.567" v="1540" actId="2711"/>
          <ac:spMkLst>
            <pc:docMk/>
            <pc:sldMk cId="4155835985" sldId="4272"/>
            <ac:spMk id="11" creationId="{98E2C7EC-0018-9549-1B46-71B1B0D8B744}"/>
          </ac:spMkLst>
        </pc:spChg>
        <pc:spChg chg="mod">
          <ac:chgData name="Percy Cheng" userId="80d21a9e-6369-43b4-82a5-7a824c783934" providerId="ADAL" clId="{C84E1C63-A3C1-4CE9-AA00-2937A243E433}" dt="2026-09-16T02:37:28.567" v="1540" actId="2711"/>
          <ac:spMkLst>
            <pc:docMk/>
            <pc:sldMk cId="4155835985" sldId="4272"/>
            <ac:spMk id="14" creationId="{91F37B3D-3448-D939-EB93-3D995F76F6C7}"/>
          </ac:spMkLst>
        </pc:spChg>
        <pc:spChg chg="mod">
          <ac:chgData name="Percy Cheng" userId="80d21a9e-6369-43b4-82a5-7a824c783934" providerId="ADAL" clId="{C84E1C63-A3C1-4CE9-AA00-2937A243E433}" dt="2026-09-16T02:37:28.567" v="1540" actId="2711"/>
          <ac:spMkLst>
            <pc:docMk/>
            <pc:sldMk cId="4155835985" sldId="4272"/>
            <ac:spMk id="38" creationId="{066B70C2-2280-EE11-659E-CA20F44E3C37}"/>
          </ac:spMkLst>
        </pc:spChg>
        <pc:spChg chg="mod">
          <ac:chgData name="Percy Cheng" userId="80d21a9e-6369-43b4-82a5-7a824c783934" providerId="ADAL" clId="{C84E1C63-A3C1-4CE9-AA00-2937A243E433}" dt="2026-09-16T02:37:28.567" v="1540" actId="2711"/>
          <ac:spMkLst>
            <pc:docMk/>
            <pc:sldMk cId="4155835985" sldId="4272"/>
            <ac:spMk id="40" creationId="{265CCC38-E68D-213E-17AE-AC21A0834E85}"/>
          </ac:spMkLst>
        </pc:spChg>
        <pc:spChg chg="mod">
          <ac:chgData name="Percy Cheng" userId="80d21a9e-6369-43b4-82a5-7a824c783934" providerId="ADAL" clId="{C84E1C63-A3C1-4CE9-AA00-2937A243E433}" dt="2026-09-16T02:37:28.567" v="1540" actId="2711"/>
          <ac:spMkLst>
            <pc:docMk/>
            <pc:sldMk cId="4155835985" sldId="4272"/>
            <ac:spMk id="43" creationId="{DA4C0A16-EF63-0CDB-D381-35C2077752F4}"/>
          </ac:spMkLst>
        </pc:spChg>
      </pc:sldChg>
      <pc:sldChg chg="addSp delSp modSp add mod">
        <pc:chgData name="Percy Cheng" userId="80d21a9e-6369-43b4-82a5-7a824c783934" providerId="ADAL" clId="{C84E1C63-A3C1-4CE9-AA00-2937A243E433}" dt="2026-09-16T02:50:35.579" v="1658"/>
        <pc:sldMkLst>
          <pc:docMk/>
          <pc:sldMk cId="2228511418" sldId="4273"/>
        </pc:sldMkLst>
        <pc:spChg chg="mod">
          <ac:chgData name="Percy Cheng" userId="80d21a9e-6369-43b4-82a5-7a824c783934" providerId="ADAL" clId="{C84E1C63-A3C1-4CE9-AA00-2937A243E433}" dt="2026-09-16T02:50:14.257" v="1656" actId="1076"/>
          <ac:spMkLst>
            <pc:docMk/>
            <pc:sldMk cId="2228511418" sldId="4273"/>
            <ac:spMk id="2" creationId="{E18A5DEE-A6D3-25B4-D773-CCC300FAE39C}"/>
          </ac:spMkLst>
        </pc:spChg>
        <pc:spChg chg="mod">
          <ac:chgData name="Percy Cheng" userId="80d21a9e-6369-43b4-82a5-7a824c783934" providerId="ADAL" clId="{C84E1C63-A3C1-4CE9-AA00-2937A243E433}" dt="2026-09-16T02:48:01.895" v="1629" actId="2711"/>
          <ac:spMkLst>
            <pc:docMk/>
            <pc:sldMk cId="2228511418" sldId="4273"/>
            <ac:spMk id="5" creationId="{44546BF3-7FD4-034C-7E18-0DB6E074E0BA}"/>
          </ac:spMkLst>
        </pc:spChg>
        <pc:spChg chg="mod">
          <ac:chgData name="Percy Cheng" userId="80d21a9e-6369-43b4-82a5-7a824c783934" providerId="ADAL" clId="{C84E1C63-A3C1-4CE9-AA00-2937A243E433}" dt="2026-09-16T02:50:35.579" v="1658"/>
          <ac:spMkLst>
            <pc:docMk/>
            <pc:sldMk cId="2228511418" sldId="4273"/>
            <ac:spMk id="6" creationId="{7E71EE4B-A321-D8B2-F7ED-7777127590D7}"/>
          </ac:spMkLst>
        </pc:spChg>
        <pc:picChg chg="mod">
          <ac:chgData name="Percy Cheng" userId="80d21a9e-6369-43b4-82a5-7a824c783934" providerId="ADAL" clId="{C84E1C63-A3C1-4CE9-AA00-2937A243E433}" dt="2026-09-16T02:50:08.761" v="1654" actId="1076"/>
          <ac:picMkLst>
            <pc:docMk/>
            <pc:sldMk cId="2228511418" sldId="4273"/>
            <ac:picMk id="3" creationId="{E88678A3-EC57-B03F-2C69-E4ABB4937009}"/>
          </ac:picMkLst>
        </pc:picChg>
      </pc:sldChg>
      <pc:sldChg chg="modSp add mod setBg">
        <pc:chgData name="Percy Cheng" userId="80d21a9e-6369-43b4-82a5-7a824c783934" providerId="ADAL" clId="{C84E1C63-A3C1-4CE9-AA00-2937A243E433}" dt="2026-09-22T08:12:06.882" v="4445"/>
        <pc:sldMkLst>
          <pc:docMk/>
          <pc:sldMk cId="4293136525" sldId="4274"/>
        </pc:sldMkLst>
        <pc:spChg chg="mod">
          <ac:chgData name="Percy Cheng" userId="80d21a9e-6369-43b4-82a5-7a824c783934" providerId="ADAL" clId="{C84E1C63-A3C1-4CE9-AA00-2937A243E433}" dt="2026-09-16T02:57:25.393" v="1708" actId="20577"/>
          <ac:spMkLst>
            <pc:docMk/>
            <pc:sldMk cId="4293136525" sldId="4274"/>
            <ac:spMk id="2" creationId="{50241326-C267-8556-2786-30EEE698B463}"/>
          </ac:spMkLst>
        </pc:spChg>
      </pc:sldChg>
      <pc:sldChg chg="addSp delSp modSp add mod modAnim">
        <pc:chgData name="Percy Cheng" userId="80d21a9e-6369-43b4-82a5-7a824c783934" providerId="ADAL" clId="{C84E1C63-A3C1-4CE9-AA00-2937A243E433}" dt="2026-09-21T03:04:19.946" v="4153" actId="113"/>
        <pc:sldMkLst>
          <pc:docMk/>
          <pc:sldMk cId="983071946" sldId="4275"/>
        </pc:sldMkLst>
        <pc:spChg chg="del">
          <ac:chgData name="Percy Cheng" userId="80d21a9e-6369-43b4-82a5-7a824c783934" providerId="ADAL" clId="{C84E1C63-A3C1-4CE9-AA00-2937A243E433}" dt="2026-09-21T02:46:07.520" v="3872" actId="478"/>
          <ac:spMkLst>
            <pc:docMk/>
            <pc:sldMk cId="983071946" sldId="4275"/>
            <ac:spMk id="3" creationId="{12B948FF-F202-46E1-31C7-C8DD8D584E9E}"/>
          </ac:spMkLst>
        </pc:spChg>
        <pc:spChg chg="del">
          <ac:chgData name="Percy Cheng" userId="80d21a9e-6369-43b4-82a5-7a824c783934" providerId="ADAL" clId="{C84E1C63-A3C1-4CE9-AA00-2937A243E433}" dt="2026-09-21T02:46:12.238" v="3876" actId="478"/>
          <ac:spMkLst>
            <pc:docMk/>
            <pc:sldMk cId="983071946" sldId="4275"/>
            <ac:spMk id="4" creationId="{197CC8AE-BA23-BA40-2F8C-B03B29EEA3B8}"/>
          </ac:spMkLst>
        </pc:spChg>
        <pc:spChg chg="del mod">
          <ac:chgData name="Percy Cheng" userId="80d21a9e-6369-43b4-82a5-7a824c783934" providerId="ADAL" clId="{C84E1C63-A3C1-4CE9-AA00-2937A243E433}" dt="2026-09-21T02:56:44.780" v="4064" actId="478"/>
          <ac:spMkLst>
            <pc:docMk/>
            <pc:sldMk cId="983071946" sldId="4275"/>
            <ac:spMk id="19" creationId="{8D12E471-6951-5309-3FD3-423CC454FB41}"/>
          </ac:spMkLst>
        </pc:spChg>
        <pc:spChg chg="add">
          <ac:chgData name="Percy Cheng" userId="80d21a9e-6369-43b4-82a5-7a824c783934" providerId="ADAL" clId="{C84E1C63-A3C1-4CE9-AA00-2937A243E433}" dt="2026-09-21T02:57:43.198" v="4085" actId="22"/>
          <ac:spMkLst>
            <pc:docMk/>
            <pc:sldMk cId="983071946" sldId="4275"/>
            <ac:spMk id="20" creationId="{D918397B-9A35-E69A-24A6-F0F16C2FECF1}"/>
          </ac:spMkLst>
        </pc:spChg>
        <pc:spChg chg="del mod">
          <ac:chgData name="Percy Cheng" userId="80d21a9e-6369-43b4-82a5-7a824c783934" providerId="ADAL" clId="{C84E1C63-A3C1-4CE9-AA00-2937A243E433}" dt="2026-09-21T02:46:10.126" v="3875" actId="478"/>
          <ac:spMkLst>
            <pc:docMk/>
            <pc:sldMk cId="983071946" sldId="4275"/>
            <ac:spMk id="22" creationId="{EFCC0011-7E8F-C315-6A20-3940206C069A}"/>
          </ac:spMkLst>
        </pc:spChg>
        <pc:spChg chg="add mod">
          <ac:chgData name="Percy Cheng" userId="80d21a9e-6369-43b4-82a5-7a824c783934" providerId="ADAL" clId="{C84E1C63-A3C1-4CE9-AA00-2937A243E433}" dt="2026-09-21T03:04:19.946" v="4153" actId="113"/>
          <ac:spMkLst>
            <pc:docMk/>
            <pc:sldMk cId="983071946" sldId="4275"/>
            <ac:spMk id="25" creationId="{A51AAD7E-46CA-C01B-C9E5-2A39167FD3C5}"/>
          </ac:spMkLst>
        </pc:spChg>
        <pc:spChg chg="add ord">
          <ac:chgData name="Percy Cheng" userId="80d21a9e-6369-43b4-82a5-7a824c783934" providerId="ADAL" clId="{C84E1C63-A3C1-4CE9-AA00-2937A243E433}" dt="2026-09-21T03:03:36.133" v="4146" actId="167"/>
          <ac:spMkLst>
            <pc:docMk/>
            <pc:sldMk cId="983071946" sldId="4275"/>
            <ac:spMk id="27" creationId="{EE802E6C-B49B-C1BD-3981-4D9738B82B9B}"/>
          </ac:spMkLst>
        </pc:spChg>
        <pc:spChg chg="del mod">
          <ac:chgData name="Percy Cheng" userId="80d21a9e-6369-43b4-82a5-7a824c783934" providerId="ADAL" clId="{C84E1C63-A3C1-4CE9-AA00-2937A243E433}" dt="2026-09-21T02:57:32.419" v="4081" actId="21"/>
          <ac:spMkLst>
            <pc:docMk/>
            <pc:sldMk cId="983071946" sldId="4275"/>
            <ac:spMk id="29" creationId="{91AE4E0A-3D1F-06E8-4B49-A10CD41F92E5}"/>
          </ac:spMkLst>
        </pc:spChg>
        <pc:grpChg chg="mod">
          <ac:chgData name="Percy Cheng" userId="80d21a9e-6369-43b4-82a5-7a824c783934" providerId="ADAL" clId="{C84E1C63-A3C1-4CE9-AA00-2937A243E433}" dt="2026-09-21T02:59:00.776" v="4094" actId="14100"/>
          <ac:grpSpMkLst>
            <pc:docMk/>
            <pc:sldMk cId="983071946" sldId="4275"/>
            <ac:grpSpMk id="23" creationId="{98E6B6DA-4E0E-21B8-C3AC-4F70E0E193B0}"/>
          </ac:grpSpMkLst>
        </pc:grpChg>
        <pc:picChg chg="del">
          <ac:chgData name="Percy Cheng" userId="80d21a9e-6369-43b4-82a5-7a824c783934" providerId="ADAL" clId="{C84E1C63-A3C1-4CE9-AA00-2937A243E433}" dt="2026-09-21T02:46:08.423" v="3873" actId="478"/>
          <ac:picMkLst>
            <pc:docMk/>
            <pc:sldMk cId="983071946" sldId="4275"/>
            <ac:picMk id="21" creationId="{755B661C-1EA8-4634-138A-3743C56C704F}"/>
          </ac:picMkLst>
        </pc:picChg>
      </pc:sldChg>
      <pc:sldChg chg="add del">
        <pc:chgData name="Percy Cheng" userId="80d21a9e-6369-43b4-82a5-7a824c783934" providerId="ADAL" clId="{C84E1C63-A3C1-4CE9-AA00-2937A243E433}" dt="2026-09-21T02:45:45.806" v="3869" actId="47"/>
        <pc:sldMkLst>
          <pc:docMk/>
          <pc:sldMk cId="4158636025" sldId="4276"/>
        </pc:sldMkLst>
      </pc:sldChg>
      <pc:sldChg chg="add mod modShow">
        <pc:chgData name="Percy Cheng" userId="80d21a9e-6369-43b4-82a5-7a824c783934" providerId="ADAL" clId="{C84E1C63-A3C1-4CE9-AA00-2937A243E433}" dt="2026-09-21T02:46:36.472" v="3878" actId="729"/>
        <pc:sldMkLst>
          <pc:docMk/>
          <pc:sldMk cId="2001376591" sldId="4277"/>
        </pc:sldMkLst>
      </pc:sldChg>
      <pc:sldChg chg="addSp delSp modSp add mod">
        <pc:chgData name="Percy Cheng" userId="80d21a9e-6369-43b4-82a5-7a824c783934" providerId="ADAL" clId="{C84E1C63-A3C1-4CE9-AA00-2937A243E433}" dt="2026-09-21T03:09:15.323" v="4234" actId="9405"/>
        <pc:sldMkLst>
          <pc:docMk/>
          <pc:sldMk cId="3702654270" sldId="4278"/>
        </pc:sldMkLst>
        <pc:spChg chg="mod">
          <ac:chgData name="Percy Cheng" userId="80d21a9e-6369-43b4-82a5-7a824c783934" providerId="ADAL" clId="{C84E1C63-A3C1-4CE9-AA00-2937A243E433}" dt="2026-09-21T03:03:29.412" v="4144" actId="1076"/>
          <ac:spMkLst>
            <pc:docMk/>
            <pc:sldMk cId="3702654270" sldId="4278"/>
            <ac:spMk id="3" creationId="{1EDECAA7-7801-775F-25D2-A7C411FCD6CF}"/>
          </ac:spMkLst>
        </pc:spChg>
        <pc:spChg chg="del">
          <ac:chgData name="Percy Cheng" userId="80d21a9e-6369-43b4-82a5-7a824c783934" providerId="ADAL" clId="{C84E1C63-A3C1-4CE9-AA00-2937A243E433}" dt="2026-09-21T02:46:18.845" v="3877" actId="478"/>
          <ac:spMkLst>
            <pc:docMk/>
            <pc:sldMk cId="3702654270" sldId="4278"/>
            <ac:spMk id="4" creationId="{F65BE9A4-8813-71CA-7F92-27B3409916FF}"/>
          </ac:spMkLst>
        </pc:spChg>
        <pc:spChg chg="del">
          <ac:chgData name="Percy Cheng" userId="80d21a9e-6369-43b4-82a5-7a824c783934" providerId="ADAL" clId="{C84E1C63-A3C1-4CE9-AA00-2937A243E433}" dt="2026-09-21T02:57:30.095" v="4080" actId="478"/>
          <ac:spMkLst>
            <pc:docMk/>
            <pc:sldMk cId="3702654270" sldId="4278"/>
            <ac:spMk id="19" creationId="{C2D0080E-AE4C-F8A3-B934-EF5956485725}"/>
          </ac:spMkLst>
        </pc:spChg>
        <pc:spChg chg="add mod">
          <ac:chgData name="Percy Cheng" userId="80d21a9e-6369-43b4-82a5-7a824c783934" providerId="ADAL" clId="{C84E1C63-A3C1-4CE9-AA00-2937A243E433}" dt="2026-09-21T03:05:38.889" v="4177" actId="14100"/>
          <ac:spMkLst>
            <pc:docMk/>
            <pc:sldMk cId="3702654270" sldId="4278"/>
            <ac:spMk id="20" creationId="{DAA5B0DA-0503-F8DE-B0A6-8BA6686BBE8E}"/>
          </ac:spMkLst>
        </pc:spChg>
        <pc:spChg chg="add">
          <ac:chgData name="Percy Cheng" userId="80d21a9e-6369-43b4-82a5-7a824c783934" providerId="ADAL" clId="{C84E1C63-A3C1-4CE9-AA00-2937A243E433}" dt="2026-09-21T02:57:46.660" v="4086" actId="22"/>
          <ac:spMkLst>
            <pc:docMk/>
            <pc:sldMk cId="3702654270" sldId="4278"/>
            <ac:spMk id="25" creationId="{6DC3AA5E-D16A-7637-72D9-08EB9C374EA8}"/>
          </ac:spMkLst>
        </pc:spChg>
        <pc:spChg chg="del">
          <ac:chgData name="Percy Cheng" userId="80d21a9e-6369-43b4-82a5-7a824c783934" providerId="ADAL" clId="{C84E1C63-A3C1-4CE9-AA00-2937A243E433}" dt="2026-09-21T02:57:35.500" v="4082" actId="478"/>
          <ac:spMkLst>
            <pc:docMk/>
            <pc:sldMk cId="3702654270" sldId="4278"/>
            <ac:spMk id="29" creationId="{8BD30801-713E-6DFB-AE49-65459C401D38}"/>
          </ac:spMkLst>
        </pc:spChg>
        <pc:grpChg chg="mod">
          <ac:chgData name="Percy Cheng" userId="80d21a9e-6369-43b4-82a5-7a824c783934" providerId="ADAL" clId="{C84E1C63-A3C1-4CE9-AA00-2937A243E433}" dt="2026-09-21T03:08:48.688" v="4213"/>
          <ac:grpSpMkLst>
            <pc:docMk/>
            <pc:sldMk cId="3702654270" sldId="4278"/>
            <ac:grpSpMk id="35" creationId="{5775D9B2-09E3-6D0E-A401-D7DF61DB4E1B}"/>
          </ac:grpSpMkLst>
        </pc:grpChg>
        <pc:grpChg chg="del mod">
          <ac:chgData name="Percy Cheng" userId="80d21a9e-6369-43b4-82a5-7a824c783934" providerId="ADAL" clId="{C84E1C63-A3C1-4CE9-AA00-2937A243E433}" dt="2026-09-21T03:08:55.945" v="4218"/>
          <ac:grpSpMkLst>
            <pc:docMk/>
            <pc:sldMk cId="3702654270" sldId="4278"/>
            <ac:grpSpMk id="38" creationId="{C3A7571A-0852-321F-8920-87BB1DA8BDA5}"/>
          </ac:grpSpMkLst>
        </pc:grpChg>
        <pc:grpChg chg="del mod">
          <ac:chgData name="Percy Cheng" userId="80d21a9e-6369-43b4-82a5-7a824c783934" providerId="ADAL" clId="{C84E1C63-A3C1-4CE9-AA00-2937A243E433}" dt="2026-09-21T03:08:57.671" v="4221"/>
          <ac:grpSpMkLst>
            <pc:docMk/>
            <pc:sldMk cId="3702654270" sldId="4278"/>
            <ac:grpSpMk id="40" creationId="{EB7CD819-600F-01EC-9FE3-9EDF61CF732E}"/>
          </ac:grpSpMkLst>
        </pc:grpChg>
        <pc:grpChg chg="del mod">
          <ac:chgData name="Percy Cheng" userId="80d21a9e-6369-43b4-82a5-7a824c783934" providerId="ADAL" clId="{C84E1C63-A3C1-4CE9-AA00-2937A243E433}" dt="2026-09-21T03:09:02.244" v="4226"/>
          <ac:grpSpMkLst>
            <pc:docMk/>
            <pc:sldMk cId="3702654270" sldId="4278"/>
            <ac:grpSpMk id="43" creationId="{BD45A16D-1F81-51CD-1B61-7B8144C227FB}"/>
          </ac:grpSpMkLst>
        </pc:grpChg>
        <pc:grpChg chg="mod">
          <ac:chgData name="Percy Cheng" userId="80d21a9e-6369-43b4-82a5-7a824c783934" providerId="ADAL" clId="{C84E1C63-A3C1-4CE9-AA00-2937A243E433}" dt="2026-09-21T03:09:02.244" v="4226"/>
          <ac:grpSpMkLst>
            <pc:docMk/>
            <pc:sldMk cId="3702654270" sldId="4278"/>
            <ac:grpSpMk id="48" creationId="{B79FFBF4-BD72-065F-F527-135BFA9C77DD}"/>
          </ac:grpSpMkLst>
        </pc:grpChg>
        <pc:picChg chg="add mod modCrop">
          <ac:chgData name="Percy Cheng" userId="80d21a9e-6369-43b4-82a5-7a824c783934" providerId="ADAL" clId="{C84E1C63-A3C1-4CE9-AA00-2937A243E433}" dt="2026-09-21T03:07:58.481" v="4201" actId="1037"/>
          <ac:picMkLst>
            <pc:docMk/>
            <pc:sldMk cId="3702654270" sldId="4278"/>
            <ac:picMk id="27" creationId="{3BF39F7A-00CF-DF39-D328-8A4F55825731}"/>
          </ac:picMkLst>
        </pc:picChg>
        <pc:inkChg chg="add del">
          <ac:chgData name="Percy Cheng" userId="80d21a9e-6369-43b4-82a5-7a824c783934" providerId="ADAL" clId="{C84E1C63-A3C1-4CE9-AA00-2937A243E433}" dt="2026-09-21T03:08:21.452" v="4203" actId="9405"/>
          <ac:inkMkLst>
            <pc:docMk/>
            <pc:sldMk cId="3702654270" sldId="4278"/>
            <ac:inkMk id="28" creationId="{40D6BECD-C663-B976-329B-7E10C7F7A967}"/>
          </ac:inkMkLst>
        </pc:inkChg>
        <pc:inkChg chg="add del">
          <ac:chgData name="Percy Cheng" userId="80d21a9e-6369-43b4-82a5-7a824c783934" providerId="ADAL" clId="{C84E1C63-A3C1-4CE9-AA00-2937A243E433}" dt="2026-09-21T03:08:29.411" v="4205" actId="9405"/>
          <ac:inkMkLst>
            <pc:docMk/>
            <pc:sldMk cId="3702654270" sldId="4278"/>
            <ac:inkMk id="30" creationId="{0652CC24-FBF0-EEAD-0382-580B5B5EA47A}"/>
          </ac:inkMkLst>
        </pc:inkChg>
        <pc:inkChg chg="add del">
          <ac:chgData name="Percy Cheng" userId="80d21a9e-6369-43b4-82a5-7a824c783934" providerId="ADAL" clId="{C84E1C63-A3C1-4CE9-AA00-2937A243E433}" dt="2026-09-21T03:08:33.467" v="4207" actId="9405"/>
          <ac:inkMkLst>
            <pc:docMk/>
            <pc:sldMk cId="3702654270" sldId="4278"/>
            <ac:inkMk id="31" creationId="{BED265EA-3E42-A834-D818-1B4044FE0903}"/>
          </ac:inkMkLst>
        </pc:inkChg>
        <pc:inkChg chg="add">
          <ac:chgData name="Percy Cheng" userId="80d21a9e-6369-43b4-82a5-7a824c783934" providerId="ADAL" clId="{C84E1C63-A3C1-4CE9-AA00-2937A243E433}" dt="2026-09-21T03:08:37.177" v="4208" actId="9405"/>
          <ac:inkMkLst>
            <pc:docMk/>
            <pc:sldMk cId="3702654270" sldId="4278"/>
            <ac:inkMk id="32" creationId="{B5F7DCDB-5559-51E8-D4A2-4A270B4CD5E9}"/>
          </ac:inkMkLst>
        </pc:inkChg>
        <pc:inkChg chg="add mod">
          <ac:chgData name="Percy Cheng" userId="80d21a9e-6369-43b4-82a5-7a824c783934" providerId="ADAL" clId="{C84E1C63-A3C1-4CE9-AA00-2937A243E433}" dt="2026-09-21T03:08:48.688" v="4213"/>
          <ac:inkMkLst>
            <pc:docMk/>
            <pc:sldMk cId="3702654270" sldId="4278"/>
            <ac:inkMk id="33" creationId="{1B01BFAC-AECB-3791-A5D2-F03EC6F10F4A}"/>
          </ac:inkMkLst>
        </pc:inkChg>
        <pc:inkChg chg="add del mod">
          <ac:chgData name="Percy Cheng" userId="80d21a9e-6369-43b4-82a5-7a824c783934" providerId="ADAL" clId="{C84E1C63-A3C1-4CE9-AA00-2937A243E433}" dt="2026-09-21T03:08:48.688" v="4213"/>
          <ac:inkMkLst>
            <pc:docMk/>
            <pc:sldMk cId="3702654270" sldId="4278"/>
            <ac:inkMk id="34" creationId="{DC741550-BF14-1004-AF35-4D2382791012}"/>
          </ac:inkMkLst>
        </pc:inkChg>
        <pc:inkChg chg="add mod">
          <ac:chgData name="Percy Cheng" userId="80d21a9e-6369-43b4-82a5-7a824c783934" providerId="ADAL" clId="{C84E1C63-A3C1-4CE9-AA00-2937A243E433}" dt="2026-09-21T03:09:02.244" v="4226"/>
          <ac:inkMkLst>
            <pc:docMk/>
            <pc:sldMk cId="3702654270" sldId="4278"/>
            <ac:inkMk id="36" creationId="{0756D56E-2972-51B6-EF28-0B332AAB5D05}"/>
          </ac:inkMkLst>
        </pc:inkChg>
        <pc:inkChg chg="add mod">
          <ac:chgData name="Percy Cheng" userId="80d21a9e-6369-43b4-82a5-7a824c783934" providerId="ADAL" clId="{C84E1C63-A3C1-4CE9-AA00-2937A243E433}" dt="2026-09-21T03:09:02.244" v="4226"/>
          <ac:inkMkLst>
            <pc:docMk/>
            <pc:sldMk cId="3702654270" sldId="4278"/>
            <ac:inkMk id="37" creationId="{EA742648-787D-24BC-54B6-148727492457}"/>
          </ac:inkMkLst>
        </pc:inkChg>
        <pc:inkChg chg="add mod">
          <ac:chgData name="Percy Cheng" userId="80d21a9e-6369-43b4-82a5-7a824c783934" providerId="ADAL" clId="{C84E1C63-A3C1-4CE9-AA00-2937A243E433}" dt="2026-09-21T03:09:02.244" v="4226"/>
          <ac:inkMkLst>
            <pc:docMk/>
            <pc:sldMk cId="3702654270" sldId="4278"/>
            <ac:inkMk id="39" creationId="{D0D3C4E8-F1D3-EEED-BD3A-7D9C67B30957}"/>
          </ac:inkMkLst>
        </pc:inkChg>
        <pc:inkChg chg="add mod">
          <ac:chgData name="Percy Cheng" userId="80d21a9e-6369-43b4-82a5-7a824c783934" providerId="ADAL" clId="{C84E1C63-A3C1-4CE9-AA00-2937A243E433}" dt="2026-09-21T03:09:02.244" v="4226"/>
          <ac:inkMkLst>
            <pc:docMk/>
            <pc:sldMk cId="3702654270" sldId="4278"/>
            <ac:inkMk id="41" creationId="{CC1C7E6B-D075-B16D-C202-7E6D10916CD1}"/>
          </ac:inkMkLst>
        </pc:inkChg>
        <pc:inkChg chg="add mod">
          <ac:chgData name="Percy Cheng" userId="80d21a9e-6369-43b4-82a5-7a824c783934" providerId="ADAL" clId="{C84E1C63-A3C1-4CE9-AA00-2937A243E433}" dt="2026-09-21T03:09:02.244" v="4226"/>
          <ac:inkMkLst>
            <pc:docMk/>
            <pc:sldMk cId="3702654270" sldId="4278"/>
            <ac:inkMk id="42" creationId="{785321A2-98F1-7B60-4229-63584A488423}"/>
          </ac:inkMkLst>
        </pc:inkChg>
        <pc:inkChg chg="add mod">
          <ac:chgData name="Percy Cheng" userId="80d21a9e-6369-43b4-82a5-7a824c783934" providerId="ADAL" clId="{C84E1C63-A3C1-4CE9-AA00-2937A243E433}" dt="2026-09-21T03:09:02.244" v="4226"/>
          <ac:inkMkLst>
            <pc:docMk/>
            <pc:sldMk cId="3702654270" sldId="4278"/>
            <ac:inkMk id="44" creationId="{06607453-4F87-50D4-210B-2CB99CEEE48F}"/>
          </ac:inkMkLst>
        </pc:inkChg>
        <pc:inkChg chg="add mod">
          <ac:chgData name="Percy Cheng" userId="80d21a9e-6369-43b4-82a5-7a824c783934" providerId="ADAL" clId="{C84E1C63-A3C1-4CE9-AA00-2937A243E433}" dt="2026-09-21T03:09:02.244" v="4226"/>
          <ac:inkMkLst>
            <pc:docMk/>
            <pc:sldMk cId="3702654270" sldId="4278"/>
            <ac:inkMk id="45" creationId="{7E429434-19E5-4FC4-333D-A23FEF386AE6}"/>
          </ac:inkMkLst>
        </pc:inkChg>
        <pc:inkChg chg="add">
          <ac:chgData name="Percy Cheng" userId="80d21a9e-6369-43b4-82a5-7a824c783934" providerId="ADAL" clId="{C84E1C63-A3C1-4CE9-AA00-2937A243E433}" dt="2026-09-21T03:09:00.976" v="4224" actId="9405"/>
          <ac:inkMkLst>
            <pc:docMk/>
            <pc:sldMk cId="3702654270" sldId="4278"/>
            <ac:inkMk id="46" creationId="{47E287D8-3B33-81EF-4517-27731AD81379}"/>
          </ac:inkMkLst>
        </pc:inkChg>
        <pc:inkChg chg="add">
          <ac:chgData name="Percy Cheng" userId="80d21a9e-6369-43b4-82a5-7a824c783934" providerId="ADAL" clId="{C84E1C63-A3C1-4CE9-AA00-2937A243E433}" dt="2026-09-21T03:09:01.710" v="4225" actId="9405"/>
          <ac:inkMkLst>
            <pc:docMk/>
            <pc:sldMk cId="3702654270" sldId="4278"/>
            <ac:inkMk id="47" creationId="{76AF0BC4-9207-5ABD-94C9-218A36D781C9}"/>
          </ac:inkMkLst>
        </pc:inkChg>
        <pc:inkChg chg="add">
          <ac:chgData name="Percy Cheng" userId="80d21a9e-6369-43b4-82a5-7a824c783934" providerId="ADAL" clId="{C84E1C63-A3C1-4CE9-AA00-2937A243E433}" dt="2026-09-21T03:09:02.811" v="4227" actId="9405"/>
          <ac:inkMkLst>
            <pc:docMk/>
            <pc:sldMk cId="3702654270" sldId="4278"/>
            <ac:inkMk id="49" creationId="{07004EFB-6B3C-CB7C-0A70-26E71873F3C3}"/>
          </ac:inkMkLst>
        </pc:inkChg>
        <pc:inkChg chg="add">
          <ac:chgData name="Percy Cheng" userId="80d21a9e-6369-43b4-82a5-7a824c783934" providerId="ADAL" clId="{C84E1C63-A3C1-4CE9-AA00-2937A243E433}" dt="2026-09-21T03:09:03.318" v="4228" actId="9405"/>
          <ac:inkMkLst>
            <pc:docMk/>
            <pc:sldMk cId="3702654270" sldId="4278"/>
            <ac:inkMk id="50" creationId="{8946C11D-30EB-EF71-7D0A-C0E4561484C2}"/>
          </ac:inkMkLst>
        </pc:inkChg>
        <pc:inkChg chg="add">
          <ac:chgData name="Percy Cheng" userId="80d21a9e-6369-43b4-82a5-7a824c783934" providerId="ADAL" clId="{C84E1C63-A3C1-4CE9-AA00-2937A243E433}" dt="2026-09-21T03:09:04.069" v="4229" actId="9405"/>
          <ac:inkMkLst>
            <pc:docMk/>
            <pc:sldMk cId="3702654270" sldId="4278"/>
            <ac:inkMk id="51" creationId="{DB3F34E0-CA9A-596E-E7B8-C58FD41DF713}"/>
          </ac:inkMkLst>
        </pc:inkChg>
        <pc:inkChg chg="add del">
          <ac:chgData name="Percy Cheng" userId="80d21a9e-6369-43b4-82a5-7a824c783934" providerId="ADAL" clId="{C84E1C63-A3C1-4CE9-AA00-2937A243E433}" dt="2026-09-21T03:09:07.603" v="4231" actId="9405"/>
          <ac:inkMkLst>
            <pc:docMk/>
            <pc:sldMk cId="3702654270" sldId="4278"/>
            <ac:inkMk id="52" creationId="{D005027E-AB2C-3D19-299B-636FC3EF7D00}"/>
          </ac:inkMkLst>
        </pc:inkChg>
        <pc:inkChg chg="add del">
          <ac:chgData name="Percy Cheng" userId="80d21a9e-6369-43b4-82a5-7a824c783934" providerId="ADAL" clId="{C84E1C63-A3C1-4CE9-AA00-2937A243E433}" dt="2026-09-21T03:09:12.435" v="4233" actId="9405"/>
          <ac:inkMkLst>
            <pc:docMk/>
            <pc:sldMk cId="3702654270" sldId="4278"/>
            <ac:inkMk id="53" creationId="{28C8ED3E-07F4-0207-ED4C-825D5E3522B5}"/>
          </ac:inkMkLst>
        </pc:inkChg>
        <pc:inkChg chg="add">
          <ac:chgData name="Percy Cheng" userId="80d21a9e-6369-43b4-82a5-7a824c783934" providerId="ADAL" clId="{C84E1C63-A3C1-4CE9-AA00-2937A243E433}" dt="2026-09-21T03:09:15.323" v="4234" actId="9405"/>
          <ac:inkMkLst>
            <pc:docMk/>
            <pc:sldMk cId="3702654270" sldId="4278"/>
            <ac:inkMk id="54" creationId="{5EF2DA6A-DD1C-7212-AB01-3F4B5F755D81}"/>
          </ac:inkMkLst>
        </pc:inkChg>
      </pc:sldChg>
      <pc:sldChg chg="add del">
        <pc:chgData name="Percy Cheng" userId="80d21a9e-6369-43b4-82a5-7a824c783934" providerId="ADAL" clId="{C84E1C63-A3C1-4CE9-AA00-2937A243E433}" dt="2026-09-21T02:48:21.682" v="3892" actId="47"/>
        <pc:sldMkLst>
          <pc:docMk/>
          <pc:sldMk cId="2267366213" sldId="4279"/>
        </pc:sldMkLst>
      </pc:sldChg>
      <pc:sldChg chg="addSp delSp modSp add mod">
        <pc:chgData name="Percy Cheng" userId="80d21a9e-6369-43b4-82a5-7a824c783934" providerId="ADAL" clId="{C84E1C63-A3C1-4CE9-AA00-2937A243E433}" dt="2026-09-21T03:11:09.572" v="4246" actId="115"/>
        <pc:sldMkLst>
          <pc:docMk/>
          <pc:sldMk cId="1470359031" sldId="4280"/>
        </pc:sldMkLst>
        <pc:spChg chg="add mod">
          <ac:chgData name="Percy Cheng" userId="80d21a9e-6369-43b4-82a5-7a824c783934" providerId="ADAL" clId="{C84E1C63-A3C1-4CE9-AA00-2937A243E433}" dt="2026-09-21T02:48:18.699" v="3891" actId="1076"/>
          <ac:spMkLst>
            <pc:docMk/>
            <pc:sldMk cId="1470359031" sldId="4280"/>
            <ac:spMk id="4" creationId="{98C97F1E-132C-0BF9-6905-760685C6BF27}"/>
          </ac:spMkLst>
        </pc:spChg>
        <pc:spChg chg="add mod">
          <ac:chgData name="Percy Cheng" userId="80d21a9e-6369-43b4-82a5-7a824c783934" providerId="ADAL" clId="{C84E1C63-A3C1-4CE9-AA00-2937A243E433}" dt="2026-09-21T03:11:09.572" v="4246" actId="115"/>
          <ac:spMkLst>
            <pc:docMk/>
            <pc:sldMk cId="1470359031" sldId="4280"/>
            <ac:spMk id="6" creationId="{54D2EFDF-3794-3724-A343-26C4A1B34A21}"/>
          </ac:spMkLst>
        </pc:spChg>
        <pc:spChg chg="add del mod ord">
          <ac:chgData name="Percy Cheng" userId="80d21a9e-6369-43b4-82a5-7a824c783934" providerId="ADAL" clId="{C84E1C63-A3C1-4CE9-AA00-2937A243E433}" dt="2026-09-21T03:04:00.348" v="4150" actId="478"/>
          <ac:spMkLst>
            <pc:docMk/>
            <pc:sldMk cId="1470359031" sldId="4280"/>
            <ac:spMk id="8" creationId="{91C3E489-4156-0C7F-CEDF-EEB210DECF91}"/>
          </ac:spMkLst>
        </pc:spChg>
      </pc:sldChg>
      <pc:sldChg chg="addSp delSp modSp add mod ord delAnim modAnim">
        <pc:chgData name="Percy Cheng" userId="80d21a9e-6369-43b4-82a5-7a824c783934" providerId="ADAL" clId="{C84E1C63-A3C1-4CE9-AA00-2937A243E433}" dt="2026-09-22T06:26:35.802" v="4435" actId="113"/>
        <pc:sldMkLst>
          <pc:docMk/>
          <pc:sldMk cId="57132029" sldId="4281"/>
        </pc:sldMkLst>
        <pc:spChg chg="del">
          <ac:chgData name="Percy Cheng" userId="80d21a9e-6369-43b4-82a5-7a824c783934" providerId="ADAL" clId="{C84E1C63-A3C1-4CE9-AA00-2937A243E433}" dt="2026-09-21T03:13:43.643" v="4256" actId="478"/>
          <ac:spMkLst>
            <pc:docMk/>
            <pc:sldMk cId="57132029" sldId="4281"/>
            <ac:spMk id="12" creationId="{CB4F0AE1-A6AF-0938-505F-8A73D9A821F2}"/>
          </ac:spMkLst>
        </pc:spChg>
        <pc:spChg chg="add mod">
          <ac:chgData name="Percy Cheng" userId="80d21a9e-6369-43b4-82a5-7a824c783934" providerId="ADAL" clId="{C84E1C63-A3C1-4CE9-AA00-2937A243E433}" dt="2026-09-21T03:13:41.144" v="4255" actId="207"/>
          <ac:spMkLst>
            <pc:docMk/>
            <pc:sldMk cId="57132029" sldId="4281"/>
            <ac:spMk id="13" creationId="{80E29A98-1E17-2E3A-0397-A630A199D6B0}"/>
          </ac:spMkLst>
        </pc:spChg>
        <pc:spChg chg="add mod">
          <ac:chgData name="Percy Cheng" userId="80d21a9e-6369-43b4-82a5-7a824c783934" providerId="ADAL" clId="{C84E1C63-A3C1-4CE9-AA00-2937A243E433}" dt="2026-09-22T06:26:35.802" v="4435" actId="113"/>
          <ac:spMkLst>
            <pc:docMk/>
            <pc:sldMk cId="57132029" sldId="4281"/>
            <ac:spMk id="20" creationId="{39B7E472-C633-A5BB-B253-131DF6A82E20}"/>
          </ac:spMkLst>
        </pc:spChg>
        <pc:spChg chg="del mod">
          <ac:chgData name="Percy Cheng" userId="80d21a9e-6369-43b4-82a5-7a824c783934" providerId="ADAL" clId="{C84E1C63-A3C1-4CE9-AA00-2937A243E433}" dt="2026-09-21T03:20:19.548" v="4272" actId="478"/>
          <ac:spMkLst>
            <pc:docMk/>
            <pc:sldMk cId="57132029" sldId="4281"/>
            <ac:spMk id="27" creationId="{F9BB9CE0-CF1D-35FE-2582-2F7F2D8C3853}"/>
          </ac:spMkLst>
        </pc:spChg>
        <pc:grpChg chg="del">
          <ac:chgData name="Percy Cheng" userId="80d21a9e-6369-43b4-82a5-7a824c783934" providerId="ADAL" clId="{C84E1C63-A3C1-4CE9-AA00-2937A243E433}" dt="2026-09-21T03:20:18.351" v="4270" actId="478"/>
          <ac:grpSpMkLst>
            <pc:docMk/>
            <pc:sldMk cId="57132029" sldId="4281"/>
            <ac:grpSpMk id="26" creationId="{F93A55DB-4F5F-5A45-511C-AAC451AB5E73}"/>
          </ac:grpSpMkLst>
        </pc:grpChg>
        <pc:picChg chg="del">
          <ac:chgData name="Percy Cheng" userId="80d21a9e-6369-43b4-82a5-7a824c783934" providerId="ADAL" clId="{C84E1C63-A3C1-4CE9-AA00-2937A243E433}" dt="2026-09-21T03:20:26.478" v="4273" actId="478"/>
          <ac:picMkLst>
            <pc:docMk/>
            <pc:sldMk cId="57132029" sldId="4281"/>
            <ac:picMk id="14" creationId="{DB775E56-D8D3-C406-FCC8-F15ECA15A641}"/>
          </ac:picMkLst>
        </pc:picChg>
        <pc:picChg chg="del">
          <ac:chgData name="Percy Cheng" userId="80d21a9e-6369-43b4-82a5-7a824c783934" providerId="ADAL" clId="{C84E1C63-A3C1-4CE9-AA00-2937A243E433}" dt="2026-09-21T03:20:27.061" v="4274" actId="478"/>
          <ac:picMkLst>
            <pc:docMk/>
            <pc:sldMk cId="57132029" sldId="4281"/>
            <ac:picMk id="15" creationId="{07BA11DC-C631-8E07-8304-A219CB1D3A26}"/>
          </ac:picMkLst>
        </pc:picChg>
        <pc:picChg chg="del">
          <ac:chgData name="Percy Cheng" userId="80d21a9e-6369-43b4-82a5-7a824c783934" providerId="ADAL" clId="{C84E1C63-A3C1-4CE9-AA00-2937A243E433}" dt="2026-09-21T03:20:27.455" v="4275" actId="478"/>
          <ac:picMkLst>
            <pc:docMk/>
            <pc:sldMk cId="57132029" sldId="4281"/>
            <ac:picMk id="16" creationId="{66257305-41BE-6AF4-CC10-DC43732EF601}"/>
          </ac:picMkLst>
        </pc:picChg>
        <pc:picChg chg="del">
          <ac:chgData name="Percy Cheng" userId="80d21a9e-6369-43b4-82a5-7a824c783934" providerId="ADAL" clId="{C84E1C63-A3C1-4CE9-AA00-2937A243E433}" dt="2026-09-21T03:20:28.175" v="4276" actId="478"/>
          <ac:picMkLst>
            <pc:docMk/>
            <pc:sldMk cId="57132029" sldId="4281"/>
            <ac:picMk id="17" creationId="{2F20909B-494B-E78A-0882-24641BA8C1B8}"/>
          </ac:picMkLst>
        </pc:picChg>
      </pc:sldChg>
      <pc:sldChg chg="add del setBg">
        <pc:chgData name="Percy Cheng" userId="80d21a9e-6369-43b4-82a5-7a824c783934" providerId="ADAL" clId="{C84E1C63-A3C1-4CE9-AA00-2937A243E433}" dt="2026-09-21T03:13:09.530" v="4248"/>
        <pc:sldMkLst>
          <pc:docMk/>
          <pc:sldMk cId="2904121567" sldId="4281"/>
        </pc:sldMkLst>
      </pc:sldChg>
      <pc:sldChg chg="add del setBg">
        <pc:chgData name="Percy Cheng" userId="80d21a9e-6369-43b4-82a5-7a824c783934" providerId="ADAL" clId="{C84E1C63-A3C1-4CE9-AA00-2937A243E433}" dt="2026-09-21T03:14:19.852" v="4265"/>
        <pc:sldMkLst>
          <pc:docMk/>
          <pc:sldMk cId="2326704010" sldId="4282"/>
        </pc:sldMkLst>
      </pc:sldChg>
      <pc:sldChg chg="delSp modSp add mod">
        <pc:chgData name="Percy Cheng" userId="80d21a9e-6369-43b4-82a5-7a824c783934" providerId="ADAL" clId="{C84E1C63-A3C1-4CE9-AA00-2937A243E433}" dt="2026-09-22T06:26:39.864" v="4436" actId="113"/>
        <pc:sldMkLst>
          <pc:docMk/>
          <pc:sldMk cId="2894724972" sldId="4282"/>
        </pc:sldMkLst>
        <pc:spChg chg="mod">
          <ac:chgData name="Percy Cheng" userId="80d21a9e-6369-43b4-82a5-7a824c783934" providerId="ADAL" clId="{C84E1C63-A3C1-4CE9-AA00-2937A243E433}" dt="2026-09-22T06:26:39.864" v="4436" actId="113"/>
          <ac:spMkLst>
            <pc:docMk/>
            <pc:sldMk cId="2894724972" sldId="4282"/>
            <ac:spMk id="20" creationId="{A192AD8B-2B34-6351-146A-4074F513FBD8}"/>
          </ac:spMkLst>
        </pc:spChg>
        <pc:spChg chg="del">
          <ac:chgData name="Percy Cheng" userId="80d21a9e-6369-43b4-82a5-7a824c783934" providerId="ADAL" clId="{C84E1C63-A3C1-4CE9-AA00-2937A243E433}" dt="2026-09-21T03:20:32.301" v="4278" actId="478"/>
          <ac:spMkLst>
            <pc:docMk/>
            <pc:sldMk cId="2894724972" sldId="4282"/>
            <ac:spMk id="27" creationId="{E01AEB68-044D-0DCA-6E45-765FE6C425B7}"/>
          </ac:spMkLst>
        </pc:spChg>
        <pc:grpChg chg="del">
          <ac:chgData name="Percy Cheng" userId="80d21a9e-6369-43b4-82a5-7a824c783934" providerId="ADAL" clId="{C84E1C63-A3C1-4CE9-AA00-2937A243E433}" dt="2026-09-21T03:20:30.518" v="4277" actId="478"/>
          <ac:grpSpMkLst>
            <pc:docMk/>
            <pc:sldMk cId="2894724972" sldId="4282"/>
            <ac:grpSpMk id="26" creationId="{20AF1534-54F7-C9B2-E479-4AC8B4B3E529}"/>
          </ac:grpSpMkLst>
        </pc:grpChg>
      </pc:sldChg>
      <pc:sldChg chg="modSp add mod">
        <pc:chgData name="Percy Cheng" userId="80d21a9e-6369-43b4-82a5-7a824c783934" providerId="ADAL" clId="{C84E1C63-A3C1-4CE9-AA00-2937A243E433}" dt="2026-09-22T06:26:42.503" v="4437" actId="113"/>
        <pc:sldMkLst>
          <pc:docMk/>
          <pc:sldMk cId="2411391561" sldId="4283"/>
        </pc:sldMkLst>
        <pc:spChg chg="mod">
          <ac:chgData name="Percy Cheng" userId="80d21a9e-6369-43b4-82a5-7a824c783934" providerId="ADAL" clId="{C84E1C63-A3C1-4CE9-AA00-2937A243E433}" dt="2026-09-22T06:26:42.503" v="4437" actId="113"/>
          <ac:spMkLst>
            <pc:docMk/>
            <pc:sldMk cId="2411391561" sldId="4283"/>
            <ac:spMk id="20" creationId="{31840832-8001-15D5-E698-B6DD86F90F79}"/>
          </ac:spMkLst>
        </pc:spChg>
        <pc:spChg chg="mod">
          <ac:chgData name="Percy Cheng" userId="80d21a9e-6369-43b4-82a5-7a824c783934" providerId="ADAL" clId="{C84E1C63-A3C1-4CE9-AA00-2937A243E433}" dt="2026-09-21T03:31:33.364" v="4305" actId="1076"/>
          <ac:spMkLst>
            <pc:docMk/>
            <pc:sldMk cId="2411391561" sldId="4283"/>
            <ac:spMk id="27" creationId="{BB0221C3-E62B-56FE-C9CD-E8006D035717}"/>
          </ac:spMkLst>
        </pc:spChg>
        <pc:grpChg chg="mod">
          <ac:chgData name="Percy Cheng" userId="80d21a9e-6369-43b4-82a5-7a824c783934" providerId="ADAL" clId="{C84E1C63-A3C1-4CE9-AA00-2937A243E433}" dt="2026-09-21T03:31:31.824" v="4304" actId="1076"/>
          <ac:grpSpMkLst>
            <pc:docMk/>
            <pc:sldMk cId="2411391561" sldId="4283"/>
            <ac:grpSpMk id="26" creationId="{89A8B57F-3BA2-B967-2B8E-6F6DAED4429B}"/>
          </ac:grpSpMkLst>
        </pc:grpChg>
      </pc:sldChg>
      <pc:sldChg chg="add del setBg">
        <pc:chgData name="Percy Cheng" userId="80d21a9e-6369-43b4-82a5-7a824c783934" providerId="ADAL" clId="{C84E1C63-A3C1-4CE9-AA00-2937A243E433}" dt="2026-09-21T03:14:23.596" v="4268"/>
        <pc:sldMkLst>
          <pc:docMk/>
          <pc:sldMk cId="3273722571" sldId="4283"/>
        </pc:sldMkLst>
      </pc:sldChg>
      <pc:sldChg chg="add del setBg">
        <pc:chgData name="Percy Cheng" userId="80d21a9e-6369-43b4-82a5-7a824c783934" providerId="ADAL" clId="{C84E1C63-A3C1-4CE9-AA00-2937A243E433}" dt="2026-09-21T03:32:46.060" v="4322"/>
        <pc:sldMkLst>
          <pc:docMk/>
          <pc:sldMk cId="162039420" sldId="4284"/>
        </pc:sldMkLst>
      </pc:sldChg>
      <pc:sldChg chg="addSp delSp modSp add mod delAnim modAnim">
        <pc:chgData name="Percy Cheng" userId="80d21a9e-6369-43b4-82a5-7a824c783934" providerId="ADAL" clId="{C84E1C63-A3C1-4CE9-AA00-2937A243E433}" dt="2026-09-22T06:27:04.614" v="4442" actId="207"/>
        <pc:sldMkLst>
          <pc:docMk/>
          <pc:sldMk cId="1571750038" sldId="4284"/>
        </pc:sldMkLst>
        <pc:spChg chg="mod">
          <ac:chgData name="Percy Cheng" userId="80d21a9e-6369-43b4-82a5-7a824c783934" providerId="ADAL" clId="{C84E1C63-A3C1-4CE9-AA00-2937A243E433}" dt="2026-09-21T03:36:29.939" v="4413" actId="1076"/>
          <ac:spMkLst>
            <pc:docMk/>
            <pc:sldMk cId="1571750038" sldId="4284"/>
            <ac:spMk id="2" creationId="{A3371D3A-28BD-980F-7B70-52EE6FFFAD8D}"/>
          </ac:spMkLst>
        </pc:spChg>
        <pc:spChg chg="del mod topLvl">
          <ac:chgData name="Percy Cheng" userId="80d21a9e-6369-43b4-82a5-7a824c783934" providerId="ADAL" clId="{C84E1C63-A3C1-4CE9-AA00-2937A243E433}" dt="2026-09-21T03:33:19.374" v="4338" actId="478"/>
          <ac:spMkLst>
            <pc:docMk/>
            <pc:sldMk cId="1571750038" sldId="4284"/>
            <ac:spMk id="3" creationId="{230F2BD1-0DFF-A9E5-0F3E-D5CA1D3F5C5C}"/>
          </ac:spMkLst>
        </pc:spChg>
        <pc:spChg chg="mod">
          <ac:chgData name="Percy Cheng" userId="80d21a9e-6369-43b4-82a5-7a824c783934" providerId="ADAL" clId="{C84E1C63-A3C1-4CE9-AA00-2937A243E433}" dt="2026-09-21T03:34:02.716" v="4361"/>
          <ac:spMkLst>
            <pc:docMk/>
            <pc:sldMk cId="1571750038" sldId="4284"/>
            <ac:spMk id="12" creationId="{BFBE362C-AEF1-9DD5-610A-ABCE938E81DD}"/>
          </ac:spMkLst>
        </pc:spChg>
        <pc:spChg chg="mod">
          <ac:chgData name="Percy Cheng" userId="80d21a9e-6369-43b4-82a5-7a824c783934" providerId="ADAL" clId="{C84E1C63-A3C1-4CE9-AA00-2937A243E433}" dt="2026-09-21T03:34:02.716" v="4361"/>
          <ac:spMkLst>
            <pc:docMk/>
            <pc:sldMk cId="1571750038" sldId="4284"/>
            <ac:spMk id="18" creationId="{EB16AD67-F6B4-E81C-3867-66EB701FA286}"/>
          </ac:spMkLst>
        </pc:spChg>
        <pc:spChg chg="del">
          <ac:chgData name="Percy Cheng" userId="80d21a9e-6369-43b4-82a5-7a824c783934" providerId="ADAL" clId="{C84E1C63-A3C1-4CE9-AA00-2937A243E433}" dt="2026-09-21T03:32:49.805" v="4324" actId="478"/>
          <ac:spMkLst>
            <pc:docMk/>
            <pc:sldMk cId="1571750038" sldId="4284"/>
            <ac:spMk id="20" creationId="{F924264E-6243-8D2A-04D3-139D980F267B}"/>
          </ac:spMkLst>
        </pc:spChg>
        <pc:spChg chg="mod">
          <ac:chgData name="Percy Cheng" userId="80d21a9e-6369-43b4-82a5-7a824c783934" providerId="ADAL" clId="{C84E1C63-A3C1-4CE9-AA00-2937A243E433}" dt="2026-09-21T03:34:02.716" v="4361"/>
          <ac:spMkLst>
            <pc:docMk/>
            <pc:sldMk cId="1571750038" sldId="4284"/>
            <ac:spMk id="22" creationId="{7200431E-84B7-F166-BAAC-A4536132E5EE}"/>
          </ac:spMkLst>
        </pc:spChg>
        <pc:spChg chg="mod">
          <ac:chgData name="Percy Cheng" userId="80d21a9e-6369-43b4-82a5-7a824c783934" providerId="ADAL" clId="{C84E1C63-A3C1-4CE9-AA00-2937A243E433}" dt="2026-09-21T03:34:02.716" v="4361"/>
          <ac:spMkLst>
            <pc:docMk/>
            <pc:sldMk cId="1571750038" sldId="4284"/>
            <ac:spMk id="24" creationId="{9959012A-7181-7959-E629-D64A7844D847}"/>
          </ac:spMkLst>
        </pc:spChg>
        <pc:spChg chg="del">
          <ac:chgData name="Percy Cheng" userId="80d21a9e-6369-43b4-82a5-7a824c783934" providerId="ADAL" clId="{C84E1C63-A3C1-4CE9-AA00-2937A243E433}" dt="2026-09-21T03:32:58.925" v="4329" actId="478"/>
          <ac:spMkLst>
            <pc:docMk/>
            <pc:sldMk cId="1571750038" sldId="4284"/>
            <ac:spMk id="27" creationId="{50F510FF-4234-B2BF-7ED8-F88D8526E8B3}"/>
          </ac:spMkLst>
        </pc:spChg>
        <pc:spChg chg="mod">
          <ac:chgData name="Percy Cheng" userId="80d21a9e-6369-43b4-82a5-7a824c783934" providerId="ADAL" clId="{C84E1C63-A3C1-4CE9-AA00-2937A243E433}" dt="2026-09-21T03:34:02.716" v="4361"/>
          <ac:spMkLst>
            <pc:docMk/>
            <pc:sldMk cId="1571750038" sldId="4284"/>
            <ac:spMk id="30" creationId="{6B967C95-68D0-3BFB-8157-9431490305EB}"/>
          </ac:spMkLst>
        </pc:spChg>
        <pc:spChg chg="add mod">
          <ac:chgData name="Percy Cheng" userId="80d21a9e-6369-43b4-82a5-7a824c783934" providerId="ADAL" clId="{C84E1C63-A3C1-4CE9-AA00-2937A243E433}" dt="2026-09-21T03:36:23.802" v="4409" actId="1076"/>
          <ac:spMkLst>
            <pc:docMk/>
            <pc:sldMk cId="1571750038" sldId="4284"/>
            <ac:spMk id="35" creationId="{20431A56-1F4E-80FB-1735-161A8DE0A695}"/>
          </ac:spMkLst>
        </pc:spChg>
        <pc:spChg chg="add mod">
          <ac:chgData name="Percy Cheng" userId="80d21a9e-6369-43b4-82a5-7a824c783934" providerId="ADAL" clId="{C84E1C63-A3C1-4CE9-AA00-2937A243E433}" dt="2026-09-21T03:35:46.907" v="4396" actId="1076"/>
          <ac:spMkLst>
            <pc:docMk/>
            <pc:sldMk cId="1571750038" sldId="4284"/>
            <ac:spMk id="39" creationId="{FD239786-3616-CB6A-3A0F-B3E2D8A6935B}"/>
          </ac:spMkLst>
        </pc:spChg>
        <pc:spChg chg="add mod">
          <ac:chgData name="Percy Cheng" userId="80d21a9e-6369-43b4-82a5-7a824c783934" providerId="ADAL" clId="{C84E1C63-A3C1-4CE9-AA00-2937A243E433}" dt="2026-09-22T06:27:04.614" v="4442" actId="207"/>
          <ac:spMkLst>
            <pc:docMk/>
            <pc:sldMk cId="1571750038" sldId="4284"/>
            <ac:spMk id="41" creationId="{D48DF8FC-2EE7-514F-111C-359FFF7DA6B2}"/>
          </ac:spMkLst>
        </pc:spChg>
        <pc:grpChg chg="add mod">
          <ac:chgData name="Percy Cheng" userId="80d21a9e-6369-43b4-82a5-7a824c783934" providerId="ADAL" clId="{C84E1C63-A3C1-4CE9-AA00-2937A243E433}" dt="2026-09-21T03:34:13.530" v="4365" actId="14100"/>
          <ac:grpSpMkLst>
            <pc:docMk/>
            <pc:sldMk cId="1571750038" sldId="4284"/>
            <ac:grpSpMk id="6" creationId="{3848828F-07D2-C7D7-DD3E-12A03F3238DE}"/>
          </ac:grpSpMkLst>
        </pc:grpChg>
        <pc:grpChg chg="del">
          <ac:chgData name="Percy Cheng" userId="80d21a9e-6369-43b4-82a5-7a824c783934" providerId="ADAL" clId="{C84E1C63-A3C1-4CE9-AA00-2937A243E433}" dt="2026-09-21T03:32:54.768" v="4325" actId="478"/>
          <ac:grpSpMkLst>
            <pc:docMk/>
            <pc:sldMk cId="1571750038" sldId="4284"/>
            <ac:grpSpMk id="26" creationId="{EF4E90FE-BD3E-6D98-F529-A48541EF9B06}"/>
          </ac:grpSpMkLst>
        </pc:grpChg>
        <pc:grpChg chg="del mod">
          <ac:chgData name="Percy Cheng" userId="80d21a9e-6369-43b4-82a5-7a824c783934" providerId="ADAL" clId="{C84E1C63-A3C1-4CE9-AA00-2937A243E433}" dt="2026-09-21T03:33:17.826" v="4336" actId="165"/>
          <ac:grpSpMkLst>
            <pc:docMk/>
            <pc:sldMk cId="1571750038" sldId="4284"/>
            <ac:grpSpMk id="28" creationId="{CA31871B-7CAE-A64E-1F6A-87A496F8C3A1}"/>
          </ac:grpSpMkLst>
        </pc:grpChg>
        <pc:grpChg chg="add del">
          <ac:chgData name="Percy Cheng" userId="80d21a9e-6369-43b4-82a5-7a824c783934" providerId="ADAL" clId="{C84E1C63-A3C1-4CE9-AA00-2937A243E433}" dt="2026-09-21T03:33:02.596" v="4331" actId="478"/>
          <ac:grpSpMkLst>
            <pc:docMk/>
            <pc:sldMk cId="1571750038" sldId="4284"/>
            <ac:grpSpMk id="33" creationId="{1F14693F-705B-8436-BD94-78A25146C357}"/>
          </ac:grpSpMkLst>
        </pc:grpChg>
        <pc:picChg chg="mod topLvl">
          <ac:chgData name="Percy Cheng" userId="80d21a9e-6369-43b4-82a5-7a824c783934" providerId="ADAL" clId="{C84E1C63-A3C1-4CE9-AA00-2937A243E433}" dt="2026-09-21T03:33:35.465" v="4349" actId="1076"/>
          <ac:picMkLst>
            <pc:docMk/>
            <pc:sldMk cId="1571750038" sldId="4284"/>
            <ac:picMk id="5" creationId="{FF6C884D-6D35-DD7F-BB0E-F583748FF943}"/>
          </ac:picMkLst>
        </pc:picChg>
        <pc:picChg chg="mod topLvl">
          <ac:chgData name="Percy Cheng" userId="80d21a9e-6369-43b4-82a5-7a824c783934" providerId="ADAL" clId="{C84E1C63-A3C1-4CE9-AA00-2937A243E433}" dt="2026-09-21T03:33:24.708" v="4340" actId="1076"/>
          <ac:picMkLst>
            <pc:docMk/>
            <pc:sldMk cId="1571750038" sldId="4284"/>
            <ac:picMk id="7" creationId="{000749A9-CB88-43CD-9684-B9D1B4748860}"/>
          </ac:picMkLst>
        </pc:picChg>
        <pc:picChg chg="mod topLvl">
          <ac:chgData name="Percy Cheng" userId="80d21a9e-6369-43b4-82a5-7a824c783934" providerId="ADAL" clId="{C84E1C63-A3C1-4CE9-AA00-2937A243E433}" dt="2026-09-21T03:33:28.247" v="4343" actId="1076"/>
          <ac:picMkLst>
            <pc:docMk/>
            <pc:sldMk cId="1571750038" sldId="4284"/>
            <ac:picMk id="8" creationId="{C3DE696D-F134-F7A3-4350-A0065511E4A9}"/>
          </ac:picMkLst>
        </pc:picChg>
        <pc:picChg chg="mod topLvl">
          <ac:chgData name="Percy Cheng" userId="80d21a9e-6369-43b4-82a5-7a824c783934" providerId="ADAL" clId="{C84E1C63-A3C1-4CE9-AA00-2937A243E433}" dt="2026-09-21T03:33:50.377" v="4359" actId="1076"/>
          <ac:picMkLst>
            <pc:docMk/>
            <pc:sldMk cId="1571750038" sldId="4284"/>
            <ac:picMk id="9" creationId="{F6130896-B53F-E2B8-2861-C32DBC811CDA}"/>
          </ac:picMkLst>
        </pc:picChg>
        <pc:picChg chg="mod topLvl">
          <ac:chgData name="Percy Cheng" userId="80d21a9e-6369-43b4-82a5-7a824c783934" providerId="ADAL" clId="{C84E1C63-A3C1-4CE9-AA00-2937A243E433}" dt="2026-09-21T03:33:36.869" v="4350" actId="1076"/>
          <ac:picMkLst>
            <pc:docMk/>
            <pc:sldMk cId="1571750038" sldId="4284"/>
            <ac:picMk id="10" creationId="{E652FD59-3D14-0579-72D6-59CD3FFF47A5}"/>
          </ac:picMkLst>
        </pc:picChg>
        <pc:picChg chg="mod topLvl">
          <ac:chgData name="Percy Cheng" userId="80d21a9e-6369-43b4-82a5-7a824c783934" providerId="ADAL" clId="{C84E1C63-A3C1-4CE9-AA00-2937A243E433}" dt="2026-09-21T03:33:44.180" v="4355" actId="1076"/>
          <ac:picMkLst>
            <pc:docMk/>
            <pc:sldMk cId="1571750038" sldId="4284"/>
            <ac:picMk id="11" creationId="{6F18D2AB-3151-5553-7F4A-5A34A13D8464}"/>
          </ac:picMkLst>
        </pc:picChg>
        <pc:picChg chg="del">
          <ac:chgData name="Percy Cheng" userId="80d21a9e-6369-43b4-82a5-7a824c783934" providerId="ADAL" clId="{C84E1C63-A3C1-4CE9-AA00-2937A243E433}" dt="2026-09-21T03:32:55.239" v="4326" actId="478"/>
          <ac:picMkLst>
            <pc:docMk/>
            <pc:sldMk cId="1571750038" sldId="4284"/>
            <ac:picMk id="14" creationId="{A6DA0FF6-3B4C-0CEC-646F-F3E65C2DC283}"/>
          </ac:picMkLst>
        </pc:picChg>
        <pc:picChg chg="add del mod">
          <ac:chgData name="Percy Cheng" userId="80d21a9e-6369-43b4-82a5-7a824c783934" providerId="ADAL" clId="{C84E1C63-A3C1-4CE9-AA00-2937A243E433}" dt="2026-09-21T03:33:56.309" v="4360" actId="1076"/>
          <ac:picMkLst>
            <pc:docMk/>
            <pc:sldMk cId="1571750038" sldId="4284"/>
            <ac:picMk id="15" creationId="{8911D0FB-3311-5B61-C5E2-CCF6A0CBC820}"/>
          </ac:picMkLst>
        </pc:picChg>
        <pc:picChg chg="mod">
          <ac:chgData name="Percy Cheng" userId="80d21a9e-6369-43b4-82a5-7a824c783934" providerId="ADAL" clId="{C84E1C63-A3C1-4CE9-AA00-2937A243E433}" dt="2026-09-21T03:33:56.309" v="4360" actId="1076"/>
          <ac:picMkLst>
            <pc:docMk/>
            <pc:sldMk cId="1571750038" sldId="4284"/>
            <ac:picMk id="16" creationId="{3DA3B21D-0FC2-2738-73A6-31A3032A7C2E}"/>
          </ac:picMkLst>
        </pc:picChg>
        <pc:picChg chg="mod">
          <ac:chgData name="Percy Cheng" userId="80d21a9e-6369-43b4-82a5-7a824c783934" providerId="ADAL" clId="{C84E1C63-A3C1-4CE9-AA00-2937A243E433}" dt="2026-09-21T03:33:56.309" v="4360" actId="1076"/>
          <ac:picMkLst>
            <pc:docMk/>
            <pc:sldMk cId="1571750038" sldId="4284"/>
            <ac:picMk id="17" creationId="{875E11BA-074F-B086-840B-EDE3C8059F2B}"/>
          </ac:picMkLst>
        </pc:picChg>
        <pc:picChg chg="mod topLvl">
          <ac:chgData name="Percy Cheng" userId="80d21a9e-6369-43b4-82a5-7a824c783934" providerId="ADAL" clId="{C84E1C63-A3C1-4CE9-AA00-2937A243E433}" dt="2026-09-21T03:33:45.763" v="4356" actId="1076"/>
          <ac:picMkLst>
            <pc:docMk/>
            <pc:sldMk cId="1571750038" sldId="4284"/>
            <ac:picMk id="29" creationId="{AA41A967-CA15-5A55-1149-31289A417592}"/>
          </ac:picMkLst>
        </pc:picChg>
        <pc:picChg chg="mod topLvl">
          <ac:chgData name="Percy Cheng" userId="80d21a9e-6369-43b4-82a5-7a824c783934" providerId="ADAL" clId="{C84E1C63-A3C1-4CE9-AA00-2937A243E433}" dt="2026-09-21T03:33:48.477" v="4358" actId="1076"/>
          <ac:picMkLst>
            <pc:docMk/>
            <pc:sldMk cId="1571750038" sldId="4284"/>
            <ac:picMk id="31" creationId="{E4D245B8-2FBF-F8C0-4BEC-CA6BB19CACC4}"/>
          </ac:picMkLst>
        </pc:picChg>
        <pc:picChg chg="mod topLvl">
          <ac:chgData name="Percy Cheng" userId="80d21a9e-6369-43b4-82a5-7a824c783934" providerId="ADAL" clId="{C84E1C63-A3C1-4CE9-AA00-2937A243E433}" dt="2026-09-21T03:33:46.788" v="4357" actId="1076"/>
          <ac:picMkLst>
            <pc:docMk/>
            <pc:sldMk cId="1571750038" sldId="4284"/>
            <ac:picMk id="32" creationId="{A36404F7-09EA-19AA-F929-46EEFB8DC765}"/>
          </ac:picMkLst>
        </pc:picChg>
        <pc:picChg chg="add mod modCrop">
          <ac:chgData name="Percy Cheng" userId="80d21a9e-6369-43b4-82a5-7a824c783934" providerId="ADAL" clId="{C84E1C63-A3C1-4CE9-AA00-2937A243E433}" dt="2026-09-21T03:36:27.447" v="4411" actId="1076"/>
          <ac:picMkLst>
            <pc:docMk/>
            <pc:sldMk cId="1571750038" sldId="4284"/>
            <ac:picMk id="37" creationId="{4A429347-8A8C-3173-D2FF-32699CF890D5}"/>
          </ac:picMkLst>
        </pc:picChg>
      </pc:sldChg>
    </pc:docChg>
  </pc:docChgLst>
  <pc:docChgLst>
    <pc:chgData name="Percy Cheng" userId="80d21a9e-6369-43b4-82a5-7a824c783934" providerId="ADAL" clId="{73465DDD-1BA9-44A0-A1ED-3FC404E5F03F}"/>
    <pc:docChg chg="undo custSel modSld">
      <pc:chgData name="Percy Cheng" userId="80d21a9e-6369-43b4-82a5-7a824c783934" providerId="ADAL" clId="{73465DDD-1BA9-44A0-A1ED-3FC404E5F03F}" dt="2026-09-17T10:55:41.777" v="121" actId="478"/>
      <pc:docMkLst>
        <pc:docMk/>
      </pc:docMkLst>
      <pc:sldChg chg="modSp mod modNotesTx">
        <pc:chgData name="Percy Cheng" userId="80d21a9e-6369-43b4-82a5-7a824c783934" providerId="ADAL" clId="{73465DDD-1BA9-44A0-A1ED-3FC404E5F03F}" dt="2026-09-17T04:46:01.794" v="63" actId="20577"/>
        <pc:sldMkLst>
          <pc:docMk/>
          <pc:sldMk cId="2693139306" sldId="366"/>
        </pc:sldMkLst>
        <pc:spChg chg="mod">
          <ac:chgData name="Percy Cheng" userId="80d21a9e-6369-43b4-82a5-7a824c783934" providerId="ADAL" clId="{73465DDD-1BA9-44A0-A1ED-3FC404E5F03F}" dt="2026-09-17T04:33:53.356" v="43" actId="20577"/>
          <ac:spMkLst>
            <pc:docMk/>
            <pc:sldMk cId="2693139306" sldId="366"/>
            <ac:spMk id="7" creationId="{2A3BBA6A-E059-FC5C-424E-2DBC67E9874F}"/>
          </ac:spMkLst>
        </pc:spChg>
      </pc:sldChg>
      <pc:sldChg chg="addSp modSp mod modNotesTx">
        <pc:chgData name="Percy Cheng" userId="80d21a9e-6369-43b4-82a5-7a824c783934" providerId="ADAL" clId="{73465DDD-1BA9-44A0-A1ED-3FC404E5F03F}" dt="2026-09-17T04:46:06.247" v="64" actId="20577"/>
        <pc:sldMkLst>
          <pc:docMk/>
          <pc:sldMk cId="2727976472" sldId="367"/>
        </pc:sldMkLst>
        <pc:spChg chg="mod">
          <ac:chgData name="Percy Cheng" userId="80d21a9e-6369-43b4-82a5-7a824c783934" providerId="ADAL" clId="{73465DDD-1BA9-44A0-A1ED-3FC404E5F03F}" dt="2026-09-17T04:44:11.408" v="59" actId="2711"/>
          <ac:spMkLst>
            <pc:docMk/>
            <pc:sldMk cId="2727976472" sldId="367"/>
            <ac:spMk id="2" creationId="{16A0F2B7-EA64-6493-6006-91861835AB72}"/>
          </ac:spMkLst>
        </pc:spChg>
        <pc:spChg chg="mod">
          <ac:chgData name="Percy Cheng" userId="80d21a9e-6369-43b4-82a5-7a824c783934" providerId="ADAL" clId="{73465DDD-1BA9-44A0-A1ED-3FC404E5F03F}" dt="2026-09-17T04:44:21.165" v="60" actId="2711"/>
          <ac:spMkLst>
            <pc:docMk/>
            <pc:sldMk cId="2727976472" sldId="367"/>
            <ac:spMk id="4" creationId="{AD5BA17B-9AEF-496B-F6D7-1D3DBD6DF3D3}"/>
          </ac:spMkLst>
        </pc:spChg>
        <pc:spChg chg="add mod">
          <ac:chgData name="Percy Cheng" userId="80d21a9e-6369-43b4-82a5-7a824c783934" providerId="ADAL" clId="{73465DDD-1BA9-44A0-A1ED-3FC404E5F03F}" dt="2026-09-17T04:44:21.165" v="60" actId="2711"/>
          <ac:spMkLst>
            <pc:docMk/>
            <pc:sldMk cId="2727976472" sldId="367"/>
            <ac:spMk id="8" creationId="{B96D6F79-BBC6-551D-C621-9C392C8B4668}"/>
          </ac:spMkLst>
        </pc:spChg>
        <pc:picChg chg="mod modCrop">
          <ac:chgData name="Percy Cheng" userId="80d21a9e-6369-43b4-82a5-7a824c783934" providerId="ADAL" clId="{73465DDD-1BA9-44A0-A1ED-3FC404E5F03F}" dt="2026-09-17T04:43:39.022" v="52" actId="1076"/>
          <ac:picMkLst>
            <pc:docMk/>
            <pc:sldMk cId="2727976472" sldId="367"/>
            <ac:picMk id="3" creationId="{FB7765F3-915C-A762-22F9-CDB8AB10CB10}"/>
          </ac:picMkLst>
        </pc:picChg>
        <pc:picChg chg="add mod">
          <ac:chgData name="Percy Cheng" userId="80d21a9e-6369-43b4-82a5-7a824c783934" providerId="ADAL" clId="{73465DDD-1BA9-44A0-A1ED-3FC404E5F03F}" dt="2026-09-17T04:43:24.826" v="47" actId="14100"/>
          <ac:picMkLst>
            <pc:docMk/>
            <pc:sldMk cId="2727976472" sldId="367"/>
            <ac:picMk id="6" creationId="{DADE06E1-FCCD-FA8C-D1A1-A96DA93B53BB}"/>
          </ac:picMkLst>
        </pc:picChg>
      </pc:sldChg>
      <pc:sldChg chg="addSp delSp modSp mod">
        <pc:chgData name="Percy Cheng" userId="80d21a9e-6369-43b4-82a5-7a824c783934" providerId="ADAL" clId="{73465DDD-1BA9-44A0-A1ED-3FC404E5F03F}" dt="2026-09-17T10:55:41.777" v="121" actId="478"/>
        <pc:sldMkLst>
          <pc:docMk/>
          <pc:sldMk cId="688374149" sldId="372"/>
        </pc:sldMkLst>
      </pc:sldChg>
      <pc:sldChg chg="modSp mod">
        <pc:chgData name="Percy Cheng" userId="80d21a9e-6369-43b4-82a5-7a824c783934" providerId="ADAL" clId="{73465DDD-1BA9-44A0-A1ED-3FC404E5F03F}" dt="2026-09-17T10:44:49.617" v="67" actId="1076"/>
        <pc:sldMkLst>
          <pc:docMk/>
          <pc:sldMk cId="1241690605" sldId="375"/>
        </pc:sldMkLst>
        <pc:graphicFrameChg chg="mod">
          <ac:chgData name="Percy Cheng" userId="80d21a9e-6369-43b4-82a5-7a824c783934" providerId="ADAL" clId="{73465DDD-1BA9-44A0-A1ED-3FC404E5F03F}" dt="2026-09-17T10:44:49.617" v="67" actId="1076"/>
          <ac:graphicFrameMkLst>
            <pc:docMk/>
            <pc:sldMk cId="1241690605" sldId="375"/>
            <ac:graphicFrameMk id="6" creationId="{FF94BCA2-4C3D-38C6-E39B-5A037D1543FE}"/>
          </ac:graphicFrameMkLst>
        </pc:graphicFrameChg>
      </pc:sldChg>
      <pc:sldChg chg="addSp modSp mod">
        <pc:chgData name="Percy Cheng" userId="80d21a9e-6369-43b4-82a5-7a824c783934" providerId="ADAL" clId="{73465DDD-1BA9-44A0-A1ED-3FC404E5F03F}" dt="2026-09-17T10:47:34.164" v="105" actId="20577"/>
        <pc:sldMkLst>
          <pc:docMk/>
          <pc:sldMk cId="2160187368" sldId="4269"/>
        </pc:sldMkLst>
        <pc:spChg chg="add mod">
          <ac:chgData name="Percy Cheng" userId="80d21a9e-6369-43b4-82a5-7a824c783934" providerId="ADAL" clId="{73465DDD-1BA9-44A0-A1ED-3FC404E5F03F}" dt="2026-09-17T10:47:09.607" v="91" actId="21"/>
          <ac:spMkLst>
            <pc:docMk/>
            <pc:sldMk cId="2160187368" sldId="4269"/>
            <ac:spMk id="5" creationId="{4B5BDD1F-DEDA-3E26-7E4F-DF9B56A86D9E}"/>
          </ac:spMkLst>
        </pc:spChg>
        <pc:spChg chg="add mod">
          <ac:chgData name="Percy Cheng" userId="80d21a9e-6369-43b4-82a5-7a824c783934" providerId="ADAL" clId="{73465DDD-1BA9-44A0-A1ED-3FC404E5F03F}" dt="2026-09-17T10:46:59.330" v="82" actId="21"/>
          <ac:spMkLst>
            <pc:docMk/>
            <pc:sldMk cId="2160187368" sldId="4269"/>
            <ac:spMk id="9" creationId="{6B4099E2-1F74-A35D-B00A-1457D3D8BEED}"/>
          </ac:spMkLst>
        </pc:spChg>
        <pc:spChg chg="mod">
          <ac:chgData name="Percy Cheng" userId="80d21a9e-6369-43b4-82a5-7a824c783934" providerId="ADAL" clId="{73465DDD-1BA9-44A0-A1ED-3FC404E5F03F}" dt="2026-09-17T10:47:13.318" v="95" actId="20577"/>
          <ac:spMkLst>
            <pc:docMk/>
            <pc:sldMk cId="2160187368" sldId="4269"/>
            <ac:spMk id="14" creationId="{3CDF2631-B05A-E46B-8BCA-5B122CE7B4C5}"/>
          </ac:spMkLst>
        </pc:spChg>
        <pc:spChg chg="mod">
          <ac:chgData name="Percy Cheng" userId="80d21a9e-6369-43b4-82a5-7a824c783934" providerId="ADAL" clId="{73465DDD-1BA9-44A0-A1ED-3FC404E5F03F}" dt="2026-09-17T10:47:25.529" v="101" actId="14100"/>
          <ac:spMkLst>
            <pc:docMk/>
            <pc:sldMk cId="2160187368" sldId="4269"/>
            <ac:spMk id="15" creationId="{161AEC62-64AA-DA31-DB07-CC74BBD84B96}"/>
          </ac:spMkLst>
        </pc:spChg>
        <pc:spChg chg="mod">
          <ac:chgData name="Percy Cheng" userId="80d21a9e-6369-43b4-82a5-7a824c783934" providerId="ADAL" clId="{73465DDD-1BA9-44A0-A1ED-3FC404E5F03F}" dt="2026-09-17T10:47:06.154" v="90" actId="20577"/>
          <ac:spMkLst>
            <pc:docMk/>
            <pc:sldMk cId="2160187368" sldId="4269"/>
            <ac:spMk id="22" creationId="{88DFD6E4-F4E9-FC68-71A8-D9CAA84D4475}"/>
          </ac:spMkLst>
        </pc:spChg>
        <pc:spChg chg="mod">
          <ac:chgData name="Percy Cheng" userId="80d21a9e-6369-43b4-82a5-7a824c783934" providerId="ADAL" clId="{73465DDD-1BA9-44A0-A1ED-3FC404E5F03F}" dt="2026-09-17T10:47:34.164" v="105" actId="20577"/>
          <ac:spMkLst>
            <pc:docMk/>
            <pc:sldMk cId="2160187368" sldId="4269"/>
            <ac:spMk id="28" creationId="{22443CC7-083A-ECFF-0282-377A4F9AF3FA}"/>
          </ac:spMkLst>
        </pc:spChg>
        <pc:grpChg chg="mod">
          <ac:chgData name="Percy Cheng" userId="80d21a9e-6369-43b4-82a5-7a824c783934" providerId="ADAL" clId="{73465DDD-1BA9-44A0-A1ED-3FC404E5F03F}" dt="2026-09-17T10:47:00.724" v="83"/>
          <ac:grpSpMkLst>
            <pc:docMk/>
            <pc:sldMk cId="2160187368" sldId="4269"/>
            <ac:grpSpMk id="7" creationId="{B87E4110-2789-D49E-36AB-06A97073B0DC}"/>
          </ac:grpSpMkLst>
        </pc:grpChg>
        <pc:cxnChg chg="mod">
          <ac:chgData name="Percy Cheng" userId="80d21a9e-6369-43b4-82a5-7a824c783934" providerId="ADAL" clId="{73465DDD-1BA9-44A0-A1ED-3FC404E5F03F}" dt="2026-09-17T10:47:00.724" v="83"/>
          <ac:cxnSpMkLst>
            <pc:docMk/>
            <pc:sldMk cId="2160187368" sldId="4269"/>
            <ac:cxnSpMk id="17" creationId="{446F848A-6C63-AB2A-021B-FFD2EB659178}"/>
          </ac:cxnSpMkLst>
        </pc:cxnChg>
        <pc:cxnChg chg="mod">
          <ac:chgData name="Percy Cheng" userId="80d21a9e-6369-43b4-82a5-7a824c783934" providerId="ADAL" clId="{73465DDD-1BA9-44A0-A1ED-3FC404E5F03F}" dt="2026-09-17T10:47:02.019" v="84" actId="20577"/>
          <ac:cxnSpMkLst>
            <pc:docMk/>
            <pc:sldMk cId="2160187368" sldId="4269"/>
            <ac:cxnSpMk id="30" creationId="{D319B143-9C4C-1BAA-FE71-3B903CAA3749}"/>
          </ac:cxnSpMkLst>
        </pc:cxnChg>
      </pc:sldChg>
      <pc:sldChg chg="setBg modNotesTx">
        <pc:chgData name="Percy Cheng" userId="80d21a9e-6369-43b4-82a5-7a824c783934" providerId="ADAL" clId="{73465DDD-1BA9-44A0-A1ED-3FC404E5F03F}" dt="2026-09-17T04:45:54.293" v="62" actId="20577"/>
        <pc:sldMkLst>
          <pc:docMk/>
          <pc:sldMk cId="4293136525" sldId="4274"/>
        </pc:sldMkLst>
      </pc:sldChg>
    </pc:docChg>
  </pc:docChgLst>
  <pc:docChgLst>
    <pc:chgData name="Ken Lo" userId="ff818167-8ad7-47fc-a54a-e1a7cf5bd432" providerId="ADAL" clId="{E9828619-3168-4B92-876C-02045AC6D9E7}"/>
    <pc:docChg chg="custSel modSld sldOrd">
      <pc:chgData name="Ken Lo" userId="ff818167-8ad7-47fc-a54a-e1a7cf5bd432" providerId="ADAL" clId="{E9828619-3168-4B92-876C-02045AC6D9E7}" dt="2026-09-17T03:19:26.679" v="19" actId="1076"/>
      <pc:docMkLst>
        <pc:docMk/>
      </pc:docMkLst>
      <pc:sldChg chg="ord">
        <pc:chgData name="Ken Lo" userId="ff818167-8ad7-47fc-a54a-e1a7cf5bd432" providerId="ADAL" clId="{E9828619-3168-4B92-876C-02045AC6D9E7}" dt="2026-09-17T03:12:38.716" v="9"/>
        <pc:sldMkLst>
          <pc:docMk/>
          <pc:sldMk cId="3314036921" sldId="308"/>
        </pc:sldMkLst>
      </pc:sldChg>
      <pc:sldChg chg="modSp mod">
        <pc:chgData name="Ken Lo" userId="ff818167-8ad7-47fc-a54a-e1a7cf5bd432" providerId="ADAL" clId="{E9828619-3168-4B92-876C-02045AC6D9E7}" dt="2026-09-17T03:03:42.667" v="5" actId="20577"/>
        <pc:sldMkLst>
          <pc:docMk/>
          <pc:sldMk cId="3957051393" sldId="363"/>
        </pc:sldMkLst>
        <pc:spChg chg="mod">
          <ac:chgData name="Ken Lo" userId="ff818167-8ad7-47fc-a54a-e1a7cf5bd432" providerId="ADAL" clId="{E9828619-3168-4B92-876C-02045AC6D9E7}" dt="2026-09-17T03:03:42.667" v="5" actId="20577"/>
          <ac:spMkLst>
            <pc:docMk/>
            <pc:sldMk cId="3957051393" sldId="363"/>
            <ac:spMk id="11" creationId="{11010B47-D9DE-C61D-A999-84C6F08701AE}"/>
          </ac:spMkLst>
        </pc:spChg>
      </pc:sldChg>
      <pc:sldChg chg="addSp delSp modSp mod">
        <pc:chgData name="Ken Lo" userId="ff818167-8ad7-47fc-a54a-e1a7cf5bd432" providerId="ADAL" clId="{E9828619-3168-4B92-876C-02045AC6D9E7}" dt="2026-09-17T03:13:48.472" v="16" actId="478"/>
        <pc:sldMkLst>
          <pc:docMk/>
          <pc:sldMk cId="688374149" sldId="372"/>
        </pc:sldMkLst>
      </pc:sldChg>
      <pc:sldChg chg="modSp mod">
        <pc:chgData name="Ken Lo" userId="ff818167-8ad7-47fc-a54a-e1a7cf5bd432" providerId="ADAL" clId="{E9828619-3168-4B92-876C-02045AC6D9E7}" dt="2026-09-17T03:06:24.153" v="6" actId="948"/>
        <pc:sldMkLst>
          <pc:docMk/>
          <pc:sldMk cId="1241690605" sldId="375"/>
        </pc:sldMkLst>
        <pc:graphicFrameChg chg="modGraphic">
          <ac:chgData name="Ken Lo" userId="ff818167-8ad7-47fc-a54a-e1a7cf5bd432" providerId="ADAL" clId="{E9828619-3168-4B92-876C-02045AC6D9E7}" dt="2026-09-17T03:06:24.153" v="6" actId="948"/>
          <ac:graphicFrameMkLst>
            <pc:docMk/>
            <pc:sldMk cId="1241690605" sldId="375"/>
            <ac:graphicFrameMk id="6" creationId="{FF94BCA2-4C3D-38C6-E39B-5A037D1543FE}"/>
          </ac:graphicFrameMkLst>
        </pc:graphicFrameChg>
      </pc:sldChg>
      <pc:sldChg chg="modSp mod">
        <pc:chgData name="Ken Lo" userId="ff818167-8ad7-47fc-a54a-e1a7cf5bd432" providerId="ADAL" clId="{E9828619-3168-4B92-876C-02045AC6D9E7}" dt="2026-09-17T03:19:26.679" v="19" actId="1076"/>
        <pc:sldMkLst>
          <pc:docMk/>
          <pc:sldMk cId="0" sldId="4267"/>
        </pc:sldMkLst>
      </pc:sldChg>
      <pc:sldChg chg="modSp mod">
        <pc:chgData name="Ken Lo" userId="ff818167-8ad7-47fc-a54a-e1a7cf5bd432" providerId="ADAL" clId="{E9828619-3168-4B92-876C-02045AC6D9E7}" dt="2026-09-17T03:10:27.169" v="7" actId="14100"/>
        <pc:sldMkLst>
          <pc:docMk/>
          <pc:sldMk cId="2160187368" sldId="4269"/>
        </pc:sldMkLst>
        <pc:cxnChg chg="mod">
          <ac:chgData name="Ken Lo" userId="ff818167-8ad7-47fc-a54a-e1a7cf5bd432" providerId="ADAL" clId="{E9828619-3168-4B92-876C-02045AC6D9E7}" dt="2026-09-17T03:10:27.169" v="7" actId="14100"/>
          <ac:cxnSpMkLst>
            <pc:docMk/>
            <pc:sldMk cId="2160187368" sldId="4269"/>
            <ac:cxnSpMk id="30" creationId="{D319B143-9C4C-1BAA-FE71-3B903CAA3749}"/>
          </ac:cxnSpMkLst>
        </pc:cxn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0FE9632-6E17-664A-B013-7B0376F69A86}" type="datetimeFigureOut">
              <a:rPr lang="en-US" smtClean="0"/>
              <a:t>9/22/2026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64EC473-DED0-834B-AEAF-DA9BCD7E1235}" type="slidenum">
              <a:rPr lang="en-US" smtClean="0"/>
              <a:t>‹#›</a:t>
            </a:fld>
            <a:endParaRPr lang="en-US"/>
          </a:p>
        </p:txBody>
      </p:sp>
    </p:spTree>
    <p:extLst>
      <p:ext uri="{BB962C8B-B14F-4D97-AF65-F5344CB8AC3E}">
        <p14:creationId xmlns:p14="http://schemas.microsoft.com/office/powerpoint/2010/main" val="1354512115"/>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1T03:08:37.176"/>
    </inkml:context>
    <inkml:brush xml:id="br0">
      <inkml:brushProperty name="width" value="0.2" units="cm"/>
      <inkml:brushProperty name="height" value="0.2" units="cm"/>
    </inkml:brush>
  </inkml:definitions>
  <inkml:trace contextRef="#ctx0" brushRef="#br0">0 1 24575,'2'31'0,"1"0"0,1 0 0,15 52 0,0-1 0,0 84 0,-5-37 0,-8-83 0,-4-22 0,1-1 0,2 0 0,13 44 0,-5-31 0,7 40 0,-15-51 0,1-1 0,2 0 0,0 0 0,21 40 0,7-2 0,65 119 0,-85-147 0,1-1 0,2 0 0,1-1 0,1-2 0,2 0 0,1-1 0,30 28 0,75 76 0,-89-89 0,1-2 0,65 52 0,-82-78 0,1-1 0,40 17 0,-7-4 0,188 95 0,-228-115 0,0-1 0,1 0 0,0-1 0,21 3 0,48 15 0,10 16 0,-36-13 0,0-4 0,91 23 0,-114-36 0,62 25 0,-62-20 0,55 14 0,-58-21 0,-7-2 0,1 1 0,36 15 0,-11-3 0,0-2 0,60 9 0,-99-22 0,21 5 0,48 21 0,-58-19 0,2-1 0,-1-2 0,44 8 0,-59-14 0,12 0 0,0 2 0,-1 1 0,38 12 0,-18-2 0,1-2 0,1-2 0,0-2 0,0-1 0,62 1 0,-75-7 0,0 3 0,0 0 0,33 12 0,-29-8 0,0-1 0,38 3 0,68 2 0,160 6 0,416-20 0,-708 1-227,0 0-1,0-1 1,0 0-1,0-1 1,17-4-1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1T03:08:46.165"/>
    </inkml:context>
    <inkml:brush xml:id="br0">
      <inkml:brushProperty name="width" value="0.2" units="cm"/>
      <inkml:brushProperty name="height" value="0.2" units="cm"/>
    </inkml:brush>
  </inkml:definitions>
  <inkml:trace contextRef="#ctx0" brushRef="#br0">0 29 24575,'6'0'0,"5"0"0,13 0 0,6 0 0,-1-5 0,4-1 0,1-1 0,-4-3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1T03:08:50.251"/>
    </inkml:context>
    <inkml:brush xml:id="br0">
      <inkml:brushProperty name="width" value="0.2" units="cm"/>
      <inkml:brushProperty name="height" value="0.2" units="cm"/>
    </inkml:brush>
  </inkml:definitions>
  <inkml:trace contextRef="#ctx0" brushRef="#br0">0 0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1T03:08:52.970"/>
    </inkml:context>
    <inkml:brush xml:id="br0">
      <inkml:brushProperty name="width" value="0.2" units="cm"/>
      <inkml:brushProperty name="height" value="0.2" units="cm"/>
    </inkml:brush>
  </inkml:definitions>
  <inkml:trace contextRef="#ctx0" brushRef="#br0">1 0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1T03:08:54.996"/>
    </inkml:context>
    <inkml:brush xml:id="br0">
      <inkml:brushProperty name="width" value="0.2" units="cm"/>
      <inkml:brushProperty name="height" value="0.2" units="cm"/>
    </inkml:brush>
  </inkml:definitions>
  <inkml:trace contextRef="#ctx0" brushRef="#br0">0 1 24575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1T03:08:56.209"/>
    </inkml:context>
    <inkml:brush xml:id="br0">
      <inkml:brushProperty name="width" value="0.2" units="cm"/>
      <inkml:brushProperty name="height" value="0.2" units="cm"/>
    </inkml:brush>
  </inkml:definitions>
  <inkml:trace contextRef="#ctx0" brushRef="#br0">1 1 24575,'0'5'0,"5"2"0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1T03:08:56.991"/>
    </inkml:context>
    <inkml:brush xml:id="br0">
      <inkml:brushProperty name="width" value="0.2" units="cm"/>
      <inkml:brushProperty name="height" value="0.2" units="cm"/>
    </inkml:brush>
  </inkml:definitions>
  <inkml:trace contextRef="#ctx0" brushRef="#br0">0 1 24575,'0'0'-8191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1T03:08:59.304"/>
    </inkml:context>
    <inkml:brush xml:id="br0">
      <inkml:brushProperty name="width" value="0.2" units="cm"/>
      <inkml:brushProperty name="height" value="0.2" units="cm"/>
    </inkml:brush>
  </inkml:definitions>
  <inkml:trace contextRef="#ctx0" brushRef="#br0">0 0 24575,'0'0'-8191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1T03:08:59.993"/>
    </inkml:context>
    <inkml:brush xml:id="br0">
      <inkml:brushProperty name="width" value="0.2" units="cm"/>
      <inkml:brushProperty name="height" value="0.2" units="cm"/>
    </inkml:brush>
  </inkml:definitions>
  <inkml:trace contextRef="#ctx0" brushRef="#br0">0 0 24575,'0'0'-8191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1T03:09:00.975"/>
    </inkml:context>
    <inkml:brush xml:id="br0">
      <inkml:brushProperty name="width" value="0.2" units="cm"/>
      <inkml:brushProperty name="height" value="0.2" units="cm"/>
    </inkml:brush>
  </inkml:definitions>
  <inkml:trace contextRef="#ctx0" brushRef="#br0">0 1 24575,'0'0'-8191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1T03:09:01.709"/>
    </inkml:context>
    <inkml:brush xml:id="br0">
      <inkml:brushProperty name="width" value="0.2" units="cm"/>
      <inkml:brushProperty name="height" value="0.2" units="cm"/>
    </inkml:brush>
  </inkml:definitions>
  <inkml:trace contextRef="#ctx0" brushRef="#br0">1 1 24575</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1T03:09:02.810"/>
    </inkml:context>
    <inkml:brush xml:id="br0">
      <inkml:brushProperty name="width" value="0.2" units="cm"/>
      <inkml:brushProperty name="height" value="0.2" units="cm"/>
    </inkml:brush>
  </inkml:definitions>
  <inkml:trace contextRef="#ctx0" brushRef="#br0">1 0 24575,'0'0'-8191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1T03:09:03.317"/>
    </inkml:context>
    <inkml:brush xml:id="br0">
      <inkml:brushProperty name="width" value="0.2" units="cm"/>
      <inkml:brushProperty name="height" value="0.2" units="cm"/>
    </inkml:brush>
  </inkml:definitions>
  <inkml:trace contextRef="#ctx0" brushRef="#br0">1 0 24575</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1T03:09:04.067"/>
    </inkml:context>
    <inkml:brush xml:id="br0">
      <inkml:brushProperty name="width" value="0.2" units="cm"/>
      <inkml:brushProperty name="height" value="0.2" units="cm"/>
    </inkml:brush>
  </inkml:definitions>
  <inkml:trace contextRef="#ctx0" brushRef="#br0">1 0 24575,'10'0'0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1T03:09:15.322"/>
    </inkml:context>
    <inkml:brush xml:id="br0">
      <inkml:brushProperty name="width" value="0.2" units="cm"/>
      <inkml:brushProperty name="height" value="0.2" units="cm"/>
    </inkml:brush>
  </inkml:definitions>
  <inkml:trace contextRef="#ctx0" brushRef="#br0">0 626 24575,'1683'0'0,"-1661"-2"0,0-1 0,-1 0 0,1-2 0,-1 0 0,22-9 0,35-9 0,-32 13 0,-1-2 0,65-26 0,-83 28 0,1 1 0,1 1 0,50-6 0,-51 10 0,-1-2 0,1 0 0,-1-2 0,36-15 0,75-38 0,-116 50 0,-1 0 0,-1-1 0,0-1 0,-1-1 0,0 0 0,-1-2 0,21-22 0,-32 31 0,43-33 0,-40 34 0,0-1 0,0-1 0,-1 0 0,0 0 0,13-17 0,77-98-1365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47C518-71A4-F440-B82E-D8ACC60F0AA7}" type="datetimeFigureOut">
              <a:rPr lang="en-US" smtClean="0"/>
              <a:t>9/22/2026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0A5C09-F925-F94B-BCD4-4BA5FACCAF38}" type="slidenum">
              <a:rPr lang="en-US" smtClean="0"/>
              <a:t>‹#›</a:t>
            </a:fld>
            <a:endParaRPr lang="en-US"/>
          </a:p>
        </p:txBody>
      </p:sp>
    </p:spTree>
    <p:extLst>
      <p:ext uri="{BB962C8B-B14F-4D97-AF65-F5344CB8AC3E}">
        <p14:creationId xmlns:p14="http://schemas.microsoft.com/office/powerpoint/2010/main" val="7975329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Change the color of the cover page for all ppt – visual clue to lecturers this is the latest version </a:t>
            </a:r>
            <a:r>
              <a:rPr lang="zh-TW" altLang="en-US" dirty="0">
                <a:ea typeface="Calibri"/>
                <a:cs typeface="Calibri"/>
              </a:rPr>
              <a:t>✅</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5E0A5C09-F925-F94B-BCD4-4BA5FACCAF38}" type="slidenum">
              <a:rPr lang="en-US" smtClean="0"/>
              <a:t>2</a:t>
            </a:fld>
            <a:endParaRPr lang="en-US"/>
          </a:p>
        </p:txBody>
      </p:sp>
    </p:spTree>
    <p:extLst>
      <p:ext uri="{BB962C8B-B14F-4D97-AF65-F5344CB8AC3E}">
        <p14:creationId xmlns:p14="http://schemas.microsoft.com/office/powerpoint/2010/main" val="38165459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This lecture will use a lot of AI, e.g. coding, so xxx and we need to be mindful of these... </a:t>
            </a:r>
            <a:r>
              <a:rPr lang="zh-TW" altLang="en-US" dirty="0">
                <a:ea typeface="Calibri"/>
                <a:cs typeface="Calibri"/>
              </a:rPr>
              <a:t>✅</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5E0A5C09-F925-F94B-BCD4-4BA5FACCAF38}" type="slidenum">
              <a:rPr lang="en-US" smtClean="0"/>
              <a:t>6</a:t>
            </a:fld>
            <a:endParaRPr lang="en-US"/>
          </a:p>
        </p:txBody>
      </p:sp>
    </p:spTree>
    <p:extLst>
      <p:ext uri="{BB962C8B-B14F-4D97-AF65-F5344CB8AC3E}">
        <p14:creationId xmlns:p14="http://schemas.microsoft.com/office/powerpoint/2010/main" val="35425392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For </a:t>
            </a:r>
            <a:r>
              <a:rPr lang="zh-TW" dirty="0">
                <a:ea typeface="新細明體"/>
              </a:rPr>
              <a:t>非本地人被歧視,</a:t>
            </a:r>
            <a:r>
              <a:rPr lang="zh-TW" altLang="en-US" dirty="0">
                <a:ea typeface="新細明體"/>
              </a:rPr>
              <a:t> need more elaboration, eg that job was picked up overwhelmingly by local Chinese in the past so when ask AI who are the best fit for the jobf it may think ethnic minority ppl are not fitting</a:t>
            </a:r>
            <a:r>
              <a:rPr lang="zh-TW" altLang="en-US" dirty="0">
                <a:ea typeface="Calibri"/>
                <a:cs typeface="Calibri"/>
              </a:rPr>
              <a:t>✅</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5E0A5C09-F925-F94B-BCD4-4BA5FACCAF38}" type="slidenum">
              <a:rPr lang="en-US" smtClean="0"/>
              <a:t>7</a:t>
            </a:fld>
            <a:endParaRPr lang="en-US"/>
          </a:p>
        </p:txBody>
      </p:sp>
    </p:spTree>
    <p:extLst>
      <p:ext uri="{BB962C8B-B14F-4D97-AF65-F5344CB8AC3E}">
        <p14:creationId xmlns:p14="http://schemas.microsoft.com/office/powerpoint/2010/main" val="28093097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Ken said the </a:t>
            </a:r>
            <a:r>
              <a:rPr lang="en-US" dirty="0" err="1">
                <a:ea typeface="Calibri"/>
                <a:cs typeface="Calibri"/>
              </a:rPr>
              <a:t>chinese</a:t>
            </a:r>
            <a:r>
              <a:rPr lang="en-US" dirty="0">
                <a:ea typeface="Calibri"/>
                <a:cs typeface="Calibri"/>
              </a:rPr>
              <a:t> line at the bottom is not natural~ </a:t>
            </a:r>
            <a:r>
              <a:rPr lang="zh-TW" altLang="en-US" dirty="0">
                <a:ea typeface="Calibri"/>
                <a:cs typeface="Calibri"/>
              </a:rPr>
              <a:t>✅</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5E0A5C09-F925-F94B-BCD4-4BA5FACCAF38}" type="slidenum">
              <a:rPr lang="en-US" smtClean="0"/>
              <a:t>8</a:t>
            </a:fld>
            <a:endParaRPr lang="en-US"/>
          </a:p>
        </p:txBody>
      </p:sp>
    </p:spTree>
    <p:extLst>
      <p:ext uri="{BB962C8B-B14F-4D97-AF65-F5344CB8AC3E}">
        <p14:creationId xmlns:p14="http://schemas.microsoft.com/office/powerpoint/2010/main" val="20500625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HK" altLang="en-US"/>
          </a:p>
        </p:txBody>
      </p:sp>
      <p:sp>
        <p:nvSpPr>
          <p:cNvPr id="3" name="Notes Placeholder 2"/>
          <p:cNvSpPr>
            <a:spLocks noGrp="1"/>
          </p:cNvSpPr>
          <p:nvPr>
            <p:ph type="body" idx="1"/>
          </p:nvPr>
        </p:nvSpPr>
        <p:spPr/>
        <p:txBody>
          <a:bodyPr/>
          <a:lstStyle/>
          <a:p>
            <a:endParaRPr lang="en-US">
              <a:cs typeface="Calibri"/>
            </a:endParaRPr>
          </a:p>
        </p:txBody>
      </p:sp>
      <p:sp>
        <p:nvSpPr>
          <p:cNvPr id="4" name="Slide Number Placeholder 3"/>
          <p:cNvSpPr>
            <a:spLocks noGrp="1"/>
          </p:cNvSpPr>
          <p:nvPr>
            <p:ph type="sldNum" sz="quarter" idx="5"/>
          </p:nvPr>
        </p:nvSpPr>
        <p:spPr/>
        <p:txBody>
          <a:bodyPr/>
          <a:lstStyle/>
          <a:p>
            <a:fld id="{5E0A5C09-F925-F94B-BCD4-4BA5FACCAF38}" type="slidenum">
              <a:rPr lang="en-US" smtClean="0"/>
              <a:t>11</a:t>
            </a:fld>
            <a:endParaRPr lang="en-US"/>
          </a:p>
        </p:txBody>
      </p:sp>
    </p:spTree>
    <p:extLst>
      <p:ext uri="{BB962C8B-B14F-4D97-AF65-F5344CB8AC3E}">
        <p14:creationId xmlns:p14="http://schemas.microsoft.com/office/powerpoint/2010/main" val="2019940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28564-44C8-CCAA-9CB5-03A3C5BB0C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4DCA33-BD3A-1ADE-CBD9-056FBBD3A5F3}"/>
              </a:ext>
            </a:extLst>
          </p:cNvPr>
          <p:cNvSpPr>
            <a:spLocks noGrp="1" noRot="1" noChangeAspect="1"/>
          </p:cNvSpPr>
          <p:nvPr>
            <p:ph type="sldImg"/>
          </p:nvPr>
        </p:nvSpPr>
        <p:spPr/>
        <p:txBody>
          <a:bodyPr/>
          <a:lstStyle/>
          <a:p>
            <a:endParaRPr lang="zh-HK" altLang="en-US"/>
          </a:p>
        </p:txBody>
      </p:sp>
      <p:sp>
        <p:nvSpPr>
          <p:cNvPr id="3" name="Notes Placeholder 2">
            <a:extLst>
              <a:ext uri="{FF2B5EF4-FFF2-40B4-BE49-F238E27FC236}">
                <a16:creationId xmlns:a16="http://schemas.microsoft.com/office/drawing/2014/main" id="{F88D4522-4A46-AC2A-2482-274067CDF50F}"/>
              </a:ext>
            </a:extLst>
          </p:cNvPr>
          <p:cNvSpPr>
            <a:spLocks noGrp="1"/>
          </p:cNvSpPr>
          <p:nvPr>
            <p:ph type="body" idx="1"/>
          </p:nvPr>
        </p:nvSpPr>
        <p:spPr/>
        <p:txBody>
          <a:bodyPr/>
          <a:lstStyle/>
          <a:p>
            <a:r>
              <a:rPr lang="en-US" dirty="0">
                <a:ea typeface="Calibri"/>
                <a:cs typeface="Calibri"/>
              </a:rPr>
              <a:t>Add one two three four to the arrows as animation cannot be played – the file will be turned into pdf when sent to lecturer</a:t>
            </a:r>
            <a:r>
              <a:rPr lang="zh-TW" altLang="en-US" dirty="0">
                <a:ea typeface="Calibri"/>
                <a:cs typeface="Calibri"/>
              </a:rPr>
              <a:t>✅</a:t>
            </a:r>
            <a:endParaRPr lang="en-US" dirty="0">
              <a:cs typeface="Calibri"/>
            </a:endParaRPr>
          </a:p>
        </p:txBody>
      </p:sp>
      <p:sp>
        <p:nvSpPr>
          <p:cNvPr id="4" name="Slide Number Placeholder 3">
            <a:extLst>
              <a:ext uri="{FF2B5EF4-FFF2-40B4-BE49-F238E27FC236}">
                <a16:creationId xmlns:a16="http://schemas.microsoft.com/office/drawing/2014/main" id="{8BC40974-48FE-CFC2-D0FA-A81F354AE15A}"/>
              </a:ext>
            </a:extLst>
          </p:cNvPr>
          <p:cNvSpPr>
            <a:spLocks noGrp="1"/>
          </p:cNvSpPr>
          <p:nvPr>
            <p:ph type="sldNum" sz="quarter" idx="5"/>
          </p:nvPr>
        </p:nvSpPr>
        <p:spPr/>
        <p:txBody>
          <a:bodyPr/>
          <a:lstStyle/>
          <a:p>
            <a:fld id="{5E0A5C09-F925-F94B-BCD4-4BA5FACCAF38}" type="slidenum">
              <a:rPr lang="en-US" smtClean="0"/>
              <a:t>12</a:t>
            </a:fld>
            <a:endParaRPr lang="en-US"/>
          </a:p>
        </p:txBody>
      </p:sp>
    </p:spTree>
    <p:extLst>
      <p:ext uri="{BB962C8B-B14F-4D97-AF65-F5344CB8AC3E}">
        <p14:creationId xmlns:p14="http://schemas.microsoft.com/office/powerpoint/2010/main" val="40349462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HK" altLang="en-US"/>
          </a:p>
        </p:txBody>
      </p:sp>
      <p:sp>
        <p:nvSpPr>
          <p:cNvPr id="3" name="Notes Placeholder 2"/>
          <p:cNvSpPr>
            <a:spLocks noGrp="1"/>
          </p:cNvSpPr>
          <p:nvPr>
            <p:ph type="body" idx="1"/>
          </p:nvPr>
        </p:nvSpPr>
        <p:spPr/>
        <p:txBody>
          <a:bodyPr/>
          <a:lstStyle/>
          <a:p>
            <a:endParaRPr lang="en-HK"/>
          </a:p>
        </p:txBody>
      </p:sp>
      <p:sp>
        <p:nvSpPr>
          <p:cNvPr id="4" name="Slide Number Placeholder 3"/>
          <p:cNvSpPr>
            <a:spLocks noGrp="1"/>
          </p:cNvSpPr>
          <p:nvPr>
            <p:ph type="sldNum" sz="quarter" idx="5"/>
          </p:nvPr>
        </p:nvSpPr>
        <p:spPr/>
        <p:txBody>
          <a:bodyPr/>
          <a:lstStyle/>
          <a:p>
            <a:fld id="{5E0A5C09-F925-F94B-BCD4-4BA5FACCAF38}" type="slidenum">
              <a:rPr lang="en-US" smtClean="0"/>
              <a:t>18</a:t>
            </a:fld>
            <a:endParaRPr lang="en-US"/>
          </a:p>
        </p:txBody>
      </p:sp>
    </p:spTree>
    <p:extLst>
      <p:ext uri="{BB962C8B-B14F-4D97-AF65-F5344CB8AC3E}">
        <p14:creationId xmlns:p14="http://schemas.microsoft.com/office/powerpoint/2010/main" val="36935170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HK" altLang="en-US"/>
          </a:p>
        </p:txBody>
      </p:sp>
      <p:sp>
        <p:nvSpPr>
          <p:cNvPr id="3" name="Notes Placeholder 2"/>
          <p:cNvSpPr>
            <a:spLocks noGrp="1"/>
          </p:cNvSpPr>
          <p:nvPr>
            <p:ph type="body" idx="1"/>
          </p:nvPr>
        </p:nvSpPr>
        <p:spPr/>
        <p:txBody>
          <a:bodyPr/>
          <a:lstStyle/>
          <a:p>
            <a:endParaRPr lang="en-US">
              <a:ea typeface="Calibri"/>
              <a:cs typeface="Calibri"/>
            </a:endParaRPr>
          </a:p>
        </p:txBody>
      </p:sp>
      <p:sp>
        <p:nvSpPr>
          <p:cNvPr id="4" name="Slide Number Placeholder 3"/>
          <p:cNvSpPr>
            <a:spLocks noGrp="1"/>
          </p:cNvSpPr>
          <p:nvPr>
            <p:ph type="sldNum" sz="quarter" idx="5"/>
          </p:nvPr>
        </p:nvSpPr>
        <p:spPr/>
        <p:txBody>
          <a:bodyPr/>
          <a:lstStyle/>
          <a:p>
            <a:fld id="{5E0A5C09-F925-F94B-BCD4-4BA5FACCAF38}" type="slidenum">
              <a:rPr lang="en-US" smtClean="0"/>
              <a:t>19</a:t>
            </a:fld>
            <a:endParaRPr lang="en-US"/>
          </a:p>
        </p:txBody>
      </p:sp>
    </p:spTree>
    <p:extLst>
      <p:ext uri="{BB962C8B-B14F-4D97-AF65-F5344CB8AC3E}">
        <p14:creationId xmlns:p14="http://schemas.microsoft.com/office/powerpoint/2010/main" val="4532756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BC6F8-793D-0EAC-BBA8-DC2F2748AF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C6E5CD-7690-0BF1-F73E-E977747D4F57}"/>
              </a:ext>
            </a:extLst>
          </p:cNvPr>
          <p:cNvSpPr>
            <a:spLocks noGrp="1" noRot="1" noChangeAspect="1"/>
          </p:cNvSpPr>
          <p:nvPr>
            <p:ph type="sldImg"/>
          </p:nvPr>
        </p:nvSpPr>
        <p:spPr/>
        <p:txBody>
          <a:bodyPr/>
          <a:lstStyle/>
          <a:p>
            <a:endParaRPr lang="zh-HK" altLang="en-US"/>
          </a:p>
        </p:txBody>
      </p:sp>
      <p:sp>
        <p:nvSpPr>
          <p:cNvPr id="3" name="Notes Placeholder 2">
            <a:extLst>
              <a:ext uri="{FF2B5EF4-FFF2-40B4-BE49-F238E27FC236}">
                <a16:creationId xmlns:a16="http://schemas.microsoft.com/office/drawing/2014/main" id="{AD383D8A-2BF5-C1E8-6685-1F3BA4294987}"/>
              </a:ext>
            </a:extLst>
          </p:cNvPr>
          <p:cNvSpPr>
            <a:spLocks noGrp="1"/>
          </p:cNvSpPr>
          <p:nvPr>
            <p:ph type="body" idx="1"/>
          </p:nvPr>
        </p:nvSpPr>
        <p:spPr/>
        <p:txBody>
          <a:bodyPr/>
          <a:lstStyle/>
          <a:p>
            <a:r>
              <a:rPr lang="en-HK" dirty="0">
                <a:ea typeface="Calibri"/>
                <a:cs typeface="Calibri"/>
              </a:rPr>
              <a:t>Won't mention LAN WAN (in previous slides we had LAN and WAN, so made sense to have diagrams of LAN and WAN thru which the red route goes thru)</a:t>
            </a:r>
            <a:br>
              <a:rPr lang="en-HK" dirty="0">
                <a:ea typeface="Calibri"/>
                <a:cs typeface="+mn-lt"/>
              </a:rPr>
            </a:br>
            <a:r>
              <a:rPr lang="en-US" dirty="0"/>
              <a:t>Tell that by 2026 there will xx of computers in the internet, communication passes thru a lot of networks, from A to B needs a route.</a:t>
            </a:r>
            <a:br>
              <a:rPr lang="en-US" dirty="0">
                <a:cs typeface="+mn-lt"/>
              </a:rPr>
            </a:br>
            <a:r>
              <a:rPr lang="en-US" dirty="0">
                <a:ea typeface="Calibri"/>
                <a:cs typeface="Calibri"/>
              </a:rPr>
              <a:t>Do away the pop up box at bottom right</a:t>
            </a:r>
            <a:r>
              <a:rPr lang="zh-TW" altLang="en-US" dirty="0">
                <a:ea typeface="Calibri"/>
                <a:cs typeface="Calibri"/>
              </a:rPr>
              <a:t>✅ </a:t>
            </a:r>
            <a:endParaRPr lang="en-US" dirty="0">
              <a:ea typeface="Calibri"/>
              <a:cs typeface="Calibri"/>
            </a:endParaRPr>
          </a:p>
          <a:p>
            <a:endParaRPr lang="en-HK" dirty="0">
              <a:ea typeface="Calibri"/>
              <a:cs typeface="Calibri"/>
            </a:endParaRPr>
          </a:p>
        </p:txBody>
      </p:sp>
      <p:sp>
        <p:nvSpPr>
          <p:cNvPr id="4" name="Slide Number Placeholder 3">
            <a:extLst>
              <a:ext uri="{FF2B5EF4-FFF2-40B4-BE49-F238E27FC236}">
                <a16:creationId xmlns:a16="http://schemas.microsoft.com/office/drawing/2014/main" id="{89352B12-968D-ECF2-5324-56BEF12E4794}"/>
              </a:ext>
            </a:extLst>
          </p:cNvPr>
          <p:cNvSpPr>
            <a:spLocks noGrp="1"/>
          </p:cNvSpPr>
          <p:nvPr>
            <p:ph type="sldNum" sz="quarter" idx="5"/>
          </p:nvPr>
        </p:nvSpPr>
        <p:spPr/>
        <p:txBody>
          <a:bodyPr/>
          <a:lstStyle/>
          <a:p>
            <a:fld id="{5E0A5C09-F925-F94B-BCD4-4BA5FACCAF38}" type="slidenum">
              <a:rPr lang="en-US" smtClean="0"/>
              <a:t>20</a:t>
            </a:fld>
            <a:endParaRPr lang="en-US"/>
          </a:p>
        </p:txBody>
      </p:sp>
    </p:spTree>
    <p:extLst>
      <p:ext uri="{BB962C8B-B14F-4D97-AF65-F5344CB8AC3E}">
        <p14:creationId xmlns:p14="http://schemas.microsoft.com/office/powerpoint/2010/main" val="35134091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Change it to diagram, literally a road called The Internet, then cars named "WWW", "</a:t>
            </a:r>
            <a:r>
              <a:rPr lang="zh-HK" altLang="en-US" dirty="0">
                <a:ea typeface="新細明體"/>
              </a:rPr>
              <a:t>視像通話" etc running on it</a:t>
            </a:r>
            <a:r>
              <a:rPr lang="zh-TW" altLang="en-US" dirty="0">
                <a:ea typeface="Calibri"/>
                <a:cs typeface="Calibri"/>
              </a:rPr>
              <a:t>✅</a:t>
            </a:r>
            <a:endParaRPr lang="en-US" dirty="0"/>
          </a:p>
        </p:txBody>
      </p:sp>
      <p:sp>
        <p:nvSpPr>
          <p:cNvPr id="4" name="Slide Number Placeholder 3"/>
          <p:cNvSpPr>
            <a:spLocks noGrp="1"/>
          </p:cNvSpPr>
          <p:nvPr>
            <p:ph type="sldNum" sz="quarter" idx="5"/>
          </p:nvPr>
        </p:nvSpPr>
        <p:spPr/>
        <p:txBody>
          <a:bodyPr/>
          <a:lstStyle/>
          <a:p>
            <a:fld id="{5E0A5C09-F925-F94B-BCD4-4BA5FACCAF38}" type="slidenum">
              <a:rPr lang="en-US" smtClean="0"/>
              <a:t>26</a:t>
            </a:fld>
            <a:endParaRPr lang="en-US"/>
          </a:p>
        </p:txBody>
      </p:sp>
    </p:spTree>
    <p:extLst>
      <p:ext uri="{BB962C8B-B14F-4D97-AF65-F5344CB8AC3E}">
        <p14:creationId xmlns:p14="http://schemas.microsoft.com/office/powerpoint/2010/main" val="9573374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HK" altLang="en-US"/>
          </a:p>
        </p:txBody>
      </p:sp>
      <p:sp>
        <p:nvSpPr>
          <p:cNvPr id="3" name="Notes Placeholder 2"/>
          <p:cNvSpPr>
            <a:spLocks noGrp="1"/>
          </p:cNvSpPr>
          <p:nvPr>
            <p:ph type="body" idx="1"/>
          </p:nvPr>
        </p:nvSpPr>
        <p:spPr/>
        <p:txBody>
          <a:bodyPr/>
          <a:lstStyle/>
          <a:p>
            <a:endParaRPr lang="en-HK"/>
          </a:p>
        </p:txBody>
      </p:sp>
      <p:sp>
        <p:nvSpPr>
          <p:cNvPr id="4" name="Slide Number Placeholder 3"/>
          <p:cNvSpPr>
            <a:spLocks noGrp="1"/>
          </p:cNvSpPr>
          <p:nvPr>
            <p:ph type="sldNum" sz="quarter" idx="5"/>
          </p:nvPr>
        </p:nvSpPr>
        <p:spPr/>
        <p:txBody>
          <a:bodyPr/>
          <a:lstStyle/>
          <a:p>
            <a:fld id="{5E0A5C09-F925-F94B-BCD4-4BA5FACCAF38}" type="slidenum">
              <a:rPr lang="en-US" smtClean="0"/>
              <a:t>29</a:t>
            </a:fld>
            <a:endParaRPr lang="en-US"/>
          </a:p>
        </p:txBody>
      </p:sp>
    </p:spTree>
    <p:extLst>
      <p:ext uri="{BB962C8B-B14F-4D97-AF65-F5344CB8AC3E}">
        <p14:creationId xmlns:p14="http://schemas.microsoft.com/office/powerpoint/2010/main" val="2315193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8B0A3-EEBF-8E5C-CED9-8086009B24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64751A-81F2-661B-2879-37C5C0E475EB}"/>
              </a:ext>
            </a:extLst>
          </p:cNvPr>
          <p:cNvSpPr>
            <a:spLocks noGrp="1" noRot="1" noChangeAspect="1"/>
          </p:cNvSpPr>
          <p:nvPr>
            <p:ph type="sldImg"/>
          </p:nvPr>
        </p:nvSpPr>
        <p:spPr/>
        <p:txBody>
          <a:bodyPr/>
          <a:lstStyle/>
          <a:p>
            <a:endParaRPr lang="zh-HK" altLang="en-US"/>
          </a:p>
        </p:txBody>
      </p:sp>
      <p:sp>
        <p:nvSpPr>
          <p:cNvPr id="3" name="Notes Placeholder 2">
            <a:extLst>
              <a:ext uri="{FF2B5EF4-FFF2-40B4-BE49-F238E27FC236}">
                <a16:creationId xmlns:a16="http://schemas.microsoft.com/office/drawing/2014/main" id="{FB76ECD5-71B6-AE6D-E4BC-358504F23A32}"/>
              </a:ext>
            </a:extLst>
          </p:cNvPr>
          <p:cNvSpPr>
            <a:spLocks noGrp="1"/>
          </p:cNvSpPr>
          <p:nvPr>
            <p:ph type="body" idx="1"/>
          </p:nvPr>
        </p:nvSpPr>
        <p:spPr/>
        <p:txBody>
          <a:bodyPr/>
          <a:lstStyle/>
          <a:p>
            <a:endParaRPr lang="en-HK"/>
          </a:p>
        </p:txBody>
      </p:sp>
      <p:sp>
        <p:nvSpPr>
          <p:cNvPr id="4" name="Slide Number Placeholder 3">
            <a:extLst>
              <a:ext uri="{FF2B5EF4-FFF2-40B4-BE49-F238E27FC236}">
                <a16:creationId xmlns:a16="http://schemas.microsoft.com/office/drawing/2014/main" id="{0CE4B9D3-81E2-FBB8-1E17-3C95AA36FC24}"/>
              </a:ext>
            </a:extLst>
          </p:cNvPr>
          <p:cNvSpPr>
            <a:spLocks noGrp="1"/>
          </p:cNvSpPr>
          <p:nvPr>
            <p:ph type="sldNum" sz="quarter" idx="5"/>
          </p:nvPr>
        </p:nvSpPr>
        <p:spPr/>
        <p:txBody>
          <a:bodyPr/>
          <a:lstStyle/>
          <a:p>
            <a:fld id="{5E0A5C09-F925-F94B-BCD4-4BA5FACCAF38}" type="slidenum">
              <a:rPr lang="en-US" smtClean="0"/>
              <a:t>30</a:t>
            </a:fld>
            <a:endParaRPr lang="en-US"/>
          </a:p>
        </p:txBody>
      </p:sp>
    </p:spTree>
    <p:extLst>
      <p:ext uri="{BB962C8B-B14F-4D97-AF65-F5344CB8AC3E}">
        <p14:creationId xmlns:p14="http://schemas.microsoft.com/office/powerpoint/2010/main" val="37288148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Taobao – originally (idle), full capacity when peak day; Taobao – rent out extra to </a:t>
            </a:r>
            <a:r>
              <a:rPr lang="en-US" dirty="0" err="1">
                <a:ea typeface="Calibri"/>
                <a:cs typeface="Calibri"/>
              </a:rPr>
              <a:t>othersf</a:t>
            </a:r>
            <a:r>
              <a:rPr lang="en-US" dirty="0">
                <a:ea typeface="Calibri"/>
                <a:cs typeface="Calibri"/>
              </a:rPr>
              <a:t>, that is cc service </a:t>
            </a:r>
            <a:r>
              <a:rPr lang="zh-TW" altLang="en-US" dirty="0">
                <a:ea typeface="Calibri"/>
                <a:cs typeface="Calibri"/>
              </a:rPr>
              <a:t>✅</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5E0A5C09-F925-F94B-BCD4-4BA5FACCAF38}" type="slidenum">
              <a:rPr lang="en-US" smtClean="0"/>
              <a:t>36</a:t>
            </a:fld>
            <a:endParaRPr lang="en-US"/>
          </a:p>
        </p:txBody>
      </p:sp>
    </p:spTree>
    <p:extLst>
      <p:ext uri="{BB962C8B-B14F-4D97-AF65-F5344CB8AC3E}">
        <p14:creationId xmlns:p14="http://schemas.microsoft.com/office/powerpoint/2010/main" val="10762922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HK" altLang="en-US"/>
          </a:p>
        </p:txBody>
      </p:sp>
      <p:sp>
        <p:nvSpPr>
          <p:cNvPr id="3" name="Notes Placeholder 2"/>
          <p:cNvSpPr>
            <a:spLocks noGrp="1"/>
          </p:cNvSpPr>
          <p:nvPr>
            <p:ph type="body" idx="1"/>
          </p:nvPr>
        </p:nvSpPr>
        <p:spPr/>
        <p:txBody>
          <a:bodyPr/>
          <a:lstStyle/>
          <a:p>
            <a:r>
              <a:rPr lang="en-HK" sz="1200" b="0" kern="1200" dirty="0" err="1">
                <a:solidFill>
                  <a:schemeClr val="tx1"/>
                </a:solidFill>
                <a:effectLst/>
                <a:latin typeface="+mn-lt"/>
                <a:ea typeface="+mn-ea"/>
                <a:cs typeface="+mn-cs"/>
              </a:rPr>
              <a:t>呢個情況，就好似一間餐廳要自己買發電機</a:t>
            </a:r>
            <a:r>
              <a:rPr lang="zh-CN" altLang="en-US" sz="1200" b="0" kern="1200" dirty="0">
                <a:solidFill>
                  <a:schemeClr val="tx1"/>
                </a:solidFill>
                <a:effectLst/>
                <a:latin typeface="+mn-lt"/>
                <a:ea typeface="DengXian"/>
                <a:cs typeface="+mn-cs"/>
              </a:rPr>
              <a:t>爲自己供電</a:t>
            </a:r>
            <a:r>
              <a:rPr lang="en-HK" sz="1200" b="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HK" sz="1200" b="0" kern="1200" dirty="0" err="1">
                <a:solidFill>
                  <a:schemeClr val="tx1"/>
                </a:solidFill>
                <a:effectLst/>
                <a:latin typeface="+mn-lt"/>
                <a:ea typeface="+mn-ea"/>
                <a:cs typeface="+mn-cs"/>
              </a:rPr>
              <a:t>現實中</a:t>
            </a:r>
            <a:r>
              <a:rPr lang="en-HK" sz="1200" b="0" kern="1200" dirty="0">
                <a:solidFill>
                  <a:schemeClr val="tx1"/>
                </a:solidFill>
                <a:effectLst/>
                <a:latin typeface="+mn-lt"/>
                <a:ea typeface="+mn-ea"/>
                <a:cs typeface="+mn-cs"/>
              </a:rPr>
              <a:t>，</a:t>
            </a:r>
            <a:r>
              <a:rPr lang="zh-CN" altLang="en-US" sz="1200" b="0" kern="1200" dirty="0">
                <a:solidFill>
                  <a:schemeClr val="tx1"/>
                </a:solidFill>
                <a:effectLst/>
                <a:latin typeface="+mn-lt"/>
                <a:ea typeface="DengXian"/>
                <a:cs typeface="+mn-cs"/>
              </a:rPr>
              <a:t>當然</a:t>
            </a:r>
            <a:r>
              <a:rPr lang="en-HK" sz="1200" b="0" kern="1200" dirty="0" err="1">
                <a:solidFill>
                  <a:schemeClr val="tx1"/>
                </a:solidFill>
                <a:effectLst/>
                <a:latin typeface="+mn-lt"/>
                <a:ea typeface="+mn-ea"/>
                <a:cs typeface="+mn-cs"/>
              </a:rPr>
              <a:t>冇一間餐廳會咁做</a:t>
            </a:r>
            <a:r>
              <a:rPr lang="en-HK" sz="1200" b="0" kern="1200" dirty="0">
                <a:solidFill>
                  <a:schemeClr val="tx1"/>
                </a:solidFill>
                <a:effectLst/>
                <a:latin typeface="+mn-lt"/>
                <a:ea typeface="+mn-ea"/>
                <a:cs typeface="+mn-cs"/>
              </a:rPr>
              <a:t>。</a:t>
            </a:r>
            <a:endParaRPr lang="en-HK" sz="1200" b="0" kern="1200" dirty="0">
              <a:solidFill>
                <a:schemeClr val="tx1"/>
              </a:solidFill>
              <a:effectLst/>
              <a:latin typeface="+mn-lt"/>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HK"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HK" sz="1200" b="0" kern="1200" dirty="0">
                <a:solidFill>
                  <a:schemeClr val="tx1"/>
                </a:solidFill>
                <a:effectLst/>
                <a:latin typeface="+mn-lt"/>
                <a:ea typeface="+mn-ea"/>
                <a:cs typeface="+mn-cs"/>
              </a:rPr>
              <a:t>&lt;CLICK&gt;</a:t>
            </a:r>
            <a:endParaRPr lang="en-HK" sz="1200" b="0" kern="1200" dirty="0">
              <a:solidFill>
                <a:schemeClr val="tx1"/>
              </a:solidFill>
              <a:effectLst/>
              <a:latin typeface="+mn-lt"/>
              <a:ea typeface="Calibri"/>
              <a:cs typeface="Calibri"/>
            </a:endParaRPr>
          </a:p>
          <a:p>
            <a:pPr>
              <a:defRPr/>
            </a:pPr>
            <a:r>
              <a:rPr lang="zh-CN" altLang="en-US" sz="1200" b="0" kern="1200" dirty="0">
                <a:solidFill>
                  <a:schemeClr val="tx1"/>
                </a:solidFill>
                <a:effectLst/>
                <a:latin typeface="+mn-lt"/>
                <a:ea typeface="DengXian"/>
                <a:cs typeface="+mn-cs"/>
              </a:rPr>
              <a:t>有</a:t>
            </a:r>
            <a:r>
              <a:rPr lang="en-HK" sz="1200" b="0" kern="1200" dirty="0" err="1">
                <a:solidFill>
                  <a:schemeClr val="tx1"/>
                </a:solidFill>
                <a:effectLst/>
                <a:latin typeface="+mn-lt"/>
                <a:ea typeface="+mn-ea"/>
                <a:cs typeface="+mn-cs"/>
              </a:rPr>
              <a:t>電力公司專門起發電廠、維護電網</a:t>
            </a:r>
            <a:r>
              <a:rPr lang="zh-CN" altLang="en-US" sz="1200" b="0" kern="1200" dirty="0">
                <a:solidFill>
                  <a:schemeClr val="tx1"/>
                </a:solidFill>
                <a:effectLst/>
                <a:latin typeface="+mn-lt"/>
                <a:ea typeface="DengXian"/>
                <a:cs typeface="+mn-cs"/>
              </a:rPr>
              <a:t>，</a:t>
            </a:r>
            <a:r>
              <a:rPr lang="en-HK" sz="1200" b="0" kern="1200" dirty="0" err="1">
                <a:solidFill>
                  <a:schemeClr val="tx1"/>
                </a:solidFill>
                <a:effectLst/>
                <a:latin typeface="+mn-lt"/>
                <a:ea typeface="+mn-ea"/>
                <a:cs typeface="+mn-cs"/>
              </a:rPr>
              <a:t>間餐廳</a:t>
            </a:r>
            <a:r>
              <a:rPr lang="zh-CN" altLang="en-US" sz="1200" b="0" kern="1200" dirty="0">
                <a:solidFill>
                  <a:schemeClr val="tx1"/>
                </a:solidFill>
                <a:effectLst/>
                <a:latin typeface="+mn-lt"/>
                <a:ea typeface="DengXian"/>
                <a:cs typeface="+mn-cs"/>
              </a:rPr>
              <a:t>就</a:t>
            </a:r>
            <a:r>
              <a:rPr lang="en-HK" sz="1200" b="0" kern="1200" dirty="0" err="1">
                <a:solidFill>
                  <a:schemeClr val="tx1"/>
                </a:solidFill>
                <a:effectLst/>
                <a:latin typeface="+mn-lt"/>
                <a:ea typeface="+mn-ea"/>
                <a:cs typeface="+mn-cs"/>
              </a:rPr>
              <a:t>插個插頭</a:t>
            </a:r>
            <a:r>
              <a:rPr lang="zh-CN" altLang="en-US" sz="1200" b="0" kern="1200" dirty="0">
                <a:solidFill>
                  <a:schemeClr val="tx1"/>
                </a:solidFill>
                <a:effectLst/>
                <a:latin typeface="+mn-lt"/>
                <a:ea typeface="DengXian"/>
                <a:cs typeface="+mn-cs"/>
              </a:rPr>
              <a:t>通過電網攞電力</a:t>
            </a:r>
            <a:r>
              <a:rPr lang="en-HK" sz="1200" b="0" kern="1200" dirty="0">
                <a:solidFill>
                  <a:schemeClr val="tx1"/>
                </a:solidFill>
                <a:effectLst/>
                <a:latin typeface="+mn-lt"/>
                <a:ea typeface="+mn-ea"/>
                <a:cs typeface="+mn-cs"/>
              </a:rPr>
              <a:t>。</a:t>
            </a:r>
            <a:br>
              <a:rPr lang="en-HK" dirty="0">
                <a:ea typeface="Calibri"/>
                <a:cs typeface="+mn-lt"/>
              </a:rPr>
            </a:br>
            <a:br>
              <a:rPr lang="en-HK" dirty="0">
                <a:ea typeface="Calibri"/>
                <a:cs typeface="+mn-lt"/>
              </a:rPr>
            </a:br>
            <a:r>
              <a:rPr lang="en-HK" dirty="0">
                <a:ea typeface="Calibri"/>
                <a:cs typeface="Calibri"/>
              </a:rPr>
              <a:t>several pages so as to retain as much the animation effect (</a:t>
            </a:r>
            <a:r>
              <a:rPr lang="en-HK" dirty="0" err="1">
                <a:ea typeface="Calibri"/>
                <a:cs typeface="Calibri"/>
              </a:rPr>
              <a:t>ie</a:t>
            </a:r>
            <a:r>
              <a:rPr lang="en-HK" dirty="0">
                <a:ea typeface="Calibri"/>
                <a:cs typeface="Calibri"/>
              </a:rPr>
              <a:t> 1st slide the restaurant, 2nd slide has one power generator added, 3rd slide has CLP Power added, 4th slide has the lightning strikes added. Reverse the order of the words – mention the restaurant focus on its own biz and don't want power generator themselves, then 2nd bullet point mention get </a:t>
            </a:r>
            <a:r>
              <a:rPr lang="en-HK" dirty="0" err="1">
                <a:ea typeface="Calibri"/>
                <a:cs typeface="Calibri"/>
              </a:rPr>
              <a:t>elec</a:t>
            </a:r>
            <a:r>
              <a:rPr lang="en-HK" dirty="0">
                <a:ea typeface="Calibri"/>
                <a:cs typeface="Calibri"/>
              </a:rPr>
              <a:t> by plugging into the socket</a:t>
            </a:r>
            <a:r>
              <a:rPr lang="zh-TW" altLang="en-US" dirty="0">
                <a:ea typeface="Calibri"/>
                <a:cs typeface="Calibri"/>
              </a:rPr>
              <a:t>✅</a:t>
            </a:r>
            <a:endParaRPr lang="en-HK" sz="1200" b="0" kern="1200" dirty="0">
              <a:solidFill>
                <a:schemeClr val="tx1"/>
              </a:solidFill>
              <a:effectLst/>
              <a:latin typeface="+mn-lt"/>
              <a:ea typeface="+mn-ea"/>
              <a:cs typeface="+mn-cs"/>
            </a:endParaRPr>
          </a:p>
          <a:p>
            <a:endParaRPr lang="en-HK" dirty="0"/>
          </a:p>
        </p:txBody>
      </p:sp>
      <p:sp>
        <p:nvSpPr>
          <p:cNvPr id="4" name="Slide Number Placeholder 3"/>
          <p:cNvSpPr>
            <a:spLocks noGrp="1"/>
          </p:cNvSpPr>
          <p:nvPr>
            <p:ph type="sldNum" sz="quarter" idx="5"/>
          </p:nvPr>
        </p:nvSpPr>
        <p:spPr/>
        <p:txBody>
          <a:bodyPr/>
          <a:lstStyle/>
          <a:p>
            <a:fld id="{8F182568-E164-6C44-809C-9E4A0E912D31}" type="slidenum">
              <a:rPr lang="en-US" smtClean="0"/>
              <a:t>38</a:t>
            </a:fld>
            <a:endParaRPr lang="en-US"/>
          </a:p>
        </p:txBody>
      </p:sp>
    </p:spTree>
    <p:extLst>
      <p:ext uri="{BB962C8B-B14F-4D97-AF65-F5344CB8AC3E}">
        <p14:creationId xmlns:p14="http://schemas.microsoft.com/office/powerpoint/2010/main" val="34621518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134FC-33B2-AA9A-C897-227B9E931C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A17A88-9E5F-C5F5-EF46-3202D2B07045}"/>
              </a:ext>
            </a:extLst>
          </p:cNvPr>
          <p:cNvSpPr>
            <a:spLocks noGrp="1" noRot="1" noChangeAspect="1"/>
          </p:cNvSpPr>
          <p:nvPr>
            <p:ph type="sldImg"/>
          </p:nvPr>
        </p:nvSpPr>
        <p:spPr/>
        <p:txBody>
          <a:bodyPr/>
          <a:lstStyle/>
          <a:p>
            <a:endParaRPr lang="zh-HK" altLang="en-US"/>
          </a:p>
        </p:txBody>
      </p:sp>
      <p:sp>
        <p:nvSpPr>
          <p:cNvPr id="3" name="Notes Placeholder 2">
            <a:extLst>
              <a:ext uri="{FF2B5EF4-FFF2-40B4-BE49-F238E27FC236}">
                <a16:creationId xmlns:a16="http://schemas.microsoft.com/office/drawing/2014/main" id="{F9714A11-07E9-444E-D937-B411E883420C}"/>
              </a:ext>
            </a:extLst>
          </p:cNvPr>
          <p:cNvSpPr>
            <a:spLocks noGrp="1"/>
          </p:cNvSpPr>
          <p:nvPr>
            <p:ph type="body" idx="1"/>
          </p:nvPr>
        </p:nvSpPr>
        <p:spPr/>
        <p:txBody>
          <a:bodyPr/>
          <a:lstStyle/>
          <a:p>
            <a:r>
              <a:rPr lang="en-HK" sz="1200" b="0" kern="1200" dirty="0" err="1">
                <a:solidFill>
                  <a:schemeClr val="tx1"/>
                </a:solidFill>
                <a:effectLst/>
                <a:latin typeface="+mn-lt"/>
                <a:ea typeface="+mn-ea"/>
                <a:cs typeface="+mn-cs"/>
              </a:rPr>
              <a:t>呢個情況，就好似一間餐廳要自己買發電機</a:t>
            </a:r>
            <a:r>
              <a:rPr lang="zh-CN" altLang="en-US" sz="1200" b="0" kern="1200" dirty="0">
                <a:solidFill>
                  <a:schemeClr val="tx1"/>
                </a:solidFill>
                <a:effectLst/>
                <a:latin typeface="+mn-lt"/>
                <a:ea typeface="DengXian"/>
                <a:cs typeface="+mn-cs"/>
              </a:rPr>
              <a:t>爲自己供電</a:t>
            </a:r>
            <a:r>
              <a:rPr lang="en-HK" sz="1200" b="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HK" sz="1200" b="0" kern="1200" dirty="0" err="1">
                <a:solidFill>
                  <a:schemeClr val="tx1"/>
                </a:solidFill>
                <a:effectLst/>
                <a:latin typeface="+mn-lt"/>
                <a:ea typeface="+mn-ea"/>
                <a:cs typeface="+mn-cs"/>
              </a:rPr>
              <a:t>現實中</a:t>
            </a:r>
            <a:r>
              <a:rPr lang="en-HK" sz="1200" b="0" kern="1200" dirty="0">
                <a:solidFill>
                  <a:schemeClr val="tx1"/>
                </a:solidFill>
                <a:effectLst/>
                <a:latin typeface="+mn-lt"/>
                <a:ea typeface="+mn-ea"/>
                <a:cs typeface="+mn-cs"/>
              </a:rPr>
              <a:t>，</a:t>
            </a:r>
            <a:r>
              <a:rPr lang="zh-CN" altLang="en-US" sz="1200" b="0" kern="1200" dirty="0">
                <a:solidFill>
                  <a:schemeClr val="tx1"/>
                </a:solidFill>
                <a:effectLst/>
                <a:latin typeface="+mn-lt"/>
                <a:ea typeface="DengXian"/>
                <a:cs typeface="+mn-cs"/>
              </a:rPr>
              <a:t>當然</a:t>
            </a:r>
            <a:r>
              <a:rPr lang="en-HK" sz="1200" b="0" kern="1200" dirty="0" err="1">
                <a:solidFill>
                  <a:schemeClr val="tx1"/>
                </a:solidFill>
                <a:effectLst/>
                <a:latin typeface="+mn-lt"/>
                <a:ea typeface="+mn-ea"/>
                <a:cs typeface="+mn-cs"/>
              </a:rPr>
              <a:t>冇一間餐廳會咁做</a:t>
            </a:r>
            <a:r>
              <a:rPr lang="en-HK" sz="1200" b="0" kern="1200" dirty="0">
                <a:solidFill>
                  <a:schemeClr val="tx1"/>
                </a:solidFill>
                <a:effectLst/>
                <a:latin typeface="+mn-lt"/>
                <a:ea typeface="+mn-ea"/>
                <a:cs typeface="+mn-cs"/>
              </a:rPr>
              <a:t>。</a:t>
            </a:r>
            <a:endParaRPr lang="en-HK" sz="1200" b="0" kern="1200" dirty="0">
              <a:solidFill>
                <a:schemeClr val="tx1"/>
              </a:solidFill>
              <a:effectLst/>
              <a:latin typeface="+mn-lt"/>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HK"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HK" sz="1200" b="0" kern="1200" dirty="0">
                <a:solidFill>
                  <a:schemeClr val="tx1"/>
                </a:solidFill>
                <a:effectLst/>
                <a:latin typeface="+mn-lt"/>
                <a:ea typeface="+mn-ea"/>
                <a:cs typeface="+mn-cs"/>
              </a:rPr>
              <a:t>&lt;CLICK&gt;</a:t>
            </a:r>
            <a:endParaRPr lang="en-HK" sz="1200" b="0" kern="1200" dirty="0">
              <a:solidFill>
                <a:schemeClr val="tx1"/>
              </a:solidFill>
              <a:effectLst/>
              <a:latin typeface="+mn-lt"/>
              <a:ea typeface="Calibri"/>
              <a:cs typeface="Calibri"/>
            </a:endParaRPr>
          </a:p>
          <a:p>
            <a:pPr>
              <a:defRPr/>
            </a:pPr>
            <a:r>
              <a:rPr lang="zh-CN" altLang="en-US" sz="1200" b="0" kern="1200" dirty="0">
                <a:solidFill>
                  <a:schemeClr val="tx1"/>
                </a:solidFill>
                <a:effectLst/>
                <a:latin typeface="+mn-lt"/>
                <a:ea typeface="DengXian"/>
                <a:cs typeface="+mn-cs"/>
              </a:rPr>
              <a:t>有</a:t>
            </a:r>
            <a:r>
              <a:rPr lang="en-HK" sz="1200" b="0" kern="1200" dirty="0" err="1">
                <a:solidFill>
                  <a:schemeClr val="tx1"/>
                </a:solidFill>
                <a:effectLst/>
                <a:latin typeface="+mn-lt"/>
                <a:ea typeface="+mn-ea"/>
                <a:cs typeface="+mn-cs"/>
              </a:rPr>
              <a:t>電力公司專門起發電廠、維護電網</a:t>
            </a:r>
            <a:r>
              <a:rPr lang="zh-CN" altLang="en-US" sz="1200" b="0" kern="1200" dirty="0">
                <a:solidFill>
                  <a:schemeClr val="tx1"/>
                </a:solidFill>
                <a:effectLst/>
                <a:latin typeface="+mn-lt"/>
                <a:ea typeface="DengXian"/>
                <a:cs typeface="+mn-cs"/>
              </a:rPr>
              <a:t>，</a:t>
            </a:r>
            <a:r>
              <a:rPr lang="en-HK" sz="1200" b="0" kern="1200" dirty="0" err="1">
                <a:solidFill>
                  <a:schemeClr val="tx1"/>
                </a:solidFill>
                <a:effectLst/>
                <a:latin typeface="+mn-lt"/>
                <a:ea typeface="+mn-ea"/>
                <a:cs typeface="+mn-cs"/>
              </a:rPr>
              <a:t>間餐廳</a:t>
            </a:r>
            <a:r>
              <a:rPr lang="zh-CN" altLang="en-US" sz="1200" b="0" kern="1200" dirty="0">
                <a:solidFill>
                  <a:schemeClr val="tx1"/>
                </a:solidFill>
                <a:effectLst/>
                <a:latin typeface="+mn-lt"/>
                <a:ea typeface="DengXian"/>
                <a:cs typeface="+mn-cs"/>
              </a:rPr>
              <a:t>就</a:t>
            </a:r>
            <a:r>
              <a:rPr lang="en-HK" sz="1200" b="0" kern="1200" dirty="0" err="1">
                <a:solidFill>
                  <a:schemeClr val="tx1"/>
                </a:solidFill>
                <a:effectLst/>
                <a:latin typeface="+mn-lt"/>
                <a:ea typeface="+mn-ea"/>
                <a:cs typeface="+mn-cs"/>
              </a:rPr>
              <a:t>插個插頭</a:t>
            </a:r>
            <a:r>
              <a:rPr lang="zh-CN" altLang="en-US" sz="1200" b="0" kern="1200" dirty="0">
                <a:solidFill>
                  <a:schemeClr val="tx1"/>
                </a:solidFill>
                <a:effectLst/>
                <a:latin typeface="+mn-lt"/>
                <a:ea typeface="DengXian"/>
                <a:cs typeface="+mn-cs"/>
              </a:rPr>
              <a:t>通過電網攞電力</a:t>
            </a:r>
            <a:r>
              <a:rPr lang="en-HK" sz="1200" b="0" kern="1200" dirty="0">
                <a:solidFill>
                  <a:schemeClr val="tx1"/>
                </a:solidFill>
                <a:effectLst/>
                <a:latin typeface="+mn-lt"/>
                <a:ea typeface="+mn-ea"/>
                <a:cs typeface="+mn-cs"/>
              </a:rPr>
              <a:t>。</a:t>
            </a:r>
            <a:br>
              <a:rPr lang="en-HK" dirty="0">
                <a:ea typeface="Calibri"/>
                <a:cs typeface="+mn-lt"/>
              </a:rPr>
            </a:br>
            <a:br>
              <a:rPr lang="en-HK" dirty="0">
                <a:ea typeface="Calibri"/>
                <a:cs typeface="+mn-lt"/>
              </a:rPr>
            </a:br>
            <a:r>
              <a:rPr lang="en-HK" dirty="0">
                <a:ea typeface="Calibri"/>
                <a:cs typeface="Calibri"/>
              </a:rPr>
              <a:t>several pages so as to retain as much the animation effect (</a:t>
            </a:r>
            <a:r>
              <a:rPr lang="en-HK" dirty="0" err="1">
                <a:ea typeface="Calibri"/>
                <a:cs typeface="Calibri"/>
              </a:rPr>
              <a:t>ie</a:t>
            </a:r>
            <a:r>
              <a:rPr lang="en-HK" dirty="0">
                <a:ea typeface="Calibri"/>
                <a:cs typeface="Calibri"/>
              </a:rPr>
              <a:t> 1st slide the restaurant, 2nd slide has one power generator added, 3rd slide has CLP Power added, 4th slide has the lightning strikes added. Reverse the order of the words – mention the restaurant focus on its own biz and don't want power generator themselves, then 2nd bullet point mention get </a:t>
            </a:r>
            <a:r>
              <a:rPr lang="en-HK" dirty="0" err="1">
                <a:ea typeface="Calibri"/>
                <a:cs typeface="Calibri"/>
              </a:rPr>
              <a:t>elec</a:t>
            </a:r>
            <a:r>
              <a:rPr lang="en-HK" dirty="0">
                <a:ea typeface="Calibri"/>
                <a:cs typeface="Calibri"/>
              </a:rPr>
              <a:t> by plugging into the socket</a:t>
            </a:r>
            <a:r>
              <a:rPr lang="zh-TW" altLang="en-US" dirty="0">
                <a:ea typeface="Calibri"/>
                <a:cs typeface="Calibri"/>
              </a:rPr>
              <a:t>✅</a:t>
            </a:r>
            <a:endParaRPr lang="en-HK" sz="1200" b="0" kern="1200" dirty="0">
              <a:solidFill>
                <a:schemeClr val="tx1"/>
              </a:solidFill>
              <a:effectLst/>
              <a:latin typeface="+mn-lt"/>
              <a:ea typeface="+mn-ea"/>
              <a:cs typeface="+mn-cs"/>
            </a:endParaRPr>
          </a:p>
          <a:p>
            <a:endParaRPr lang="en-HK" dirty="0"/>
          </a:p>
        </p:txBody>
      </p:sp>
      <p:sp>
        <p:nvSpPr>
          <p:cNvPr id="4" name="Slide Number Placeholder 3">
            <a:extLst>
              <a:ext uri="{FF2B5EF4-FFF2-40B4-BE49-F238E27FC236}">
                <a16:creationId xmlns:a16="http://schemas.microsoft.com/office/drawing/2014/main" id="{6FE7754B-9638-6760-0901-F8AB8CB287A4}"/>
              </a:ext>
            </a:extLst>
          </p:cNvPr>
          <p:cNvSpPr>
            <a:spLocks noGrp="1"/>
          </p:cNvSpPr>
          <p:nvPr>
            <p:ph type="sldNum" sz="quarter" idx="5"/>
          </p:nvPr>
        </p:nvSpPr>
        <p:spPr/>
        <p:txBody>
          <a:bodyPr/>
          <a:lstStyle/>
          <a:p>
            <a:fld id="{8F182568-E164-6C44-809C-9E4A0E912D31}" type="slidenum">
              <a:rPr lang="en-US" smtClean="0"/>
              <a:t>39</a:t>
            </a:fld>
            <a:endParaRPr lang="en-US"/>
          </a:p>
        </p:txBody>
      </p:sp>
    </p:spTree>
    <p:extLst>
      <p:ext uri="{BB962C8B-B14F-4D97-AF65-F5344CB8AC3E}">
        <p14:creationId xmlns:p14="http://schemas.microsoft.com/office/powerpoint/2010/main" val="30437871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4807E-0E1F-9C8E-4899-C95A5920A4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C2FD95-5D58-EF19-F46C-DC4FF8533FAB}"/>
              </a:ext>
            </a:extLst>
          </p:cNvPr>
          <p:cNvSpPr>
            <a:spLocks noGrp="1" noRot="1" noChangeAspect="1"/>
          </p:cNvSpPr>
          <p:nvPr>
            <p:ph type="sldImg"/>
          </p:nvPr>
        </p:nvSpPr>
        <p:spPr/>
        <p:txBody>
          <a:bodyPr/>
          <a:lstStyle/>
          <a:p>
            <a:endParaRPr lang="zh-HK" altLang="en-US"/>
          </a:p>
        </p:txBody>
      </p:sp>
      <p:sp>
        <p:nvSpPr>
          <p:cNvPr id="3" name="Notes Placeholder 2">
            <a:extLst>
              <a:ext uri="{FF2B5EF4-FFF2-40B4-BE49-F238E27FC236}">
                <a16:creationId xmlns:a16="http://schemas.microsoft.com/office/drawing/2014/main" id="{B0328677-5138-6160-4181-2B4B52EB8800}"/>
              </a:ext>
            </a:extLst>
          </p:cNvPr>
          <p:cNvSpPr>
            <a:spLocks noGrp="1"/>
          </p:cNvSpPr>
          <p:nvPr>
            <p:ph type="body" idx="1"/>
          </p:nvPr>
        </p:nvSpPr>
        <p:spPr/>
        <p:txBody>
          <a:bodyPr/>
          <a:lstStyle/>
          <a:p>
            <a:r>
              <a:rPr lang="en-HK" sz="1200" b="0" kern="1200" dirty="0" err="1">
                <a:solidFill>
                  <a:schemeClr val="tx1"/>
                </a:solidFill>
                <a:effectLst/>
                <a:latin typeface="+mn-lt"/>
                <a:ea typeface="+mn-ea"/>
                <a:cs typeface="+mn-cs"/>
              </a:rPr>
              <a:t>呢個情況，就好似一間餐廳要自己買發電機</a:t>
            </a:r>
            <a:r>
              <a:rPr lang="zh-CN" altLang="en-US" sz="1200" b="0" kern="1200" dirty="0">
                <a:solidFill>
                  <a:schemeClr val="tx1"/>
                </a:solidFill>
                <a:effectLst/>
                <a:latin typeface="+mn-lt"/>
                <a:ea typeface="DengXian"/>
                <a:cs typeface="+mn-cs"/>
              </a:rPr>
              <a:t>爲自己供電</a:t>
            </a:r>
            <a:r>
              <a:rPr lang="en-HK" sz="1200" b="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HK" sz="1200" b="0" kern="1200" dirty="0" err="1">
                <a:solidFill>
                  <a:schemeClr val="tx1"/>
                </a:solidFill>
                <a:effectLst/>
                <a:latin typeface="+mn-lt"/>
                <a:ea typeface="+mn-ea"/>
                <a:cs typeface="+mn-cs"/>
              </a:rPr>
              <a:t>現實中</a:t>
            </a:r>
            <a:r>
              <a:rPr lang="en-HK" sz="1200" b="0" kern="1200" dirty="0">
                <a:solidFill>
                  <a:schemeClr val="tx1"/>
                </a:solidFill>
                <a:effectLst/>
                <a:latin typeface="+mn-lt"/>
                <a:ea typeface="+mn-ea"/>
                <a:cs typeface="+mn-cs"/>
              </a:rPr>
              <a:t>，</a:t>
            </a:r>
            <a:r>
              <a:rPr lang="zh-CN" altLang="en-US" sz="1200" b="0" kern="1200" dirty="0">
                <a:solidFill>
                  <a:schemeClr val="tx1"/>
                </a:solidFill>
                <a:effectLst/>
                <a:latin typeface="+mn-lt"/>
                <a:ea typeface="DengXian"/>
                <a:cs typeface="+mn-cs"/>
              </a:rPr>
              <a:t>當然</a:t>
            </a:r>
            <a:r>
              <a:rPr lang="en-HK" sz="1200" b="0" kern="1200" dirty="0" err="1">
                <a:solidFill>
                  <a:schemeClr val="tx1"/>
                </a:solidFill>
                <a:effectLst/>
                <a:latin typeface="+mn-lt"/>
                <a:ea typeface="+mn-ea"/>
                <a:cs typeface="+mn-cs"/>
              </a:rPr>
              <a:t>冇一間餐廳會咁做</a:t>
            </a:r>
            <a:r>
              <a:rPr lang="en-HK" sz="1200" b="0" kern="1200" dirty="0">
                <a:solidFill>
                  <a:schemeClr val="tx1"/>
                </a:solidFill>
                <a:effectLst/>
                <a:latin typeface="+mn-lt"/>
                <a:ea typeface="+mn-ea"/>
                <a:cs typeface="+mn-cs"/>
              </a:rPr>
              <a:t>。</a:t>
            </a:r>
            <a:endParaRPr lang="en-HK" sz="1200" b="0" kern="1200" dirty="0">
              <a:solidFill>
                <a:schemeClr val="tx1"/>
              </a:solidFill>
              <a:effectLst/>
              <a:latin typeface="+mn-lt"/>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HK"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HK" sz="1200" b="0" kern="1200" dirty="0">
                <a:solidFill>
                  <a:schemeClr val="tx1"/>
                </a:solidFill>
                <a:effectLst/>
                <a:latin typeface="+mn-lt"/>
                <a:ea typeface="+mn-ea"/>
                <a:cs typeface="+mn-cs"/>
              </a:rPr>
              <a:t>&lt;CLICK&gt;</a:t>
            </a:r>
            <a:endParaRPr lang="en-HK" sz="1200" b="0" kern="1200" dirty="0">
              <a:solidFill>
                <a:schemeClr val="tx1"/>
              </a:solidFill>
              <a:effectLst/>
              <a:latin typeface="+mn-lt"/>
              <a:ea typeface="Calibri"/>
              <a:cs typeface="Calibri"/>
            </a:endParaRPr>
          </a:p>
          <a:p>
            <a:pPr>
              <a:defRPr/>
            </a:pPr>
            <a:r>
              <a:rPr lang="zh-CN" altLang="en-US" sz="1200" b="0" kern="1200" dirty="0">
                <a:solidFill>
                  <a:schemeClr val="tx1"/>
                </a:solidFill>
                <a:effectLst/>
                <a:latin typeface="+mn-lt"/>
                <a:ea typeface="DengXian"/>
                <a:cs typeface="+mn-cs"/>
              </a:rPr>
              <a:t>有</a:t>
            </a:r>
            <a:r>
              <a:rPr lang="en-HK" sz="1200" b="0" kern="1200" dirty="0" err="1">
                <a:solidFill>
                  <a:schemeClr val="tx1"/>
                </a:solidFill>
                <a:effectLst/>
                <a:latin typeface="+mn-lt"/>
                <a:ea typeface="+mn-ea"/>
                <a:cs typeface="+mn-cs"/>
              </a:rPr>
              <a:t>電力公司專門起發電廠、維護電網</a:t>
            </a:r>
            <a:r>
              <a:rPr lang="zh-CN" altLang="en-US" sz="1200" b="0" kern="1200" dirty="0">
                <a:solidFill>
                  <a:schemeClr val="tx1"/>
                </a:solidFill>
                <a:effectLst/>
                <a:latin typeface="+mn-lt"/>
                <a:ea typeface="DengXian"/>
                <a:cs typeface="+mn-cs"/>
              </a:rPr>
              <a:t>，</a:t>
            </a:r>
            <a:r>
              <a:rPr lang="en-HK" sz="1200" b="0" kern="1200" dirty="0" err="1">
                <a:solidFill>
                  <a:schemeClr val="tx1"/>
                </a:solidFill>
                <a:effectLst/>
                <a:latin typeface="+mn-lt"/>
                <a:ea typeface="+mn-ea"/>
                <a:cs typeface="+mn-cs"/>
              </a:rPr>
              <a:t>間餐廳</a:t>
            </a:r>
            <a:r>
              <a:rPr lang="zh-CN" altLang="en-US" sz="1200" b="0" kern="1200" dirty="0">
                <a:solidFill>
                  <a:schemeClr val="tx1"/>
                </a:solidFill>
                <a:effectLst/>
                <a:latin typeface="+mn-lt"/>
                <a:ea typeface="DengXian"/>
                <a:cs typeface="+mn-cs"/>
              </a:rPr>
              <a:t>就</a:t>
            </a:r>
            <a:r>
              <a:rPr lang="en-HK" sz="1200" b="0" kern="1200" dirty="0" err="1">
                <a:solidFill>
                  <a:schemeClr val="tx1"/>
                </a:solidFill>
                <a:effectLst/>
                <a:latin typeface="+mn-lt"/>
                <a:ea typeface="+mn-ea"/>
                <a:cs typeface="+mn-cs"/>
              </a:rPr>
              <a:t>插個插頭</a:t>
            </a:r>
            <a:r>
              <a:rPr lang="zh-CN" altLang="en-US" sz="1200" b="0" kern="1200" dirty="0">
                <a:solidFill>
                  <a:schemeClr val="tx1"/>
                </a:solidFill>
                <a:effectLst/>
                <a:latin typeface="+mn-lt"/>
                <a:ea typeface="DengXian"/>
                <a:cs typeface="+mn-cs"/>
              </a:rPr>
              <a:t>通過電網攞電力</a:t>
            </a:r>
            <a:r>
              <a:rPr lang="en-HK" sz="1200" b="0" kern="1200" dirty="0">
                <a:solidFill>
                  <a:schemeClr val="tx1"/>
                </a:solidFill>
                <a:effectLst/>
                <a:latin typeface="+mn-lt"/>
                <a:ea typeface="+mn-ea"/>
                <a:cs typeface="+mn-cs"/>
              </a:rPr>
              <a:t>。</a:t>
            </a:r>
            <a:br>
              <a:rPr lang="en-HK" dirty="0">
                <a:ea typeface="Calibri"/>
                <a:cs typeface="+mn-lt"/>
              </a:rPr>
            </a:br>
            <a:br>
              <a:rPr lang="en-HK" dirty="0">
                <a:ea typeface="Calibri"/>
                <a:cs typeface="+mn-lt"/>
              </a:rPr>
            </a:br>
            <a:r>
              <a:rPr lang="en-HK" dirty="0">
                <a:ea typeface="Calibri"/>
                <a:cs typeface="Calibri"/>
              </a:rPr>
              <a:t>several pages so as to retain as much the animation effect (</a:t>
            </a:r>
            <a:r>
              <a:rPr lang="en-HK" dirty="0" err="1">
                <a:ea typeface="Calibri"/>
                <a:cs typeface="Calibri"/>
              </a:rPr>
              <a:t>ie</a:t>
            </a:r>
            <a:r>
              <a:rPr lang="en-HK" dirty="0">
                <a:ea typeface="Calibri"/>
                <a:cs typeface="Calibri"/>
              </a:rPr>
              <a:t> 1st slide the restaurant, 2nd slide has one power generator added, 3rd slide has CLP Power added, 4th slide has the lightning strikes added. Reverse the order of the words – mention the restaurant focus on its own biz and don't want power generator themselves, then 2nd bullet point mention get </a:t>
            </a:r>
            <a:r>
              <a:rPr lang="en-HK" dirty="0" err="1">
                <a:ea typeface="Calibri"/>
                <a:cs typeface="Calibri"/>
              </a:rPr>
              <a:t>elec</a:t>
            </a:r>
            <a:r>
              <a:rPr lang="en-HK" dirty="0">
                <a:ea typeface="Calibri"/>
                <a:cs typeface="Calibri"/>
              </a:rPr>
              <a:t> by plugging into the socket</a:t>
            </a:r>
            <a:r>
              <a:rPr lang="zh-TW" altLang="en-US" dirty="0">
                <a:ea typeface="Calibri"/>
                <a:cs typeface="Calibri"/>
              </a:rPr>
              <a:t>✅</a:t>
            </a:r>
            <a:endParaRPr lang="en-HK" sz="1200" b="0" kern="1200" dirty="0">
              <a:solidFill>
                <a:schemeClr val="tx1"/>
              </a:solidFill>
              <a:effectLst/>
              <a:latin typeface="+mn-lt"/>
              <a:ea typeface="+mn-ea"/>
              <a:cs typeface="+mn-cs"/>
            </a:endParaRPr>
          </a:p>
          <a:p>
            <a:endParaRPr lang="en-HK" dirty="0"/>
          </a:p>
        </p:txBody>
      </p:sp>
      <p:sp>
        <p:nvSpPr>
          <p:cNvPr id="4" name="Slide Number Placeholder 3">
            <a:extLst>
              <a:ext uri="{FF2B5EF4-FFF2-40B4-BE49-F238E27FC236}">
                <a16:creationId xmlns:a16="http://schemas.microsoft.com/office/drawing/2014/main" id="{CEC320FA-89E9-E39C-2274-725132E8D5A2}"/>
              </a:ext>
            </a:extLst>
          </p:cNvPr>
          <p:cNvSpPr>
            <a:spLocks noGrp="1"/>
          </p:cNvSpPr>
          <p:nvPr>
            <p:ph type="sldNum" sz="quarter" idx="5"/>
          </p:nvPr>
        </p:nvSpPr>
        <p:spPr/>
        <p:txBody>
          <a:bodyPr/>
          <a:lstStyle/>
          <a:p>
            <a:fld id="{8F182568-E164-6C44-809C-9E4A0E912D31}" type="slidenum">
              <a:rPr lang="en-US" smtClean="0"/>
              <a:t>40</a:t>
            </a:fld>
            <a:endParaRPr lang="en-US"/>
          </a:p>
        </p:txBody>
      </p:sp>
    </p:spTree>
    <p:extLst>
      <p:ext uri="{BB962C8B-B14F-4D97-AF65-F5344CB8AC3E}">
        <p14:creationId xmlns:p14="http://schemas.microsoft.com/office/powerpoint/2010/main" val="29524297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DE424-2A9E-43C7-D415-DC6912BFFF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F8DE9E-557F-3455-D52A-E8B477C855E2}"/>
              </a:ext>
            </a:extLst>
          </p:cNvPr>
          <p:cNvSpPr>
            <a:spLocks noGrp="1" noRot="1" noChangeAspect="1"/>
          </p:cNvSpPr>
          <p:nvPr>
            <p:ph type="sldImg"/>
          </p:nvPr>
        </p:nvSpPr>
        <p:spPr/>
        <p:txBody>
          <a:bodyPr/>
          <a:lstStyle/>
          <a:p>
            <a:endParaRPr lang="zh-HK" altLang="en-US"/>
          </a:p>
        </p:txBody>
      </p:sp>
      <p:sp>
        <p:nvSpPr>
          <p:cNvPr id="3" name="Notes Placeholder 2">
            <a:extLst>
              <a:ext uri="{FF2B5EF4-FFF2-40B4-BE49-F238E27FC236}">
                <a16:creationId xmlns:a16="http://schemas.microsoft.com/office/drawing/2014/main" id="{BE588F47-A754-3AE7-AFB2-4E538CFA8DDC}"/>
              </a:ext>
            </a:extLst>
          </p:cNvPr>
          <p:cNvSpPr>
            <a:spLocks noGrp="1"/>
          </p:cNvSpPr>
          <p:nvPr>
            <p:ph type="body" idx="1"/>
          </p:nvPr>
        </p:nvSpPr>
        <p:spPr/>
        <p:txBody>
          <a:bodyPr/>
          <a:lstStyle/>
          <a:p>
            <a:r>
              <a:rPr lang="en-HK" sz="1200" b="0" kern="1200" dirty="0" err="1">
                <a:solidFill>
                  <a:schemeClr val="tx1"/>
                </a:solidFill>
                <a:effectLst/>
                <a:latin typeface="+mn-lt"/>
                <a:ea typeface="+mn-ea"/>
                <a:cs typeface="+mn-cs"/>
              </a:rPr>
              <a:t>呢個情況，就好似一間餐廳要自己買發電機</a:t>
            </a:r>
            <a:r>
              <a:rPr lang="zh-CN" altLang="en-US" sz="1200" b="0" kern="1200" dirty="0">
                <a:solidFill>
                  <a:schemeClr val="tx1"/>
                </a:solidFill>
                <a:effectLst/>
                <a:latin typeface="+mn-lt"/>
                <a:ea typeface="DengXian"/>
                <a:cs typeface="+mn-cs"/>
              </a:rPr>
              <a:t>爲自己供電</a:t>
            </a:r>
            <a:r>
              <a:rPr lang="en-HK" sz="1200" b="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HK" sz="1200" b="0" kern="1200" dirty="0" err="1">
                <a:solidFill>
                  <a:schemeClr val="tx1"/>
                </a:solidFill>
                <a:effectLst/>
                <a:latin typeface="+mn-lt"/>
                <a:ea typeface="+mn-ea"/>
                <a:cs typeface="+mn-cs"/>
              </a:rPr>
              <a:t>現實中</a:t>
            </a:r>
            <a:r>
              <a:rPr lang="en-HK" sz="1200" b="0" kern="1200" dirty="0">
                <a:solidFill>
                  <a:schemeClr val="tx1"/>
                </a:solidFill>
                <a:effectLst/>
                <a:latin typeface="+mn-lt"/>
                <a:ea typeface="+mn-ea"/>
                <a:cs typeface="+mn-cs"/>
              </a:rPr>
              <a:t>，</a:t>
            </a:r>
            <a:r>
              <a:rPr lang="zh-CN" altLang="en-US" sz="1200" b="0" kern="1200" dirty="0">
                <a:solidFill>
                  <a:schemeClr val="tx1"/>
                </a:solidFill>
                <a:effectLst/>
                <a:latin typeface="+mn-lt"/>
                <a:ea typeface="DengXian"/>
                <a:cs typeface="+mn-cs"/>
              </a:rPr>
              <a:t>當然</a:t>
            </a:r>
            <a:r>
              <a:rPr lang="en-HK" sz="1200" b="0" kern="1200" dirty="0" err="1">
                <a:solidFill>
                  <a:schemeClr val="tx1"/>
                </a:solidFill>
                <a:effectLst/>
                <a:latin typeface="+mn-lt"/>
                <a:ea typeface="+mn-ea"/>
                <a:cs typeface="+mn-cs"/>
              </a:rPr>
              <a:t>冇一間餐廳會咁做</a:t>
            </a:r>
            <a:r>
              <a:rPr lang="en-HK" sz="1200" b="0" kern="1200" dirty="0">
                <a:solidFill>
                  <a:schemeClr val="tx1"/>
                </a:solidFill>
                <a:effectLst/>
                <a:latin typeface="+mn-lt"/>
                <a:ea typeface="+mn-ea"/>
                <a:cs typeface="+mn-cs"/>
              </a:rPr>
              <a:t>。</a:t>
            </a:r>
            <a:endParaRPr lang="en-HK" sz="1200" b="0" kern="1200" dirty="0">
              <a:solidFill>
                <a:schemeClr val="tx1"/>
              </a:solidFill>
              <a:effectLst/>
              <a:latin typeface="+mn-lt"/>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HK"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HK" sz="1200" b="0" kern="1200" dirty="0">
                <a:solidFill>
                  <a:schemeClr val="tx1"/>
                </a:solidFill>
                <a:effectLst/>
                <a:latin typeface="+mn-lt"/>
                <a:ea typeface="+mn-ea"/>
                <a:cs typeface="+mn-cs"/>
              </a:rPr>
              <a:t>&lt;CLICK&gt;</a:t>
            </a:r>
            <a:endParaRPr lang="en-HK" sz="1200" b="0" kern="1200" dirty="0">
              <a:solidFill>
                <a:schemeClr val="tx1"/>
              </a:solidFill>
              <a:effectLst/>
              <a:latin typeface="+mn-lt"/>
              <a:ea typeface="Calibri"/>
              <a:cs typeface="Calibri"/>
            </a:endParaRPr>
          </a:p>
          <a:p>
            <a:pPr>
              <a:defRPr/>
            </a:pPr>
            <a:r>
              <a:rPr lang="zh-CN" altLang="en-US" sz="1200" b="0" kern="1200" dirty="0">
                <a:solidFill>
                  <a:schemeClr val="tx1"/>
                </a:solidFill>
                <a:effectLst/>
                <a:latin typeface="+mn-lt"/>
                <a:ea typeface="DengXian"/>
                <a:cs typeface="+mn-cs"/>
              </a:rPr>
              <a:t>有</a:t>
            </a:r>
            <a:r>
              <a:rPr lang="en-HK" sz="1200" b="0" kern="1200" dirty="0" err="1">
                <a:solidFill>
                  <a:schemeClr val="tx1"/>
                </a:solidFill>
                <a:effectLst/>
                <a:latin typeface="+mn-lt"/>
                <a:ea typeface="+mn-ea"/>
                <a:cs typeface="+mn-cs"/>
              </a:rPr>
              <a:t>電力公司專門起發電廠、維護電網</a:t>
            </a:r>
            <a:r>
              <a:rPr lang="zh-CN" altLang="en-US" sz="1200" b="0" kern="1200" dirty="0">
                <a:solidFill>
                  <a:schemeClr val="tx1"/>
                </a:solidFill>
                <a:effectLst/>
                <a:latin typeface="+mn-lt"/>
                <a:ea typeface="DengXian"/>
                <a:cs typeface="+mn-cs"/>
              </a:rPr>
              <a:t>，</a:t>
            </a:r>
            <a:r>
              <a:rPr lang="en-HK" sz="1200" b="0" kern="1200" dirty="0" err="1">
                <a:solidFill>
                  <a:schemeClr val="tx1"/>
                </a:solidFill>
                <a:effectLst/>
                <a:latin typeface="+mn-lt"/>
                <a:ea typeface="+mn-ea"/>
                <a:cs typeface="+mn-cs"/>
              </a:rPr>
              <a:t>間餐廳</a:t>
            </a:r>
            <a:r>
              <a:rPr lang="zh-CN" altLang="en-US" sz="1200" b="0" kern="1200" dirty="0">
                <a:solidFill>
                  <a:schemeClr val="tx1"/>
                </a:solidFill>
                <a:effectLst/>
                <a:latin typeface="+mn-lt"/>
                <a:ea typeface="DengXian"/>
                <a:cs typeface="+mn-cs"/>
              </a:rPr>
              <a:t>就</a:t>
            </a:r>
            <a:r>
              <a:rPr lang="en-HK" sz="1200" b="0" kern="1200" dirty="0" err="1">
                <a:solidFill>
                  <a:schemeClr val="tx1"/>
                </a:solidFill>
                <a:effectLst/>
                <a:latin typeface="+mn-lt"/>
                <a:ea typeface="+mn-ea"/>
                <a:cs typeface="+mn-cs"/>
              </a:rPr>
              <a:t>插個插頭</a:t>
            </a:r>
            <a:r>
              <a:rPr lang="zh-CN" altLang="en-US" sz="1200" b="0" kern="1200" dirty="0">
                <a:solidFill>
                  <a:schemeClr val="tx1"/>
                </a:solidFill>
                <a:effectLst/>
                <a:latin typeface="+mn-lt"/>
                <a:ea typeface="DengXian"/>
                <a:cs typeface="+mn-cs"/>
              </a:rPr>
              <a:t>通過電網攞電力</a:t>
            </a:r>
            <a:r>
              <a:rPr lang="en-HK" sz="1200" b="0" kern="1200" dirty="0">
                <a:solidFill>
                  <a:schemeClr val="tx1"/>
                </a:solidFill>
                <a:effectLst/>
                <a:latin typeface="+mn-lt"/>
                <a:ea typeface="+mn-ea"/>
                <a:cs typeface="+mn-cs"/>
              </a:rPr>
              <a:t>。</a:t>
            </a:r>
            <a:br>
              <a:rPr lang="en-HK" dirty="0">
                <a:ea typeface="Calibri"/>
                <a:cs typeface="+mn-lt"/>
              </a:rPr>
            </a:br>
            <a:br>
              <a:rPr lang="en-HK" dirty="0">
                <a:ea typeface="Calibri"/>
                <a:cs typeface="+mn-lt"/>
              </a:rPr>
            </a:br>
            <a:r>
              <a:rPr lang="en-HK" dirty="0">
                <a:ea typeface="Calibri"/>
                <a:cs typeface="Calibri"/>
              </a:rPr>
              <a:t>several pages so as to retain as much the animation effect (</a:t>
            </a:r>
            <a:r>
              <a:rPr lang="en-HK" dirty="0" err="1">
                <a:ea typeface="Calibri"/>
                <a:cs typeface="Calibri"/>
              </a:rPr>
              <a:t>ie</a:t>
            </a:r>
            <a:r>
              <a:rPr lang="en-HK" dirty="0">
                <a:ea typeface="Calibri"/>
                <a:cs typeface="Calibri"/>
              </a:rPr>
              <a:t> 1st slide the restaurant, 2nd slide has one power generator added, 3rd slide has CLP Power added, 4th slide has the lightning strikes added. Reverse the order of the words – mention the restaurant focus on its own biz and don't want power generator themselves, then 2nd bullet point mention get </a:t>
            </a:r>
            <a:r>
              <a:rPr lang="en-HK" dirty="0" err="1">
                <a:ea typeface="Calibri"/>
                <a:cs typeface="Calibri"/>
              </a:rPr>
              <a:t>elec</a:t>
            </a:r>
            <a:r>
              <a:rPr lang="en-HK" dirty="0">
                <a:ea typeface="Calibri"/>
                <a:cs typeface="Calibri"/>
              </a:rPr>
              <a:t> by plugging into the socket</a:t>
            </a:r>
            <a:r>
              <a:rPr lang="zh-TW" altLang="en-US" dirty="0">
                <a:ea typeface="Calibri"/>
                <a:cs typeface="Calibri"/>
              </a:rPr>
              <a:t>✅</a:t>
            </a:r>
            <a:endParaRPr lang="en-HK" sz="1200" b="0" kern="1200" dirty="0">
              <a:solidFill>
                <a:schemeClr val="tx1"/>
              </a:solidFill>
              <a:effectLst/>
              <a:latin typeface="+mn-lt"/>
              <a:ea typeface="+mn-ea"/>
              <a:cs typeface="+mn-cs"/>
            </a:endParaRPr>
          </a:p>
          <a:p>
            <a:endParaRPr lang="en-HK" dirty="0"/>
          </a:p>
        </p:txBody>
      </p:sp>
      <p:sp>
        <p:nvSpPr>
          <p:cNvPr id="4" name="Slide Number Placeholder 3">
            <a:extLst>
              <a:ext uri="{FF2B5EF4-FFF2-40B4-BE49-F238E27FC236}">
                <a16:creationId xmlns:a16="http://schemas.microsoft.com/office/drawing/2014/main" id="{81A20195-A9FF-AAE3-CDBB-EF4E3C88C4A4}"/>
              </a:ext>
            </a:extLst>
          </p:cNvPr>
          <p:cNvSpPr>
            <a:spLocks noGrp="1"/>
          </p:cNvSpPr>
          <p:nvPr>
            <p:ph type="sldNum" sz="quarter" idx="5"/>
          </p:nvPr>
        </p:nvSpPr>
        <p:spPr/>
        <p:txBody>
          <a:bodyPr/>
          <a:lstStyle/>
          <a:p>
            <a:fld id="{8F182568-E164-6C44-809C-9E4A0E912D31}" type="slidenum">
              <a:rPr lang="en-US" smtClean="0"/>
              <a:t>41</a:t>
            </a:fld>
            <a:endParaRPr lang="en-US"/>
          </a:p>
        </p:txBody>
      </p:sp>
    </p:spTree>
    <p:extLst>
      <p:ext uri="{BB962C8B-B14F-4D97-AF65-F5344CB8AC3E}">
        <p14:creationId xmlns:p14="http://schemas.microsoft.com/office/powerpoint/2010/main" val="28719468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42A7B-6752-BF3C-446F-604DC78770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A272BE-7630-88E3-CEF6-EE377551B61F}"/>
              </a:ext>
            </a:extLst>
          </p:cNvPr>
          <p:cNvSpPr>
            <a:spLocks noGrp="1" noRot="1" noChangeAspect="1"/>
          </p:cNvSpPr>
          <p:nvPr>
            <p:ph type="sldImg"/>
          </p:nvPr>
        </p:nvSpPr>
        <p:spPr/>
        <p:txBody>
          <a:bodyPr/>
          <a:lstStyle/>
          <a:p>
            <a:endParaRPr lang="zh-HK" altLang="en-US"/>
          </a:p>
        </p:txBody>
      </p:sp>
      <p:sp>
        <p:nvSpPr>
          <p:cNvPr id="3" name="Notes Placeholder 2">
            <a:extLst>
              <a:ext uri="{FF2B5EF4-FFF2-40B4-BE49-F238E27FC236}">
                <a16:creationId xmlns:a16="http://schemas.microsoft.com/office/drawing/2014/main" id="{045BFFAB-6DC4-07A5-9A51-C168F238AB19}"/>
              </a:ext>
            </a:extLst>
          </p:cNvPr>
          <p:cNvSpPr>
            <a:spLocks noGrp="1"/>
          </p:cNvSpPr>
          <p:nvPr>
            <p:ph type="body" idx="1"/>
          </p:nvPr>
        </p:nvSpPr>
        <p:spPr/>
        <p:txBody>
          <a:bodyPr/>
          <a:lstStyle/>
          <a:p>
            <a:r>
              <a:rPr lang="en-HK" sz="1200" b="0" kern="1200" dirty="0" err="1">
                <a:solidFill>
                  <a:schemeClr val="tx1"/>
                </a:solidFill>
                <a:effectLst/>
                <a:latin typeface="+mn-lt"/>
                <a:ea typeface="+mn-ea"/>
                <a:cs typeface="+mn-cs"/>
              </a:rPr>
              <a:t>呢個情況，就好似一間餐廳要自己買發電機</a:t>
            </a:r>
            <a:r>
              <a:rPr lang="zh-CN" altLang="en-US" sz="1200" b="0" kern="1200" dirty="0">
                <a:solidFill>
                  <a:schemeClr val="tx1"/>
                </a:solidFill>
                <a:effectLst/>
                <a:latin typeface="+mn-lt"/>
                <a:ea typeface="DengXian"/>
                <a:cs typeface="+mn-cs"/>
              </a:rPr>
              <a:t>爲自己供電</a:t>
            </a:r>
            <a:r>
              <a:rPr lang="en-HK" sz="1200" b="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HK" sz="1200" b="0" kern="1200" dirty="0" err="1">
                <a:solidFill>
                  <a:schemeClr val="tx1"/>
                </a:solidFill>
                <a:effectLst/>
                <a:latin typeface="+mn-lt"/>
                <a:ea typeface="+mn-ea"/>
                <a:cs typeface="+mn-cs"/>
              </a:rPr>
              <a:t>現實中</a:t>
            </a:r>
            <a:r>
              <a:rPr lang="en-HK" sz="1200" b="0" kern="1200" dirty="0">
                <a:solidFill>
                  <a:schemeClr val="tx1"/>
                </a:solidFill>
                <a:effectLst/>
                <a:latin typeface="+mn-lt"/>
                <a:ea typeface="+mn-ea"/>
                <a:cs typeface="+mn-cs"/>
              </a:rPr>
              <a:t>，</a:t>
            </a:r>
            <a:r>
              <a:rPr lang="zh-CN" altLang="en-US" sz="1200" b="0" kern="1200" dirty="0">
                <a:solidFill>
                  <a:schemeClr val="tx1"/>
                </a:solidFill>
                <a:effectLst/>
                <a:latin typeface="+mn-lt"/>
                <a:ea typeface="DengXian"/>
                <a:cs typeface="+mn-cs"/>
              </a:rPr>
              <a:t>當然</a:t>
            </a:r>
            <a:r>
              <a:rPr lang="en-HK" sz="1200" b="0" kern="1200" dirty="0" err="1">
                <a:solidFill>
                  <a:schemeClr val="tx1"/>
                </a:solidFill>
                <a:effectLst/>
                <a:latin typeface="+mn-lt"/>
                <a:ea typeface="+mn-ea"/>
                <a:cs typeface="+mn-cs"/>
              </a:rPr>
              <a:t>冇一間餐廳會咁做</a:t>
            </a:r>
            <a:r>
              <a:rPr lang="en-HK" sz="1200" b="0" kern="1200" dirty="0">
                <a:solidFill>
                  <a:schemeClr val="tx1"/>
                </a:solidFill>
                <a:effectLst/>
                <a:latin typeface="+mn-lt"/>
                <a:ea typeface="+mn-ea"/>
                <a:cs typeface="+mn-cs"/>
              </a:rPr>
              <a:t>。</a:t>
            </a:r>
            <a:endParaRPr lang="en-HK" sz="1200" b="0" kern="1200" dirty="0">
              <a:solidFill>
                <a:schemeClr val="tx1"/>
              </a:solidFill>
              <a:effectLst/>
              <a:latin typeface="+mn-lt"/>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HK"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HK" sz="1200" b="0" kern="1200" dirty="0">
                <a:solidFill>
                  <a:schemeClr val="tx1"/>
                </a:solidFill>
                <a:effectLst/>
                <a:latin typeface="+mn-lt"/>
                <a:ea typeface="+mn-ea"/>
                <a:cs typeface="+mn-cs"/>
              </a:rPr>
              <a:t>&lt;CLICK&gt;</a:t>
            </a:r>
            <a:endParaRPr lang="en-HK" sz="1200" b="0" kern="1200" dirty="0">
              <a:solidFill>
                <a:schemeClr val="tx1"/>
              </a:solidFill>
              <a:effectLst/>
              <a:latin typeface="+mn-lt"/>
              <a:ea typeface="Calibri"/>
              <a:cs typeface="Calibri"/>
            </a:endParaRPr>
          </a:p>
          <a:p>
            <a:pPr>
              <a:defRPr/>
            </a:pPr>
            <a:r>
              <a:rPr lang="zh-CN" altLang="en-US" sz="1200" b="0" kern="1200" dirty="0">
                <a:solidFill>
                  <a:schemeClr val="tx1"/>
                </a:solidFill>
                <a:effectLst/>
                <a:latin typeface="+mn-lt"/>
                <a:ea typeface="DengXian"/>
                <a:cs typeface="+mn-cs"/>
              </a:rPr>
              <a:t>有</a:t>
            </a:r>
            <a:r>
              <a:rPr lang="en-HK" sz="1200" b="0" kern="1200" dirty="0" err="1">
                <a:solidFill>
                  <a:schemeClr val="tx1"/>
                </a:solidFill>
                <a:effectLst/>
                <a:latin typeface="+mn-lt"/>
                <a:ea typeface="+mn-ea"/>
                <a:cs typeface="+mn-cs"/>
              </a:rPr>
              <a:t>電力公司專門起發電廠、維護電網</a:t>
            </a:r>
            <a:r>
              <a:rPr lang="zh-CN" altLang="en-US" sz="1200" b="0" kern="1200" dirty="0">
                <a:solidFill>
                  <a:schemeClr val="tx1"/>
                </a:solidFill>
                <a:effectLst/>
                <a:latin typeface="+mn-lt"/>
                <a:ea typeface="DengXian"/>
                <a:cs typeface="+mn-cs"/>
              </a:rPr>
              <a:t>，</a:t>
            </a:r>
            <a:r>
              <a:rPr lang="en-HK" sz="1200" b="0" kern="1200" dirty="0" err="1">
                <a:solidFill>
                  <a:schemeClr val="tx1"/>
                </a:solidFill>
                <a:effectLst/>
                <a:latin typeface="+mn-lt"/>
                <a:ea typeface="+mn-ea"/>
                <a:cs typeface="+mn-cs"/>
              </a:rPr>
              <a:t>間餐廳</a:t>
            </a:r>
            <a:r>
              <a:rPr lang="zh-CN" altLang="en-US" sz="1200" b="0" kern="1200" dirty="0">
                <a:solidFill>
                  <a:schemeClr val="tx1"/>
                </a:solidFill>
                <a:effectLst/>
                <a:latin typeface="+mn-lt"/>
                <a:ea typeface="DengXian"/>
                <a:cs typeface="+mn-cs"/>
              </a:rPr>
              <a:t>就</a:t>
            </a:r>
            <a:r>
              <a:rPr lang="en-HK" sz="1200" b="0" kern="1200" dirty="0" err="1">
                <a:solidFill>
                  <a:schemeClr val="tx1"/>
                </a:solidFill>
                <a:effectLst/>
                <a:latin typeface="+mn-lt"/>
                <a:ea typeface="+mn-ea"/>
                <a:cs typeface="+mn-cs"/>
              </a:rPr>
              <a:t>插個插頭</a:t>
            </a:r>
            <a:r>
              <a:rPr lang="zh-CN" altLang="en-US" sz="1200" b="0" kern="1200" dirty="0">
                <a:solidFill>
                  <a:schemeClr val="tx1"/>
                </a:solidFill>
                <a:effectLst/>
                <a:latin typeface="+mn-lt"/>
                <a:ea typeface="DengXian"/>
                <a:cs typeface="+mn-cs"/>
              </a:rPr>
              <a:t>通過電網攞電力</a:t>
            </a:r>
            <a:r>
              <a:rPr lang="en-HK" sz="1200" b="0" kern="1200" dirty="0">
                <a:solidFill>
                  <a:schemeClr val="tx1"/>
                </a:solidFill>
                <a:effectLst/>
                <a:latin typeface="+mn-lt"/>
                <a:ea typeface="+mn-ea"/>
                <a:cs typeface="+mn-cs"/>
              </a:rPr>
              <a:t>。</a:t>
            </a:r>
            <a:br>
              <a:rPr lang="en-HK" dirty="0">
                <a:ea typeface="Calibri"/>
                <a:cs typeface="+mn-lt"/>
              </a:rPr>
            </a:br>
            <a:br>
              <a:rPr lang="en-HK" dirty="0">
                <a:ea typeface="Calibri"/>
                <a:cs typeface="+mn-lt"/>
              </a:rPr>
            </a:br>
            <a:r>
              <a:rPr lang="en-HK" dirty="0">
                <a:ea typeface="Calibri"/>
                <a:cs typeface="Calibri"/>
              </a:rPr>
              <a:t>several pages so as to retain as much the animation effect (</a:t>
            </a:r>
            <a:r>
              <a:rPr lang="en-HK" dirty="0" err="1">
                <a:ea typeface="Calibri"/>
                <a:cs typeface="Calibri"/>
              </a:rPr>
              <a:t>ie</a:t>
            </a:r>
            <a:r>
              <a:rPr lang="en-HK" dirty="0">
                <a:ea typeface="Calibri"/>
                <a:cs typeface="Calibri"/>
              </a:rPr>
              <a:t> 1st slide the restaurant, 2nd slide has one power generator added, 3rd slide has CLP Power added, 4th slide has the lightning strikes added. Reverse the order of the words – mention the restaurant focus on its own biz and don't want power generator themselves, then 2nd bullet point mention get </a:t>
            </a:r>
            <a:r>
              <a:rPr lang="en-HK" dirty="0" err="1">
                <a:ea typeface="Calibri"/>
                <a:cs typeface="Calibri"/>
              </a:rPr>
              <a:t>elec</a:t>
            </a:r>
            <a:r>
              <a:rPr lang="en-HK" dirty="0">
                <a:ea typeface="Calibri"/>
                <a:cs typeface="Calibri"/>
              </a:rPr>
              <a:t> by plugging into the socket</a:t>
            </a:r>
            <a:endParaRPr lang="en-HK" sz="1200" b="0" kern="1200" dirty="0">
              <a:solidFill>
                <a:schemeClr val="tx1"/>
              </a:solidFill>
              <a:effectLst/>
              <a:latin typeface="+mn-lt"/>
              <a:ea typeface="+mn-ea"/>
              <a:cs typeface="+mn-cs"/>
            </a:endParaRPr>
          </a:p>
          <a:p>
            <a:endParaRPr lang="en-HK" dirty="0"/>
          </a:p>
        </p:txBody>
      </p:sp>
      <p:sp>
        <p:nvSpPr>
          <p:cNvPr id="4" name="Slide Number Placeholder 3">
            <a:extLst>
              <a:ext uri="{FF2B5EF4-FFF2-40B4-BE49-F238E27FC236}">
                <a16:creationId xmlns:a16="http://schemas.microsoft.com/office/drawing/2014/main" id="{C50F8478-7935-3F85-AEB1-6AD676CB84E4}"/>
              </a:ext>
            </a:extLst>
          </p:cNvPr>
          <p:cNvSpPr>
            <a:spLocks noGrp="1"/>
          </p:cNvSpPr>
          <p:nvPr>
            <p:ph type="sldNum" sz="quarter" idx="5"/>
          </p:nvPr>
        </p:nvSpPr>
        <p:spPr/>
        <p:txBody>
          <a:bodyPr/>
          <a:lstStyle/>
          <a:p>
            <a:fld id="{8F182568-E164-6C44-809C-9E4A0E912D31}" type="slidenum">
              <a:rPr lang="en-US" smtClean="0"/>
              <a:t>42</a:t>
            </a:fld>
            <a:endParaRPr lang="en-US"/>
          </a:p>
        </p:txBody>
      </p:sp>
    </p:spTree>
    <p:extLst>
      <p:ext uri="{BB962C8B-B14F-4D97-AF65-F5344CB8AC3E}">
        <p14:creationId xmlns:p14="http://schemas.microsoft.com/office/powerpoint/2010/main" val="39819751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66753-8460-685C-4C80-3E04499F78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845418-D700-EAC4-FD56-323B5977F867}"/>
              </a:ext>
            </a:extLst>
          </p:cNvPr>
          <p:cNvSpPr>
            <a:spLocks noGrp="1" noRot="1" noChangeAspect="1"/>
          </p:cNvSpPr>
          <p:nvPr>
            <p:ph type="sldImg"/>
          </p:nvPr>
        </p:nvSpPr>
        <p:spPr/>
        <p:txBody>
          <a:bodyPr/>
          <a:lstStyle/>
          <a:p>
            <a:endParaRPr lang="zh-HK" altLang="en-US"/>
          </a:p>
        </p:txBody>
      </p:sp>
      <p:sp>
        <p:nvSpPr>
          <p:cNvPr id="3" name="Notes Placeholder 2">
            <a:extLst>
              <a:ext uri="{FF2B5EF4-FFF2-40B4-BE49-F238E27FC236}">
                <a16:creationId xmlns:a16="http://schemas.microsoft.com/office/drawing/2014/main" id="{90ACCAF6-C161-8D5D-C2B0-829D20E926B2}"/>
              </a:ext>
            </a:extLst>
          </p:cNvPr>
          <p:cNvSpPr>
            <a:spLocks noGrp="1"/>
          </p:cNvSpPr>
          <p:nvPr>
            <p:ph type="body" idx="1"/>
          </p:nvPr>
        </p:nvSpPr>
        <p:spPr/>
        <p:txBody>
          <a:bodyPr/>
          <a:lstStyle/>
          <a:p>
            <a:r>
              <a:rPr lang="zh-HK" altLang="zh-HK" sz="1200" kern="1200" dirty="0">
                <a:solidFill>
                  <a:schemeClr val="tx1"/>
                </a:solidFill>
                <a:effectLst/>
                <a:latin typeface="+mn-lt"/>
                <a:ea typeface="+mn-ea"/>
                <a:cs typeface="+mn-cs"/>
              </a:rPr>
              <a:t>雲端運算，正是數碼世界的電力公司。</a:t>
            </a:r>
          </a:p>
          <a:p>
            <a:r>
              <a:rPr lang="zh-HK" altLang="zh-HK" sz="1200" kern="1200" dirty="0">
                <a:solidFill>
                  <a:schemeClr val="tx1"/>
                </a:solidFill>
                <a:effectLst/>
                <a:latin typeface="+mn-lt"/>
                <a:ea typeface="+mn-ea"/>
                <a:cs typeface="+mn-cs"/>
              </a:rPr>
              <a:t>阿里巴巴的阿里雲、亞馬遜的 AWS、微軟的 Azure 等科技巨頭，已為全世界建成最先進的「數碼發電廠」——當中設有最頂尖的伺服器與最強的網絡設備。</a:t>
            </a:r>
          </a:p>
          <a:p>
            <a:endParaRPr lang="en-HK" sz="1200" b="0" kern="1200" dirty="0">
              <a:solidFill>
                <a:schemeClr val="tx1"/>
              </a:solidFill>
              <a:effectLst/>
              <a:latin typeface="+mn-lt"/>
              <a:ea typeface="+mn-ea"/>
              <a:cs typeface="+mn-cs"/>
            </a:endParaRPr>
          </a:p>
          <a:p>
            <a:r>
              <a:rPr lang="en-US" altLang="zh-CN" sz="1200" b="0" kern="1200" dirty="0">
                <a:solidFill>
                  <a:schemeClr val="tx1"/>
                </a:solidFill>
                <a:effectLst/>
                <a:latin typeface="+mn-lt"/>
                <a:ea typeface="+mn-ea"/>
                <a:cs typeface="+mn-cs"/>
              </a:rPr>
              <a:t>&lt;CLICK&gt;</a:t>
            </a:r>
          </a:p>
          <a:p>
            <a:r>
              <a:rPr lang="zh-CN" altLang="en-US" sz="1200" b="0" kern="1200" dirty="0">
                <a:solidFill>
                  <a:schemeClr val="tx1"/>
                </a:solidFill>
                <a:effectLst/>
                <a:latin typeface="+mn-lt"/>
                <a:ea typeface="DengXian"/>
                <a:cs typeface="+mn-cs"/>
              </a:rPr>
              <a:t>要用</a:t>
            </a:r>
            <a:r>
              <a:rPr lang="en-HK" sz="1200" b="0" kern="1200" dirty="0" err="1">
                <a:solidFill>
                  <a:schemeClr val="tx1"/>
                </a:solidFill>
                <a:effectLst/>
                <a:latin typeface="+mn-lt"/>
                <a:ea typeface="+mn-ea"/>
                <a:cs typeface="+mn-cs"/>
              </a:rPr>
              <a:t>伺服器</a:t>
            </a:r>
            <a:r>
              <a:rPr lang="zh-CN" altLang="en-US" sz="1200" b="0" kern="1200" dirty="0">
                <a:solidFill>
                  <a:schemeClr val="tx1"/>
                </a:solidFill>
                <a:effectLst/>
                <a:latin typeface="+mn-lt"/>
                <a:ea typeface="DengXian"/>
                <a:cs typeface="+mn-cs"/>
              </a:rPr>
              <a:t>的公司</a:t>
            </a:r>
            <a:r>
              <a:rPr lang="en-HK" sz="1200" b="0" kern="1200" dirty="0">
                <a:solidFill>
                  <a:schemeClr val="tx1"/>
                </a:solidFill>
                <a:effectLst/>
                <a:latin typeface="+mn-lt"/>
                <a:ea typeface="+mn-ea"/>
                <a:cs typeface="+mn-cs"/>
              </a:rPr>
              <a:t>, </a:t>
            </a:r>
            <a:r>
              <a:rPr lang="zh-CN" altLang="en-US" sz="1200" b="0" kern="1200" dirty="0">
                <a:solidFill>
                  <a:schemeClr val="tx1"/>
                </a:solidFill>
                <a:effectLst/>
                <a:latin typeface="+mn-lt"/>
                <a:ea typeface="DengXian"/>
                <a:cs typeface="+mn-cs"/>
              </a:rPr>
              <a:t>就通過互聯網攞電腦資源。</a:t>
            </a:r>
            <a:endParaRPr lang="en-HK" altLang="zh-CN" sz="1200" b="0" kern="1200" dirty="0">
              <a:solidFill>
                <a:schemeClr val="tx1"/>
              </a:solidFill>
              <a:effectLst/>
              <a:latin typeface="+mn-lt"/>
              <a:ea typeface="DengXian"/>
              <a:cs typeface="+mn-cs"/>
            </a:endParaRPr>
          </a:p>
          <a:p>
            <a:r>
              <a:rPr lang="zh-CN" altLang="en-US" sz="1200" b="0" kern="1200" dirty="0">
                <a:solidFill>
                  <a:schemeClr val="tx1"/>
                </a:solidFill>
                <a:effectLst/>
                <a:latin typeface="+mn-lt"/>
                <a:ea typeface="+mn-ea"/>
                <a:cs typeface="+mn-cs"/>
              </a:rPr>
              <a:t>伊</a:t>
            </a:r>
            <a:r>
              <a:rPr lang="en-HK" altLang="zh-CN" sz="1200" b="0" kern="1200" dirty="0">
                <a:solidFill>
                  <a:schemeClr val="tx1"/>
                </a:solidFill>
                <a:effectLst/>
                <a:latin typeface="+mn-lt"/>
                <a:ea typeface="+mn-ea"/>
                <a:cs typeface="+mn-cs"/>
              </a:rPr>
              <a:t> D </a:t>
            </a:r>
            <a:r>
              <a:rPr lang="zh-CN" altLang="en-US" sz="1200" b="0" kern="1200" dirty="0">
                <a:solidFill>
                  <a:schemeClr val="tx1"/>
                </a:solidFill>
                <a:effectLst/>
                <a:latin typeface="+mn-lt"/>
                <a:ea typeface="+mn-ea"/>
                <a:cs typeface="+mn-cs"/>
              </a:rPr>
              <a:t>就係我地而家聼新聞成日都會聽到的“算力”</a:t>
            </a:r>
            <a:r>
              <a:rPr lang="en-HK" sz="1200" b="0" kern="1200" dirty="0">
                <a:solidFill>
                  <a:schemeClr val="tx1"/>
                </a:solidFill>
                <a:effectLst/>
                <a:latin typeface="+mn-lt"/>
                <a:ea typeface="+mn-ea"/>
                <a:cs typeface="+mn-cs"/>
              </a:rPr>
              <a:t>。</a:t>
            </a:r>
          </a:p>
          <a:p>
            <a:br>
              <a:rPr lang="en-HK" sz="1200" b="0" kern="1200" dirty="0">
                <a:effectLst/>
                <a:cs typeface="+mn-lt"/>
              </a:rPr>
            </a:br>
            <a:r>
              <a:rPr lang="en-HK" sz="1200" b="0" kern="1200" dirty="0" err="1">
                <a:solidFill>
                  <a:schemeClr val="tx1"/>
                </a:solidFill>
                <a:effectLst/>
                <a:latin typeface="+mn-lt"/>
                <a:ea typeface="+mn-ea"/>
                <a:cs typeface="+mn-cs"/>
              </a:rPr>
              <a:t>雲計算唔係一啲遙遠嘅技術</a:t>
            </a:r>
            <a:r>
              <a:rPr lang="zh-CN" altLang="en-US" sz="1200" b="0" kern="1200" dirty="0">
                <a:solidFill>
                  <a:schemeClr val="tx1"/>
                </a:solidFill>
                <a:effectLst/>
                <a:latin typeface="+mn-lt"/>
                <a:ea typeface="DengXian"/>
                <a:cs typeface="+mn-cs"/>
              </a:rPr>
              <a:t>，</a:t>
            </a:r>
            <a:r>
              <a:rPr lang="en-HK" sz="1200" b="0" kern="1200" dirty="0" err="1">
                <a:solidFill>
                  <a:schemeClr val="tx1"/>
                </a:solidFill>
                <a:effectLst/>
                <a:latin typeface="+mn-lt"/>
                <a:ea typeface="+mn-ea"/>
                <a:cs typeface="+mn-cs"/>
              </a:rPr>
              <a:t>佢其實就係支撐住我哋整個數碼世界嘅地基</a:t>
            </a:r>
            <a:r>
              <a:rPr lang="en-HK" sz="1200" b="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HK" sz="1200" b="0" kern="1200" dirty="0" err="1">
                <a:solidFill>
                  <a:schemeClr val="tx1"/>
                </a:solidFill>
                <a:effectLst/>
                <a:latin typeface="+mn-lt"/>
                <a:ea typeface="+mn-ea"/>
                <a:cs typeface="+mn-cs"/>
              </a:rPr>
              <a:t>而家幾乎所有大公司都用雲計算，就連中小企都有</a:t>
            </a:r>
            <a:r>
              <a:rPr lang="en-HK" sz="1200" b="0" kern="1200" dirty="0">
                <a:solidFill>
                  <a:schemeClr val="tx1"/>
                </a:solidFill>
                <a:effectLst/>
                <a:latin typeface="+mn-lt"/>
                <a:ea typeface="+mn-ea"/>
                <a:cs typeface="+mn-cs"/>
              </a:rPr>
              <a:t> 75% </a:t>
            </a:r>
            <a:r>
              <a:rPr lang="en-HK" sz="1200" b="0" kern="1200" dirty="0" err="1">
                <a:solidFill>
                  <a:schemeClr val="tx1"/>
                </a:solidFill>
                <a:effectLst/>
                <a:latin typeface="+mn-lt"/>
                <a:ea typeface="+mn-ea"/>
                <a:cs typeface="+mn-cs"/>
              </a:rPr>
              <a:t>喺度用緊</a:t>
            </a:r>
            <a:r>
              <a:rPr lang="en-HK" sz="1200" b="0" kern="1200" dirty="0">
                <a:solidFill>
                  <a:schemeClr val="tx1"/>
                </a:solidFill>
                <a:effectLst/>
                <a:latin typeface="+mn-lt"/>
                <a:ea typeface="+mn-ea"/>
                <a:cs typeface="+mn-cs"/>
              </a:rPr>
              <a:t>。</a:t>
            </a:r>
          </a:p>
          <a:p>
            <a:r>
              <a:rPr lang="en-HK" sz="1200" b="0" kern="1200" dirty="0" err="1">
                <a:solidFill>
                  <a:schemeClr val="tx1"/>
                </a:solidFill>
                <a:effectLst/>
                <a:latin typeface="+mn-lt"/>
                <a:ea typeface="+mn-ea"/>
                <a:cs typeface="+mn-cs"/>
              </a:rPr>
              <a:t>而識得雲計算嘅人，係數碼世界裡面最被需求、人工最高嘅技術人才之一</a:t>
            </a:r>
            <a:r>
              <a:rPr lang="en-HK" sz="1200" b="0" kern="1200" dirty="0">
                <a:solidFill>
                  <a:schemeClr val="tx1"/>
                </a:solidFill>
                <a:effectLst/>
                <a:latin typeface="+mn-lt"/>
                <a:ea typeface="+mn-ea"/>
                <a:cs typeface="+mn-cs"/>
              </a:rPr>
              <a:t>。</a:t>
            </a:r>
            <a:br>
              <a:rPr lang="en-HK" dirty="0">
                <a:ea typeface="Calibri"/>
                <a:cs typeface="+mn-lt"/>
              </a:rPr>
            </a:br>
            <a:br>
              <a:rPr lang="en-HK" dirty="0">
                <a:ea typeface="Calibri"/>
                <a:cs typeface="+mn-lt"/>
              </a:rPr>
            </a:br>
            <a:r>
              <a:rPr lang="en-HK" dirty="0">
                <a:ea typeface="Calibri"/>
                <a:cs typeface="Calibri"/>
              </a:rPr>
              <a:t>The storyline:  ​tell that the companies </a:t>
            </a:r>
            <a:r>
              <a:rPr lang="en-HK" dirty="0" err="1">
                <a:ea typeface="Calibri"/>
                <a:cs typeface="Calibri"/>
              </a:rPr>
              <a:t>wanna</a:t>
            </a:r>
            <a:r>
              <a:rPr lang="en-HK" dirty="0">
                <a:ea typeface="Calibri"/>
                <a:cs typeface="Calibri"/>
              </a:rPr>
              <a:t> do their own biz </a:t>
            </a:r>
            <a:r>
              <a:rPr lang="en-HK" dirty="0" err="1">
                <a:ea typeface="Calibri"/>
                <a:cs typeface="Calibri"/>
              </a:rPr>
              <a:t>afterall</a:t>
            </a:r>
            <a:r>
              <a:rPr lang="en-HK" dirty="0">
                <a:ea typeface="Calibri"/>
                <a:cs typeface="Calibri"/>
              </a:rPr>
              <a:t>, they need computing power, then there are cloud computing giants to serve them. Do the graphics in this order (this is set by Ken). Also do it slide by slide so that when click to next slide, the 'visual' will look similar to have animation being played</a:t>
            </a:r>
            <a:r>
              <a:rPr lang="zh-TW" altLang="en-US" dirty="0">
                <a:ea typeface="Calibri"/>
                <a:cs typeface="Calibri"/>
              </a:rPr>
              <a:t>✅</a:t>
            </a:r>
            <a:endParaRPr lang="en-HK" b="0" dirty="0"/>
          </a:p>
        </p:txBody>
      </p:sp>
      <p:sp>
        <p:nvSpPr>
          <p:cNvPr id="4" name="Slide Number Placeholder 3">
            <a:extLst>
              <a:ext uri="{FF2B5EF4-FFF2-40B4-BE49-F238E27FC236}">
                <a16:creationId xmlns:a16="http://schemas.microsoft.com/office/drawing/2014/main" id="{4583141F-8D9D-7314-3CDD-36BA4FEBB8C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182568-E164-6C44-809C-9E4A0E912D31}"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456299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4CF90-6691-11D9-E7FA-C1653C05D3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B09F7F-9C89-52FB-0F30-FA43BA306E2F}"/>
              </a:ext>
            </a:extLst>
          </p:cNvPr>
          <p:cNvSpPr>
            <a:spLocks noGrp="1" noRot="1" noChangeAspect="1"/>
          </p:cNvSpPr>
          <p:nvPr>
            <p:ph type="sldImg"/>
          </p:nvPr>
        </p:nvSpPr>
        <p:spPr/>
        <p:txBody>
          <a:bodyPr/>
          <a:lstStyle/>
          <a:p>
            <a:endParaRPr lang="zh-HK" altLang="en-US"/>
          </a:p>
        </p:txBody>
      </p:sp>
      <p:sp>
        <p:nvSpPr>
          <p:cNvPr id="3" name="Notes Placeholder 2">
            <a:extLst>
              <a:ext uri="{FF2B5EF4-FFF2-40B4-BE49-F238E27FC236}">
                <a16:creationId xmlns:a16="http://schemas.microsoft.com/office/drawing/2014/main" id="{DD20D0B5-CA43-07E1-D723-2BDDA914C452}"/>
              </a:ext>
            </a:extLst>
          </p:cNvPr>
          <p:cNvSpPr>
            <a:spLocks noGrp="1"/>
          </p:cNvSpPr>
          <p:nvPr>
            <p:ph type="body" idx="1"/>
          </p:nvPr>
        </p:nvSpPr>
        <p:spPr/>
        <p:txBody>
          <a:bodyPr/>
          <a:lstStyle/>
          <a:p>
            <a:r>
              <a:rPr lang="zh-HK" altLang="zh-HK" sz="1200" kern="1200" dirty="0">
                <a:solidFill>
                  <a:schemeClr val="tx1"/>
                </a:solidFill>
                <a:effectLst/>
                <a:latin typeface="+mn-lt"/>
                <a:ea typeface="+mn-ea"/>
                <a:cs typeface="+mn-cs"/>
              </a:rPr>
              <a:t>雲端運算，正是數碼世界的電力公司。</a:t>
            </a:r>
          </a:p>
          <a:p>
            <a:r>
              <a:rPr lang="zh-HK" altLang="zh-HK" sz="1200" kern="1200" dirty="0">
                <a:solidFill>
                  <a:schemeClr val="tx1"/>
                </a:solidFill>
                <a:effectLst/>
                <a:latin typeface="+mn-lt"/>
                <a:ea typeface="+mn-ea"/>
                <a:cs typeface="+mn-cs"/>
              </a:rPr>
              <a:t>阿里巴巴的阿里雲、亞馬遜的 AWS、微軟的 Azure 等科技巨頭，已為全世界建成最先進的「數碼發電廠」——當中設有最頂尖的伺服器與最強的網絡設備。</a:t>
            </a:r>
          </a:p>
          <a:p>
            <a:endParaRPr lang="en-HK" sz="1200" b="0" kern="1200" dirty="0">
              <a:solidFill>
                <a:schemeClr val="tx1"/>
              </a:solidFill>
              <a:effectLst/>
              <a:latin typeface="+mn-lt"/>
              <a:ea typeface="+mn-ea"/>
              <a:cs typeface="+mn-cs"/>
            </a:endParaRPr>
          </a:p>
          <a:p>
            <a:r>
              <a:rPr lang="en-US" altLang="zh-CN" sz="1200" b="0" kern="1200" dirty="0">
                <a:solidFill>
                  <a:schemeClr val="tx1"/>
                </a:solidFill>
                <a:effectLst/>
                <a:latin typeface="+mn-lt"/>
                <a:ea typeface="+mn-ea"/>
                <a:cs typeface="+mn-cs"/>
              </a:rPr>
              <a:t>&lt;CLICK&gt;</a:t>
            </a:r>
          </a:p>
          <a:p>
            <a:r>
              <a:rPr lang="zh-CN" altLang="en-US" sz="1200" b="0" kern="1200" dirty="0">
                <a:solidFill>
                  <a:schemeClr val="tx1"/>
                </a:solidFill>
                <a:effectLst/>
                <a:latin typeface="+mn-lt"/>
                <a:ea typeface="DengXian"/>
                <a:cs typeface="+mn-cs"/>
              </a:rPr>
              <a:t>要用</a:t>
            </a:r>
            <a:r>
              <a:rPr lang="en-HK" sz="1200" b="0" kern="1200" dirty="0" err="1">
                <a:solidFill>
                  <a:schemeClr val="tx1"/>
                </a:solidFill>
                <a:effectLst/>
                <a:latin typeface="+mn-lt"/>
                <a:ea typeface="+mn-ea"/>
                <a:cs typeface="+mn-cs"/>
              </a:rPr>
              <a:t>伺服器</a:t>
            </a:r>
            <a:r>
              <a:rPr lang="zh-CN" altLang="en-US" sz="1200" b="0" kern="1200" dirty="0">
                <a:solidFill>
                  <a:schemeClr val="tx1"/>
                </a:solidFill>
                <a:effectLst/>
                <a:latin typeface="+mn-lt"/>
                <a:ea typeface="DengXian"/>
                <a:cs typeface="+mn-cs"/>
              </a:rPr>
              <a:t>的公司</a:t>
            </a:r>
            <a:r>
              <a:rPr lang="en-HK" sz="1200" b="0" kern="1200" dirty="0">
                <a:solidFill>
                  <a:schemeClr val="tx1"/>
                </a:solidFill>
                <a:effectLst/>
                <a:latin typeface="+mn-lt"/>
                <a:ea typeface="+mn-ea"/>
                <a:cs typeface="+mn-cs"/>
              </a:rPr>
              <a:t>, </a:t>
            </a:r>
            <a:r>
              <a:rPr lang="zh-CN" altLang="en-US" sz="1200" b="0" kern="1200" dirty="0">
                <a:solidFill>
                  <a:schemeClr val="tx1"/>
                </a:solidFill>
                <a:effectLst/>
                <a:latin typeface="+mn-lt"/>
                <a:ea typeface="DengXian"/>
                <a:cs typeface="+mn-cs"/>
              </a:rPr>
              <a:t>就通過互聯網攞電腦資源。</a:t>
            </a:r>
            <a:endParaRPr lang="en-HK" altLang="zh-CN" sz="1200" b="0" kern="1200" dirty="0">
              <a:solidFill>
                <a:schemeClr val="tx1"/>
              </a:solidFill>
              <a:effectLst/>
              <a:latin typeface="+mn-lt"/>
              <a:ea typeface="DengXian"/>
              <a:cs typeface="+mn-cs"/>
            </a:endParaRPr>
          </a:p>
          <a:p>
            <a:r>
              <a:rPr lang="zh-CN" altLang="en-US" sz="1200" b="0" kern="1200" dirty="0">
                <a:solidFill>
                  <a:schemeClr val="tx1"/>
                </a:solidFill>
                <a:effectLst/>
                <a:latin typeface="+mn-lt"/>
                <a:ea typeface="+mn-ea"/>
                <a:cs typeface="+mn-cs"/>
              </a:rPr>
              <a:t>伊</a:t>
            </a:r>
            <a:r>
              <a:rPr lang="en-HK" altLang="zh-CN" sz="1200" b="0" kern="1200" dirty="0">
                <a:solidFill>
                  <a:schemeClr val="tx1"/>
                </a:solidFill>
                <a:effectLst/>
                <a:latin typeface="+mn-lt"/>
                <a:ea typeface="+mn-ea"/>
                <a:cs typeface="+mn-cs"/>
              </a:rPr>
              <a:t> D </a:t>
            </a:r>
            <a:r>
              <a:rPr lang="zh-CN" altLang="en-US" sz="1200" b="0" kern="1200" dirty="0">
                <a:solidFill>
                  <a:schemeClr val="tx1"/>
                </a:solidFill>
                <a:effectLst/>
                <a:latin typeface="+mn-lt"/>
                <a:ea typeface="+mn-ea"/>
                <a:cs typeface="+mn-cs"/>
              </a:rPr>
              <a:t>就係我地而家聼新聞成日都會聽到的“算力”</a:t>
            </a:r>
            <a:r>
              <a:rPr lang="en-HK" sz="1200" b="0" kern="1200" dirty="0">
                <a:solidFill>
                  <a:schemeClr val="tx1"/>
                </a:solidFill>
                <a:effectLst/>
                <a:latin typeface="+mn-lt"/>
                <a:ea typeface="+mn-ea"/>
                <a:cs typeface="+mn-cs"/>
              </a:rPr>
              <a:t>。</a:t>
            </a:r>
          </a:p>
          <a:p>
            <a:br>
              <a:rPr lang="en-HK" sz="1200" b="0" kern="1200" dirty="0">
                <a:effectLst/>
                <a:cs typeface="+mn-lt"/>
              </a:rPr>
            </a:br>
            <a:r>
              <a:rPr lang="en-HK" sz="1200" b="0" kern="1200" dirty="0" err="1">
                <a:solidFill>
                  <a:schemeClr val="tx1"/>
                </a:solidFill>
                <a:effectLst/>
                <a:latin typeface="+mn-lt"/>
                <a:ea typeface="+mn-ea"/>
                <a:cs typeface="+mn-cs"/>
              </a:rPr>
              <a:t>雲計算唔係一啲遙遠嘅技術</a:t>
            </a:r>
            <a:r>
              <a:rPr lang="zh-CN" altLang="en-US" sz="1200" b="0" kern="1200" dirty="0">
                <a:solidFill>
                  <a:schemeClr val="tx1"/>
                </a:solidFill>
                <a:effectLst/>
                <a:latin typeface="+mn-lt"/>
                <a:ea typeface="DengXian"/>
                <a:cs typeface="+mn-cs"/>
              </a:rPr>
              <a:t>，</a:t>
            </a:r>
            <a:r>
              <a:rPr lang="en-HK" sz="1200" b="0" kern="1200" dirty="0" err="1">
                <a:solidFill>
                  <a:schemeClr val="tx1"/>
                </a:solidFill>
                <a:effectLst/>
                <a:latin typeface="+mn-lt"/>
                <a:ea typeface="+mn-ea"/>
                <a:cs typeface="+mn-cs"/>
              </a:rPr>
              <a:t>佢其實就係支撐住我哋整個數碼世界嘅地基</a:t>
            </a:r>
            <a:r>
              <a:rPr lang="en-HK" sz="1200" b="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HK" sz="1200" b="0" kern="1200" dirty="0" err="1">
                <a:solidFill>
                  <a:schemeClr val="tx1"/>
                </a:solidFill>
                <a:effectLst/>
                <a:latin typeface="+mn-lt"/>
                <a:ea typeface="+mn-ea"/>
                <a:cs typeface="+mn-cs"/>
              </a:rPr>
              <a:t>而家幾乎所有大公司都用雲計算，就連中小企都有</a:t>
            </a:r>
            <a:r>
              <a:rPr lang="en-HK" sz="1200" b="0" kern="1200" dirty="0">
                <a:solidFill>
                  <a:schemeClr val="tx1"/>
                </a:solidFill>
                <a:effectLst/>
                <a:latin typeface="+mn-lt"/>
                <a:ea typeface="+mn-ea"/>
                <a:cs typeface="+mn-cs"/>
              </a:rPr>
              <a:t> 75% </a:t>
            </a:r>
            <a:r>
              <a:rPr lang="en-HK" sz="1200" b="0" kern="1200" dirty="0" err="1">
                <a:solidFill>
                  <a:schemeClr val="tx1"/>
                </a:solidFill>
                <a:effectLst/>
                <a:latin typeface="+mn-lt"/>
                <a:ea typeface="+mn-ea"/>
                <a:cs typeface="+mn-cs"/>
              </a:rPr>
              <a:t>喺度用緊</a:t>
            </a:r>
            <a:r>
              <a:rPr lang="en-HK" sz="1200" b="0" kern="1200" dirty="0">
                <a:solidFill>
                  <a:schemeClr val="tx1"/>
                </a:solidFill>
                <a:effectLst/>
                <a:latin typeface="+mn-lt"/>
                <a:ea typeface="+mn-ea"/>
                <a:cs typeface="+mn-cs"/>
              </a:rPr>
              <a:t>。</a:t>
            </a:r>
          </a:p>
          <a:p>
            <a:r>
              <a:rPr lang="en-HK" sz="1200" b="0" kern="1200" dirty="0" err="1">
                <a:solidFill>
                  <a:schemeClr val="tx1"/>
                </a:solidFill>
                <a:effectLst/>
                <a:latin typeface="+mn-lt"/>
                <a:ea typeface="+mn-ea"/>
                <a:cs typeface="+mn-cs"/>
              </a:rPr>
              <a:t>而識得雲計算嘅人，係數碼世界裡面最被需求、人工最高嘅技術人才之一</a:t>
            </a:r>
            <a:r>
              <a:rPr lang="en-HK" sz="1200" b="0" kern="1200" dirty="0">
                <a:solidFill>
                  <a:schemeClr val="tx1"/>
                </a:solidFill>
                <a:effectLst/>
                <a:latin typeface="+mn-lt"/>
                <a:ea typeface="+mn-ea"/>
                <a:cs typeface="+mn-cs"/>
              </a:rPr>
              <a:t>。</a:t>
            </a:r>
            <a:br>
              <a:rPr lang="en-HK" dirty="0">
                <a:ea typeface="Calibri"/>
                <a:cs typeface="+mn-lt"/>
              </a:rPr>
            </a:br>
            <a:br>
              <a:rPr lang="en-HK" dirty="0">
                <a:ea typeface="Calibri"/>
                <a:cs typeface="+mn-lt"/>
              </a:rPr>
            </a:br>
            <a:r>
              <a:rPr lang="en-HK" dirty="0">
                <a:ea typeface="Calibri"/>
                <a:cs typeface="Calibri"/>
              </a:rPr>
              <a:t>The storyline:  ​tell that the companies </a:t>
            </a:r>
            <a:r>
              <a:rPr lang="en-HK" dirty="0" err="1">
                <a:ea typeface="Calibri"/>
                <a:cs typeface="Calibri"/>
              </a:rPr>
              <a:t>wanna</a:t>
            </a:r>
            <a:r>
              <a:rPr lang="en-HK" dirty="0">
                <a:ea typeface="Calibri"/>
                <a:cs typeface="Calibri"/>
              </a:rPr>
              <a:t> do their own biz </a:t>
            </a:r>
            <a:r>
              <a:rPr lang="en-HK" dirty="0" err="1">
                <a:ea typeface="Calibri"/>
                <a:cs typeface="Calibri"/>
              </a:rPr>
              <a:t>afterall</a:t>
            </a:r>
            <a:r>
              <a:rPr lang="en-HK" dirty="0">
                <a:ea typeface="Calibri"/>
                <a:cs typeface="Calibri"/>
              </a:rPr>
              <a:t>, they need computing power, then there are cloud computing giants to serve them. Do the graphics in this order (this is set by Ken). Also do it slide by slide so that when click to next slide, the 'visual' will look similar to have animation being played</a:t>
            </a:r>
            <a:r>
              <a:rPr lang="zh-TW" altLang="en-US" dirty="0">
                <a:ea typeface="Calibri"/>
                <a:cs typeface="Calibri"/>
              </a:rPr>
              <a:t>✅</a:t>
            </a:r>
            <a:endParaRPr lang="en-HK" b="0" dirty="0"/>
          </a:p>
        </p:txBody>
      </p:sp>
      <p:sp>
        <p:nvSpPr>
          <p:cNvPr id="4" name="Slide Number Placeholder 3">
            <a:extLst>
              <a:ext uri="{FF2B5EF4-FFF2-40B4-BE49-F238E27FC236}">
                <a16:creationId xmlns:a16="http://schemas.microsoft.com/office/drawing/2014/main" id="{135D1E66-8942-BAF7-3C1C-F6017381AE0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182568-E164-6C44-809C-9E4A0E912D31}"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6814527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55CBA-D918-BE8C-88C0-60C7E2A385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F6930B-22BF-4C2C-9E4D-6F65C79AEABC}"/>
              </a:ext>
            </a:extLst>
          </p:cNvPr>
          <p:cNvSpPr>
            <a:spLocks noGrp="1" noRot="1" noChangeAspect="1"/>
          </p:cNvSpPr>
          <p:nvPr>
            <p:ph type="sldImg"/>
          </p:nvPr>
        </p:nvSpPr>
        <p:spPr/>
        <p:txBody>
          <a:bodyPr/>
          <a:lstStyle/>
          <a:p>
            <a:endParaRPr lang="zh-HK" altLang="en-US"/>
          </a:p>
        </p:txBody>
      </p:sp>
      <p:sp>
        <p:nvSpPr>
          <p:cNvPr id="3" name="Notes Placeholder 2">
            <a:extLst>
              <a:ext uri="{FF2B5EF4-FFF2-40B4-BE49-F238E27FC236}">
                <a16:creationId xmlns:a16="http://schemas.microsoft.com/office/drawing/2014/main" id="{A1F10993-16CF-EF7D-81E5-2BECCD9F2767}"/>
              </a:ext>
            </a:extLst>
          </p:cNvPr>
          <p:cNvSpPr>
            <a:spLocks noGrp="1"/>
          </p:cNvSpPr>
          <p:nvPr>
            <p:ph type="body" idx="1"/>
          </p:nvPr>
        </p:nvSpPr>
        <p:spPr/>
        <p:txBody>
          <a:bodyPr/>
          <a:lstStyle/>
          <a:p>
            <a:r>
              <a:rPr lang="zh-HK" altLang="zh-HK" sz="1200" kern="1200" dirty="0">
                <a:solidFill>
                  <a:schemeClr val="tx1"/>
                </a:solidFill>
                <a:effectLst/>
                <a:latin typeface="+mn-lt"/>
                <a:ea typeface="+mn-ea"/>
                <a:cs typeface="+mn-cs"/>
              </a:rPr>
              <a:t>雲端運算，正是數碼世界的電力公司。</a:t>
            </a:r>
          </a:p>
          <a:p>
            <a:r>
              <a:rPr lang="zh-HK" altLang="zh-HK" sz="1200" kern="1200" dirty="0">
                <a:solidFill>
                  <a:schemeClr val="tx1"/>
                </a:solidFill>
                <a:effectLst/>
                <a:latin typeface="+mn-lt"/>
                <a:ea typeface="+mn-ea"/>
                <a:cs typeface="+mn-cs"/>
              </a:rPr>
              <a:t>阿里巴巴的阿里雲、亞馬遜的 AWS、微軟的 Azure 等科技巨頭，已為全世界建成最先進的「數碼發電廠」——當中設有最頂尖的伺服器與最強的網絡設備。</a:t>
            </a:r>
          </a:p>
          <a:p>
            <a:endParaRPr lang="en-HK" sz="1200" b="0" kern="1200" dirty="0">
              <a:solidFill>
                <a:schemeClr val="tx1"/>
              </a:solidFill>
              <a:effectLst/>
              <a:latin typeface="+mn-lt"/>
              <a:ea typeface="+mn-ea"/>
              <a:cs typeface="+mn-cs"/>
            </a:endParaRPr>
          </a:p>
          <a:p>
            <a:r>
              <a:rPr lang="en-US" altLang="zh-CN" sz="1200" b="0" kern="1200" dirty="0">
                <a:solidFill>
                  <a:schemeClr val="tx1"/>
                </a:solidFill>
                <a:effectLst/>
                <a:latin typeface="+mn-lt"/>
                <a:ea typeface="+mn-ea"/>
                <a:cs typeface="+mn-cs"/>
              </a:rPr>
              <a:t>&lt;CLICK&gt;</a:t>
            </a:r>
          </a:p>
          <a:p>
            <a:r>
              <a:rPr lang="zh-CN" altLang="en-US" sz="1200" b="0" kern="1200" dirty="0">
                <a:solidFill>
                  <a:schemeClr val="tx1"/>
                </a:solidFill>
                <a:effectLst/>
                <a:latin typeface="+mn-lt"/>
                <a:ea typeface="DengXian"/>
                <a:cs typeface="+mn-cs"/>
              </a:rPr>
              <a:t>要用</a:t>
            </a:r>
            <a:r>
              <a:rPr lang="en-HK" sz="1200" b="0" kern="1200" dirty="0" err="1">
                <a:solidFill>
                  <a:schemeClr val="tx1"/>
                </a:solidFill>
                <a:effectLst/>
                <a:latin typeface="+mn-lt"/>
                <a:ea typeface="+mn-ea"/>
                <a:cs typeface="+mn-cs"/>
              </a:rPr>
              <a:t>伺服器</a:t>
            </a:r>
            <a:r>
              <a:rPr lang="zh-CN" altLang="en-US" sz="1200" b="0" kern="1200" dirty="0">
                <a:solidFill>
                  <a:schemeClr val="tx1"/>
                </a:solidFill>
                <a:effectLst/>
                <a:latin typeface="+mn-lt"/>
                <a:ea typeface="DengXian"/>
                <a:cs typeface="+mn-cs"/>
              </a:rPr>
              <a:t>的公司</a:t>
            </a:r>
            <a:r>
              <a:rPr lang="en-HK" sz="1200" b="0" kern="1200" dirty="0">
                <a:solidFill>
                  <a:schemeClr val="tx1"/>
                </a:solidFill>
                <a:effectLst/>
                <a:latin typeface="+mn-lt"/>
                <a:ea typeface="+mn-ea"/>
                <a:cs typeface="+mn-cs"/>
              </a:rPr>
              <a:t>, </a:t>
            </a:r>
            <a:r>
              <a:rPr lang="zh-CN" altLang="en-US" sz="1200" b="0" kern="1200" dirty="0">
                <a:solidFill>
                  <a:schemeClr val="tx1"/>
                </a:solidFill>
                <a:effectLst/>
                <a:latin typeface="+mn-lt"/>
                <a:ea typeface="DengXian"/>
                <a:cs typeface="+mn-cs"/>
              </a:rPr>
              <a:t>就通過互聯網攞電腦資源。</a:t>
            </a:r>
            <a:endParaRPr lang="en-HK" altLang="zh-CN" sz="1200" b="0" kern="1200" dirty="0">
              <a:solidFill>
                <a:schemeClr val="tx1"/>
              </a:solidFill>
              <a:effectLst/>
              <a:latin typeface="+mn-lt"/>
              <a:ea typeface="DengXian"/>
              <a:cs typeface="+mn-cs"/>
            </a:endParaRPr>
          </a:p>
          <a:p>
            <a:r>
              <a:rPr lang="zh-CN" altLang="en-US" sz="1200" b="0" kern="1200" dirty="0">
                <a:solidFill>
                  <a:schemeClr val="tx1"/>
                </a:solidFill>
                <a:effectLst/>
                <a:latin typeface="+mn-lt"/>
                <a:ea typeface="+mn-ea"/>
                <a:cs typeface="+mn-cs"/>
              </a:rPr>
              <a:t>伊</a:t>
            </a:r>
            <a:r>
              <a:rPr lang="en-HK" altLang="zh-CN" sz="1200" b="0" kern="1200" dirty="0">
                <a:solidFill>
                  <a:schemeClr val="tx1"/>
                </a:solidFill>
                <a:effectLst/>
                <a:latin typeface="+mn-lt"/>
                <a:ea typeface="+mn-ea"/>
                <a:cs typeface="+mn-cs"/>
              </a:rPr>
              <a:t> D </a:t>
            </a:r>
            <a:r>
              <a:rPr lang="zh-CN" altLang="en-US" sz="1200" b="0" kern="1200" dirty="0">
                <a:solidFill>
                  <a:schemeClr val="tx1"/>
                </a:solidFill>
                <a:effectLst/>
                <a:latin typeface="+mn-lt"/>
                <a:ea typeface="+mn-ea"/>
                <a:cs typeface="+mn-cs"/>
              </a:rPr>
              <a:t>就係我地而家聼新聞成日都會聽到的“算力”</a:t>
            </a:r>
            <a:r>
              <a:rPr lang="en-HK" sz="1200" b="0" kern="1200" dirty="0">
                <a:solidFill>
                  <a:schemeClr val="tx1"/>
                </a:solidFill>
                <a:effectLst/>
                <a:latin typeface="+mn-lt"/>
                <a:ea typeface="+mn-ea"/>
                <a:cs typeface="+mn-cs"/>
              </a:rPr>
              <a:t>。</a:t>
            </a:r>
          </a:p>
          <a:p>
            <a:br>
              <a:rPr lang="en-HK" sz="1200" b="0" kern="1200" dirty="0">
                <a:effectLst/>
                <a:cs typeface="+mn-lt"/>
              </a:rPr>
            </a:br>
            <a:r>
              <a:rPr lang="en-HK" sz="1200" b="0" kern="1200" dirty="0" err="1">
                <a:solidFill>
                  <a:schemeClr val="tx1"/>
                </a:solidFill>
                <a:effectLst/>
                <a:latin typeface="+mn-lt"/>
                <a:ea typeface="+mn-ea"/>
                <a:cs typeface="+mn-cs"/>
              </a:rPr>
              <a:t>雲計算唔係一啲遙遠嘅技術</a:t>
            </a:r>
            <a:r>
              <a:rPr lang="zh-CN" altLang="en-US" sz="1200" b="0" kern="1200" dirty="0">
                <a:solidFill>
                  <a:schemeClr val="tx1"/>
                </a:solidFill>
                <a:effectLst/>
                <a:latin typeface="+mn-lt"/>
                <a:ea typeface="DengXian"/>
                <a:cs typeface="+mn-cs"/>
              </a:rPr>
              <a:t>，</a:t>
            </a:r>
            <a:r>
              <a:rPr lang="en-HK" sz="1200" b="0" kern="1200" dirty="0" err="1">
                <a:solidFill>
                  <a:schemeClr val="tx1"/>
                </a:solidFill>
                <a:effectLst/>
                <a:latin typeface="+mn-lt"/>
                <a:ea typeface="+mn-ea"/>
                <a:cs typeface="+mn-cs"/>
              </a:rPr>
              <a:t>佢其實就係支撐住我哋整個數碼世界嘅地基</a:t>
            </a:r>
            <a:r>
              <a:rPr lang="en-HK" sz="1200" b="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HK" sz="1200" b="0" kern="1200" dirty="0" err="1">
                <a:solidFill>
                  <a:schemeClr val="tx1"/>
                </a:solidFill>
                <a:effectLst/>
                <a:latin typeface="+mn-lt"/>
                <a:ea typeface="+mn-ea"/>
                <a:cs typeface="+mn-cs"/>
              </a:rPr>
              <a:t>而家幾乎所有大公司都用雲計算，就連中小企都有</a:t>
            </a:r>
            <a:r>
              <a:rPr lang="en-HK" sz="1200" b="0" kern="1200" dirty="0">
                <a:solidFill>
                  <a:schemeClr val="tx1"/>
                </a:solidFill>
                <a:effectLst/>
                <a:latin typeface="+mn-lt"/>
                <a:ea typeface="+mn-ea"/>
                <a:cs typeface="+mn-cs"/>
              </a:rPr>
              <a:t> 75% </a:t>
            </a:r>
            <a:r>
              <a:rPr lang="en-HK" sz="1200" b="0" kern="1200" dirty="0" err="1">
                <a:solidFill>
                  <a:schemeClr val="tx1"/>
                </a:solidFill>
                <a:effectLst/>
                <a:latin typeface="+mn-lt"/>
                <a:ea typeface="+mn-ea"/>
                <a:cs typeface="+mn-cs"/>
              </a:rPr>
              <a:t>喺度用緊</a:t>
            </a:r>
            <a:r>
              <a:rPr lang="en-HK" sz="1200" b="0" kern="1200" dirty="0">
                <a:solidFill>
                  <a:schemeClr val="tx1"/>
                </a:solidFill>
                <a:effectLst/>
                <a:latin typeface="+mn-lt"/>
                <a:ea typeface="+mn-ea"/>
                <a:cs typeface="+mn-cs"/>
              </a:rPr>
              <a:t>。</a:t>
            </a:r>
          </a:p>
          <a:p>
            <a:r>
              <a:rPr lang="en-HK" sz="1200" b="0" kern="1200" dirty="0" err="1">
                <a:solidFill>
                  <a:schemeClr val="tx1"/>
                </a:solidFill>
                <a:effectLst/>
                <a:latin typeface="+mn-lt"/>
                <a:ea typeface="+mn-ea"/>
                <a:cs typeface="+mn-cs"/>
              </a:rPr>
              <a:t>而識得雲計算嘅人，係數碼世界裡面最被需求、人工最高嘅技術人才之一</a:t>
            </a:r>
            <a:r>
              <a:rPr lang="en-HK" sz="1200" b="0" kern="1200" dirty="0">
                <a:solidFill>
                  <a:schemeClr val="tx1"/>
                </a:solidFill>
                <a:effectLst/>
                <a:latin typeface="+mn-lt"/>
                <a:ea typeface="+mn-ea"/>
                <a:cs typeface="+mn-cs"/>
              </a:rPr>
              <a:t>。</a:t>
            </a:r>
            <a:br>
              <a:rPr lang="en-HK" dirty="0">
                <a:ea typeface="Calibri"/>
                <a:cs typeface="+mn-lt"/>
              </a:rPr>
            </a:br>
            <a:br>
              <a:rPr lang="en-HK" dirty="0">
                <a:ea typeface="Calibri"/>
                <a:cs typeface="+mn-lt"/>
              </a:rPr>
            </a:br>
            <a:r>
              <a:rPr lang="en-HK" dirty="0">
                <a:ea typeface="Calibri"/>
                <a:cs typeface="Calibri"/>
              </a:rPr>
              <a:t>The storyline:  ​tell that the companies </a:t>
            </a:r>
            <a:r>
              <a:rPr lang="en-HK" dirty="0" err="1">
                <a:ea typeface="Calibri"/>
                <a:cs typeface="Calibri"/>
              </a:rPr>
              <a:t>wanna</a:t>
            </a:r>
            <a:r>
              <a:rPr lang="en-HK" dirty="0">
                <a:ea typeface="Calibri"/>
                <a:cs typeface="Calibri"/>
              </a:rPr>
              <a:t> do their own biz </a:t>
            </a:r>
            <a:r>
              <a:rPr lang="en-HK" dirty="0" err="1">
                <a:ea typeface="Calibri"/>
                <a:cs typeface="Calibri"/>
              </a:rPr>
              <a:t>afterall</a:t>
            </a:r>
            <a:r>
              <a:rPr lang="en-HK" dirty="0">
                <a:ea typeface="Calibri"/>
                <a:cs typeface="Calibri"/>
              </a:rPr>
              <a:t>, they need computing power, then there are cloud computing giants to serve them. Do the graphics in this order (this is set by Ken). Also do it slide by slide so that when click to next slide, the 'visual' will look similar to have animation being played</a:t>
            </a:r>
            <a:r>
              <a:rPr lang="zh-TW" altLang="en-US" dirty="0">
                <a:ea typeface="Calibri"/>
                <a:cs typeface="Calibri"/>
              </a:rPr>
              <a:t>✅</a:t>
            </a:r>
            <a:endParaRPr lang="en-HK" b="0" dirty="0"/>
          </a:p>
        </p:txBody>
      </p:sp>
      <p:sp>
        <p:nvSpPr>
          <p:cNvPr id="4" name="Slide Number Placeholder 3">
            <a:extLst>
              <a:ext uri="{FF2B5EF4-FFF2-40B4-BE49-F238E27FC236}">
                <a16:creationId xmlns:a16="http://schemas.microsoft.com/office/drawing/2014/main" id="{133D311F-FA05-4196-22C4-3781EF67897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182568-E164-6C44-809C-9E4A0E912D31}"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414784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EE117-5254-4B3A-F376-D51A508F78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BD5F66-9CEA-2247-1063-6A688EF59CC5}"/>
              </a:ext>
            </a:extLst>
          </p:cNvPr>
          <p:cNvSpPr>
            <a:spLocks noGrp="1" noRot="1" noChangeAspect="1"/>
          </p:cNvSpPr>
          <p:nvPr>
            <p:ph type="sldImg"/>
          </p:nvPr>
        </p:nvSpPr>
        <p:spPr/>
        <p:txBody>
          <a:bodyPr/>
          <a:lstStyle/>
          <a:p>
            <a:endParaRPr lang="zh-HK" altLang="en-US"/>
          </a:p>
        </p:txBody>
      </p:sp>
      <p:sp>
        <p:nvSpPr>
          <p:cNvPr id="3" name="Notes Placeholder 2">
            <a:extLst>
              <a:ext uri="{FF2B5EF4-FFF2-40B4-BE49-F238E27FC236}">
                <a16:creationId xmlns:a16="http://schemas.microsoft.com/office/drawing/2014/main" id="{98EAA4AB-6BB0-EB4E-142B-E07F6C7AF59E}"/>
              </a:ext>
            </a:extLst>
          </p:cNvPr>
          <p:cNvSpPr>
            <a:spLocks noGrp="1"/>
          </p:cNvSpPr>
          <p:nvPr>
            <p:ph type="body" idx="1"/>
          </p:nvPr>
        </p:nvSpPr>
        <p:spPr/>
        <p:txBody>
          <a:bodyPr/>
          <a:lstStyle/>
          <a:p>
            <a:r>
              <a:rPr lang="zh-HK" altLang="zh-HK" sz="1200" kern="1200" dirty="0">
                <a:solidFill>
                  <a:schemeClr val="tx1"/>
                </a:solidFill>
                <a:effectLst/>
                <a:latin typeface="+mn-lt"/>
                <a:ea typeface="+mn-ea"/>
                <a:cs typeface="+mn-cs"/>
              </a:rPr>
              <a:t>雲端運算，正是數碼世界的電力公司。</a:t>
            </a:r>
          </a:p>
          <a:p>
            <a:r>
              <a:rPr lang="zh-HK" altLang="zh-HK" sz="1200" kern="1200" dirty="0">
                <a:solidFill>
                  <a:schemeClr val="tx1"/>
                </a:solidFill>
                <a:effectLst/>
                <a:latin typeface="+mn-lt"/>
                <a:ea typeface="+mn-ea"/>
                <a:cs typeface="+mn-cs"/>
              </a:rPr>
              <a:t>阿里巴巴的阿里雲、亞馬遜的 AWS、微軟的 Azure 等科技巨頭，已為全世界建成最先進的「數碼發電廠」——當中設有最頂尖的伺服器與最強的網絡設備。</a:t>
            </a:r>
          </a:p>
          <a:p>
            <a:endParaRPr lang="en-HK" sz="1200" b="0" kern="1200" dirty="0">
              <a:solidFill>
                <a:schemeClr val="tx1"/>
              </a:solidFill>
              <a:effectLst/>
              <a:latin typeface="+mn-lt"/>
              <a:ea typeface="+mn-ea"/>
              <a:cs typeface="+mn-cs"/>
            </a:endParaRPr>
          </a:p>
          <a:p>
            <a:r>
              <a:rPr lang="en-US" altLang="zh-CN" sz="1200" b="0" kern="1200" dirty="0">
                <a:solidFill>
                  <a:schemeClr val="tx1"/>
                </a:solidFill>
                <a:effectLst/>
                <a:latin typeface="+mn-lt"/>
                <a:ea typeface="+mn-ea"/>
                <a:cs typeface="+mn-cs"/>
              </a:rPr>
              <a:t>&lt;CLICK&gt;</a:t>
            </a:r>
          </a:p>
          <a:p>
            <a:r>
              <a:rPr lang="zh-CN" altLang="en-US" sz="1200" b="0" kern="1200" dirty="0">
                <a:solidFill>
                  <a:schemeClr val="tx1"/>
                </a:solidFill>
                <a:effectLst/>
                <a:latin typeface="+mn-lt"/>
                <a:ea typeface="DengXian"/>
                <a:cs typeface="+mn-cs"/>
              </a:rPr>
              <a:t>要用</a:t>
            </a:r>
            <a:r>
              <a:rPr lang="en-HK" sz="1200" b="0" kern="1200" dirty="0" err="1">
                <a:solidFill>
                  <a:schemeClr val="tx1"/>
                </a:solidFill>
                <a:effectLst/>
                <a:latin typeface="+mn-lt"/>
                <a:ea typeface="+mn-ea"/>
                <a:cs typeface="+mn-cs"/>
              </a:rPr>
              <a:t>伺服器</a:t>
            </a:r>
            <a:r>
              <a:rPr lang="zh-CN" altLang="en-US" sz="1200" b="0" kern="1200" dirty="0">
                <a:solidFill>
                  <a:schemeClr val="tx1"/>
                </a:solidFill>
                <a:effectLst/>
                <a:latin typeface="+mn-lt"/>
                <a:ea typeface="DengXian"/>
                <a:cs typeface="+mn-cs"/>
              </a:rPr>
              <a:t>的公司</a:t>
            </a:r>
            <a:r>
              <a:rPr lang="en-HK" sz="1200" b="0" kern="1200" dirty="0">
                <a:solidFill>
                  <a:schemeClr val="tx1"/>
                </a:solidFill>
                <a:effectLst/>
                <a:latin typeface="+mn-lt"/>
                <a:ea typeface="+mn-ea"/>
                <a:cs typeface="+mn-cs"/>
              </a:rPr>
              <a:t>, </a:t>
            </a:r>
            <a:r>
              <a:rPr lang="zh-CN" altLang="en-US" sz="1200" b="0" kern="1200" dirty="0">
                <a:solidFill>
                  <a:schemeClr val="tx1"/>
                </a:solidFill>
                <a:effectLst/>
                <a:latin typeface="+mn-lt"/>
                <a:ea typeface="DengXian"/>
                <a:cs typeface="+mn-cs"/>
              </a:rPr>
              <a:t>就通過互聯網攞電腦資源。</a:t>
            </a:r>
            <a:endParaRPr lang="en-HK" altLang="zh-CN" sz="1200" b="0" kern="1200" dirty="0">
              <a:solidFill>
                <a:schemeClr val="tx1"/>
              </a:solidFill>
              <a:effectLst/>
              <a:latin typeface="+mn-lt"/>
              <a:ea typeface="DengXian"/>
              <a:cs typeface="+mn-cs"/>
            </a:endParaRPr>
          </a:p>
          <a:p>
            <a:r>
              <a:rPr lang="zh-CN" altLang="en-US" sz="1200" b="0" kern="1200" dirty="0">
                <a:solidFill>
                  <a:schemeClr val="tx1"/>
                </a:solidFill>
                <a:effectLst/>
                <a:latin typeface="+mn-lt"/>
                <a:ea typeface="+mn-ea"/>
                <a:cs typeface="+mn-cs"/>
              </a:rPr>
              <a:t>伊</a:t>
            </a:r>
            <a:r>
              <a:rPr lang="en-HK" altLang="zh-CN" sz="1200" b="0" kern="1200" dirty="0">
                <a:solidFill>
                  <a:schemeClr val="tx1"/>
                </a:solidFill>
                <a:effectLst/>
                <a:latin typeface="+mn-lt"/>
                <a:ea typeface="+mn-ea"/>
                <a:cs typeface="+mn-cs"/>
              </a:rPr>
              <a:t> D </a:t>
            </a:r>
            <a:r>
              <a:rPr lang="zh-CN" altLang="en-US" sz="1200" b="0" kern="1200" dirty="0">
                <a:solidFill>
                  <a:schemeClr val="tx1"/>
                </a:solidFill>
                <a:effectLst/>
                <a:latin typeface="+mn-lt"/>
                <a:ea typeface="+mn-ea"/>
                <a:cs typeface="+mn-cs"/>
              </a:rPr>
              <a:t>就係我地而家聼新聞成日都會聽到的“算力”</a:t>
            </a:r>
            <a:r>
              <a:rPr lang="en-HK" sz="1200" b="0" kern="1200" dirty="0">
                <a:solidFill>
                  <a:schemeClr val="tx1"/>
                </a:solidFill>
                <a:effectLst/>
                <a:latin typeface="+mn-lt"/>
                <a:ea typeface="+mn-ea"/>
                <a:cs typeface="+mn-cs"/>
              </a:rPr>
              <a:t>。</a:t>
            </a:r>
          </a:p>
          <a:p>
            <a:br>
              <a:rPr lang="en-HK" sz="1200" b="0" kern="1200" dirty="0">
                <a:effectLst/>
                <a:cs typeface="+mn-lt"/>
              </a:rPr>
            </a:br>
            <a:r>
              <a:rPr lang="en-HK" sz="1200" b="0" kern="1200" dirty="0" err="1">
                <a:solidFill>
                  <a:schemeClr val="tx1"/>
                </a:solidFill>
                <a:effectLst/>
                <a:latin typeface="+mn-lt"/>
                <a:ea typeface="+mn-ea"/>
                <a:cs typeface="+mn-cs"/>
              </a:rPr>
              <a:t>雲計算唔係一啲遙遠嘅技術</a:t>
            </a:r>
            <a:r>
              <a:rPr lang="zh-CN" altLang="en-US" sz="1200" b="0" kern="1200" dirty="0">
                <a:solidFill>
                  <a:schemeClr val="tx1"/>
                </a:solidFill>
                <a:effectLst/>
                <a:latin typeface="+mn-lt"/>
                <a:ea typeface="DengXian"/>
                <a:cs typeface="+mn-cs"/>
              </a:rPr>
              <a:t>，</a:t>
            </a:r>
            <a:r>
              <a:rPr lang="en-HK" sz="1200" b="0" kern="1200" dirty="0" err="1">
                <a:solidFill>
                  <a:schemeClr val="tx1"/>
                </a:solidFill>
                <a:effectLst/>
                <a:latin typeface="+mn-lt"/>
                <a:ea typeface="+mn-ea"/>
                <a:cs typeface="+mn-cs"/>
              </a:rPr>
              <a:t>佢其實就係支撐住我哋整個數碼世界嘅地基</a:t>
            </a:r>
            <a:r>
              <a:rPr lang="en-HK" sz="1200" b="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HK" sz="1200" b="0" kern="1200" dirty="0" err="1">
                <a:solidFill>
                  <a:schemeClr val="tx1"/>
                </a:solidFill>
                <a:effectLst/>
                <a:latin typeface="+mn-lt"/>
                <a:ea typeface="+mn-ea"/>
                <a:cs typeface="+mn-cs"/>
              </a:rPr>
              <a:t>而家幾乎所有大公司都用雲計算，就連中小企都有</a:t>
            </a:r>
            <a:r>
              <a:rPr lang="en-HK" sz="1200" b="0" kern="1200" dirty="0">
                <a:solidFill>
                  <a:schemeClr val="tx1"/>
                </a:solidFill>
                <a:effectLst/>
                <a:latin typeface="+mn-lt"/>
                <a:ea typeface="+mn-ea"/>
                <a:cs typeface="+mn-cs"/>
              </a:rPr>
              <a:t> 75% </a:t>
            </a:r>
            <a:r>
              <a:rPr lang="en-HK" sz="1200" b="0" kern="1200" dirty="0" err="1">
                <a:solidFill>
                  <a:schemeClr val="tx1"/>
                </a:solidFill>
                <a:effectLst/>
                <a:latin typeface="+mn-lt"/>
                <a:ea typeface="+mn-ea"/>
                <a:cs typeface="+mn-cs"/>
              </a:rPr>
              <a:t>喺度用緊</a:t>
            </a:r>
            <a:r>
              <a:rPr lang="en-HK" sz="1200" b="0" kern="1200" dirty="0">
                <a:solidFill>
                  <a:schemeClr val="tx1"/>
                </a:solidFill>
                <a:effectLst/>
                <a:latin typeface="+mn-lt"/>
                <a:ea typeface="+mn-ea"/>
                <a:cs typeface="+mn-cs"/>
              </a:rPr>
              <a:t>。</a:t>
            </a:r>
          </a:p>
          <a:p>
            <a:r>
              <a:rPr lang="en-HK" sz="1200" b="0" kern="1200" dirty="0" err="1">
                <a:solidFill>
                  <a:schemeClr val="tx1"/>
                </a:solidFill>
                <a:effectLst/>
                <a:latin typeface="+mn-lt"/>
                <a:ea typeface="+mn-ea"/>
                <a:cs typeface="+mn-cs"/>
              </a:rPr>
              <a:t>而識得雲計算嘅人，係數碼世界裡面最被需求、人工最高嘅技術人才之一</a:t>
            </a:r>
            <a:r>
              <a:rPr lang="en-HK" sz="1200" b="0" kern="1200" dirty="0">
                <a:solidFill>
                  <a:schemeClr val="tx1"/>
                </a:solidFill>
                <a:effectLst/>
                <a:latin typeface="+mn-lt"/>
                <a:ea typeface="+mn-ea"/>
                <a:cs typeface="+mn-cs"/>
              </a:rPr>
              <a:t>。</a:t>
            </a:r>
            <a:br>
              <a:rPr lang="en-HK" dirty="0">
                <a:ea typeface="Calibri"/>
                <a:cs typeface="+mn-lt"/>
              </a:rPr>
            </a:br>
            <a:br>
              <a:rPr lang="en-HK" dirty="0">
                <a:ea typeface="Calibri"/>
                <a:cs typeface="+mn-lt"/>
              </a:rPr>
            </a:br>
            <a:r>
              <a:rPr lang="en-HK" dirty="0">
                <a:ea typeface="Calibri"/>
                <a:cs typeface="Calibri"/>
              </a:rPr>
              <a:t>The storyline:  ​tell that the companies </a:t>
            </a:r>
            <a:r>
              <a:rPr lang="en-HK" dirty="0" err="1">
                <a:ea typeface="Calibri"/>
                <a:cs typeface="Calibri"/>
              </a:rPr>
              <a:t>wanna</a:t>
            </a:r>
            <a:r>
              <a:rPr lang="en-HK" dirty="0">
                <a:ea typeface="Calibri"/>
                <a:cs typeface="Calibri"/>
              </a:rPr>
              <a:t> do their own biz </a:t>
            </a:r>
            <a:r>
              <a:rPr lang="en-HK" dirty="0" err="1">
                <a:ea typeface="Calibri"/>
                <a:cs typeface="Calibri"/>
              </a:rPr>
              <a:t>afterall</a:t>
            </a:r>
            <a:r>
              <a:rPr lang="en-HK" dirty="0">
                <a:ea typeface="Calibri"/>
                <a:cs typeface="Calibri"/>
              </a:rPr>
              <a:t>, they need computing power, then there are cloud computing giants to serve them. Do the graphics in this order (this is set by Ken). Also do it slide by slide so that when click to next slide, the 'visual' will look similar to have animation being played</a:t>
            </a:r>
            <a:r>
              <a:rPr lang="zh-TW" altLang="en-US" dirty="0">
                <a:ea typeface="Calibri"/>
                <a:cs typeface="Calibri"/>
              </a:rPr>
              <a:t>✅</a:t>
            </a:r>
            <a:endParaRPr lang="en-HK" b="0" dirty="0"/>
          </a:p>
        </p:txBody>
      </p:sp>
      <p:sp>
        <p:nvSpPr>
          <p:cNvPr id="4" name="Slide Number Placeholder 3">
            <a:extLst>
              <a:ext uri="{FF2B5EF4-FFF2-40B4-BE49-F238E27FC236}">
                <a16:creationId xmlns:a16="http://schemas.microsoft.com/office/drawing/2014/main" id="{E4ADAACE-EA4D-8206-86E5-4DAD6FCAA61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182568-E164-6C44-809C-9E4A0E912D31}"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942626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HK" altLang="en-US"/>
          </a:p>
        </p:txBody>
      </p:sp>
      <p:sp>
        <p:nvSpPr>
          <p:cNvPr id="3" name="Notes Placeholder 2"/>
          <p:cNvSpPr>
            <a:spLocks noGrp="1"/>
          </p:cNvSpPr>
          <p:nvPr>
            <p:ph type="body" idx="1"/>
          </p:nvPr>
        </p:nvSpPr>
        <p:spPr/>
        <p:txBody>
          <a:bodyPr/>
          <a:lstStyle/>
          <a:p>
            <a:r>
              <a:rPr lang="zh-HK" altLang="zh-HK" sz="1200" kern="1200" dirty="0">
                <a:solidFill>
                  <a:schemeClr val="tx1"/>
                </a:solidFill>
                <a:effectLst/>
                <a:latin typeface="+mn-lt"/>
                <a:ea typeface="+mn-ea"/>
                <a:cs typeface="+mn-cs"/>
              </a:rPr>
              <a:t>雲端運算，正是數碼世界的電力公司。</a:t>
            </a:r>
          </a:p>
          <a:p>
            <a:r>
              <a:rPr lang="zh-HK" altLang="zh-HK" sz="1200" kern="1200" dirty="0">
                <a:solidFill>
                  <a:schemeClr val="tx1"/>
                </a:solidFill>
                <a:effectLst/>
                <a:latin typeface="+mn-lt"/>
                <a:ea typeface="+mn-ea"/>
                <a:cs typeface="+mn-cs"/>
              </a:rPr>
              <a:t>阿里巴巴的阿里雲、亞馬遜的 AWS、微軟的 Azure 等科技巨頭，已為全世界建成最先進的「數碼發電廠」——當中設有最頂尖的伺服器與最強的網絡設備。</a:t>
            </a:r>
          </a:p>
          <a:p>
            <a:endParaRPr lang="en-HK" sz="1200" b="0" kern="1200" dirty="0">
              <a:solidFill>
                <a:schemeClr val="tx1"/>
              </a:solidFill>
              <a:effectLst/>
              <a:latin typeface="+mn-lt"/>
              <a:ea typeface="+mn-ea"/>
              <a:cs typeface="+mn-cs"/>
            </a:endParaRPr>
          </a:p>
          <a:p>
            <a:r>
              <a:rPr lang="en-US" altLang="zh-CN" sz="1200" b="0" kern="1200" dirty="0">
                <a:solidFill>
                  <a:schemeClr val="tx1"/>
                </a:solidFill>
                <a:effectLst/>
                <a:latin typeface="+mn-lt"/>
                <a:ea typeface="+mn-ea"/>
                <a:cs typeface="+mn-cs"/>
              </a:rPr>
              <a:t>&lt;CLICK&gt;</a:t>
            </a:r>
          </a:p>
          <a:p>
            <a:r>
              <a:rPr lang="zh-CN" altLang="en-US" sz="1200" b="0" kern="1200">
                <a:solidFill>
                  <a:schemeClr val="tx1"/>
                </a:solidFill>
                <a:effectLst/>
                <a:latin typeface="+mn-lt"/>
                <a:ea typeface="DengXian"/>
                <a:cs typeface="+mn-cs"/>
              </a:rPr>
              <a:t>要用</a:t>
            </a:r>
            <a:r>
              <a:rPr lang="en-HK" sz="1200" b="0" kern="1200">
                <a:solidFill>
                  <a:schemeClr val="tx1"/>
                </a:solidFill>
                <a:effectLst/>
                <a:latin typeface="+mn-lt"/>
                <a:ea typeface="+mn-ea"/>
                <a:cs typeface="+mn-cs"/>
              </a:rPr>
              <a:t>伺服器</a:t>
            </a:r>
            <a:r>
              <a:rPr lang="zh-CN" altLang="en-US" sz="1200" b="0" kern="1200">
                <a:solidFill>
                  <a:schemeClr val="tx1"/>
                </a:solidFill>
                <a:effectLst/>
                <a:latin typeface="+mn-lt"/>
                <a:ea typeface="DengXian"/>
                <a:cs typeface="+mn-cs"/>
              </a:rPr>
              <a:t>的公司</a:t>
            </a:r>
            <a:r>
              <a:rPr lang="en-HK" sz="1200" b="0" kern="1200" dirty="0">
                <a:solidFill>
                  <a:schemeClr val="tx1"/>
                </a:solidFill>
                <a:effectLst/>
                <a:latin typeface="+mn-lt"/>
                <a:ea typeface="+mn-ea"/>
                <a:cs typeface="+mn-cs"/>
              </a:rPr>
              <a:t>, </a:t>
            </a:r>
            <a:r>
              <a:rPr lang="zh-CN" altLang="en-US" sz="1200" b="0" kern="1200">
                <a:solidFill>
                  <a:schemeClr val="tx1"/>
                </a:solidFill>
                <a:effectLst/>
                <a:latin typeface="+mn-lt"/>
                <a:ea typeface="DengXian"/>
                <a:cs typeface="+mn-cs"/>
              </a:rPr>
              <a:t>就通過互聯網攞電腦資源。</a:t>
            </a:r>
            <a:endParaRPr lang="en-HK" altLang="zh-CN" sz="1200" b="0" kern="1200">
              <a:solidFill>
                <a:schemeClr val="tx1"/>
              </a:solidFill>
              <a:effectLst/>
              <a:latin typeface="+mn-lt"/>
              <a:ea typeface="DengXian"/>
              <a:cs typeface="+mn-cs"/>
            </a:endParaRPr>
          </a:p>
          <a:p>
            <a:r>
              <a:rPr lang="zh-CN" altLang="en-US" sz="1200" b="0" kern="1200" dirty="0">
                <a:solidFill>
                  <a:schemeClr val="tx1"/>
                </a:solidFill>
                <a:effectLst/>
                <a:latin typeface="+mn-lt"/>
                <a:ea typeface="+mn-ea"/>
                <a:cs typeface="+mn-cs"/>
              </a:rPr>
              <a:t>伊</a:t>
            </a:r>
            <a:r>
              <a:rPr lang="en-HK" altLang="zh-CN" sz="1200" b="0" kern="1200" dirty="0">
                <a:solidFill>
                  <a:schemeClr val="tx1"/>
                </a:solidFill>
                <a:effectLst/>
                <a:latin typeface="+mn-lt"/>
                <a:ea typeface="+mn-ea"/>
                <a:cs typeface="+mn-cs"/>
              </a:rPr>
              <a:t> D </a:t>
            </a:r>
            <a:r>
              <a:rPr lang="zh-CN" altLang="en-US" sz="1200" b="0" kern="1200" dirty="0">
                <a:solidFill>
                  <a:schemeClr val="tx1"/>
                </a:solidFill>
                <a:effectLst/>
                <a:latin typeface="+mn-lt"/>
                <a:ea typeface="+mn-ea"/>
                <a:cs typeface="+mn-cs"/>
              </a:rPr>
              <a:t>就係我地而家聼新聞成日都會聽到的“算力”</a:t>
            </a:r>
            <a:r>
              <a:rPr lang="en-HK" sz="1200" b="0" kern="1200" dirty="0">
                <a:solidFill>
                  <a:schemeClr val="tx1"/>
                </a:solidFill>
                <a:effectLst/>
                <a:latin typeface="+mn-lt"/>
                <a:ea typeface="+mn-ea"/>
                <a:cs typeface="+mn-cs"/>
              </a:rPr>
              <a:t>。</a:t>
            </a:r>
          </a:p>
          <a:p>
            <a:br>
              <a:rPr lang="en-HK" sz="1200" b="0" kern="1200">
                <a:effectLst/>
                <a:cs typeface="+mn-lt"/>
              </a:rPr>
            </a:br>
            <a:r>
              <a:rPr lang="en-HK" sz="1200" b="0" kern="1200">
                <a:solidFill>
                  <a:schemeClr val="tx1"/>
                </a:solidFill>
                <a:effectLst/>
                <a:latin typeface="+mn-lt"/>
                <a:ea typeface="+mn-ea"/>
                <a:cs typeface="+mn-cs"/>
              </a:rPr>
              <a:t>雲計算唔係一啲遙遠嘅技術</a:t>
            </a:r>
            <a:r>
              <a:rPr lang="zh-CN" altLang="en-US" sz="1200" b="0" kern="1200">
                <a:solidFill>
                  <a:schemeClr val="tx1"/>
                </a:solidFill>
                <a:effectLst/>
                <a:latin typeface="+mn-lt"/>
                <a:ea typeface="DengXian"/>
                <a:cs typeface="+mn-cs"/>
              </a:rPr>
              <a:t>，</a:t>
            </a:r>
            <a:r>
              <a:rPr lang="en-HK" sz="1200" b="0" kern="1200">
                <a:solidFill>
                  <a:schemeClr val="tx1"/>
                </a:solidFill>
                <a:effectLst/>
                <a:latin typeface="+mn-lt"/>
                <a:ea typeface="+mn-ea"/>
                <a:cs typeface="+mn-cs"/>
              </a:rPr>
              <a:t>佢其實就係支撐住我哋整個數碼世界嘅地基</a:t>
            </a:r>
            <a:r>
              <a:rPr lang="en-HK" sz="1200" b="0" kern="1200" dirty="0">
                <a:solidFill>
                  <a:schemeClr val="tx1"/>
                </a:solidFill>
                <a:effectLst/>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HK" sz="1200" b="0" kern="1200">
                <a:solidFill>
                  <a:schemeClr val="tx1"/>
                </a:solidFill>
                <a:effectLst/>
                <a:latin typeface="+mn-lt"/>
                <a:ea typeface="+mn-ea"/>
                <a:cs typeface="+mn-cs"/>
              </a:rPr>
              <a:t>而家幾乎所有大公司都用雲計算，就連中小企都有</a:t>
            </a:r>
            <a:r>
              <a:rPr lang="en-HK" sz="1200" b="0" kern="1200" dirty="0">
                <a:solidFill>
                  <a:schemeClr val="tx1"/>
                </a:solidFill>
                <a:effectLst/>
                <a:latin typeface="+mn-lt"/>
                <a:ea typeface="+mn-ea"/>
                <a:cs typeface="+mn-cs"/>
              </a:rPr>
              <a:t> 75% </a:t>
            </a:r>
            <a:r>
              <a:rPr lang="en-HK" sz="1200" b="0" kern="1200">
                <a:solidFill>
                  <a:schemeClr val="tx1"/>
                </a:solidFill>
                <a:effectLst/>
                <a:latin typeface="+mn-lt"/>
                <a:ea typeface="+mn-ea"/>
                <a:cs typeface="+mn-cs"/>
              </a:rPr>
              <a:t>喺度用緊</a:t>
            </a:r>
            <a:r>
              <a:rPr lang="en-HK" sz="1200" b="0" kern="1200" dirty="0">
                <a:solidFill>
                  <a:schemeClr val="tx1"/>
                </a:solidFill>
                <a:effectLst/>
                <a:latin typeface="+mn-lt"/>
                <a:ea typeface="+mn-ea"/>
                <a:cs typeface="+mn-cs"/>
              </a:rPr>
              <a:t>。</a:t>
            </a:r>
          </a:p>
          <a:p>
            <a:r>
              <a:rPr lang="en-HK" sz="1200" b="0" kern="1200" dirty="0" err="1">
                <a:solidFill>
                  <a:schemeClr val="tx1"/>
                </a:solidFill>
                <a:effectLst/>
                <a:latin typeface="+mn-lt"/>
                <a:ea typeface="+mn-ea"/>
                <a:cs typeface="+mn-cs"/>
              </a:rPr>
              <a:t>而識得雲計算嘅人，係數碼世界裡面最被需求、人工最高嘅技術人才之一</a:t>
            </a:r>
            <a:r>
              <a:rPr lang="en-HK" sz="1200" b="0" kern="1200" dirty="0">
                <a:solidFill>
                  <a:schemeClr val="tx1"/>
                </a:solidFill>
                <a:effectLst/>
                <a:latin typeface="+mn-lt"/>
                <a:ea typeface="+mn-ea"/>
                <a:cs typeface="+mn-cs"/>
              </a:rPr>
              <a:t>。</a:t>
            </a:r>
            <a:br>
              <a:rPr lang="en-HK">
                <a:ea typeface="Calibri"/>
                <a:cs typeface="+mn-lt"/>
              </a:rPr>
            </a:br>
            <a:br>
              <a:rPr lang="en-HK">
                <a:ea typeface="Calibri"/>
                <a:cs typeface="+mn-lt"/>
              </a:rPr>
            </a:br>
            <a:r>
              <a:rPr lang="en-HK">
                <a:ea typeface="Calibri"/>
                <a:cs typeface="Calibri"/>
              </a:rPr>
              <a:t>The storyline:  ​tell that the companies </a:t>
            </a:r>
            <a:r>
              <a:rPr lang="en-HK" err="1">
                <a:ea typeface="Calibri"/>
                <a:cs typeface="Calibri"/>
              </a:rPr>
              <a:t>wanna</a:t>
            </a:r>
            <a:r>
              <a:rPr lang="en-HK">
                <a:ea typeface="Calibri"/>
                <a:cs typeface="Calibri"/>
              </a:rPr>
              <a:t> do their own biz </a:t>
            </a:r>
            <a:r>
              <a:rPr lang="en-HK" err="1">
                <a:ea typeface="Calibri"/>
                <a:cs typeface="Calibri"/>
              </a:rPr>
              <a:t>afterall</a:t>
            </a:r>
            <a:r>
              <a:rPr lang="en-HK">
                <a:ea typeface="Calibri"/>
                <a:cs typeface="Calibri"/>
              </a:rPr>
              <a:t>, they need computing power, then there are cloud computing giants to serve them. Do the graphics in this order (this is set by Ken). Also do it slide by slide so that when click to next slide, the 'visual' will look similar to have animation being played</a:t>
            </a:r>
            <a:endParaRPr lang="en-HK" b="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182568-E164-6C44-809C-9E4A0E912D31}" type="slidenum">
              <a:rPr kumimoji="0" lang="en-US"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387239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Yellow BG">
    <p:bg>
      <p:bgPr>
        <a:solidFill>
          <a:schemeClr val="accent6"/>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564840" y="1611631"/>
            <a:ext cx="9063988" cy="1817370"/>
          </a:xfrm>
        </p:spPr>
        <p:txBody>
          <a:bodyPr anchor="b">
            <a:noAutofit/>
          </a:bodyPr>
          <a:lstStyle>
            <a:lvl1pPr algn="ctr">
              <a:defRPr sz="11000" cap="none" baseline="0">
                <a:solidFill>
                  <a:schemeClr val="tx1"/>
                </a:solidFill>
              </a:defRPr>
            </a:lvl1pPr>
          </a:lstStyle>
          <a:p>
            <a:r>
              <a:rPr lang="en-US"/>
              <a:t>Heading ...</a:t>
            </a:r>
          </a:p>
        </p:txBody>
      </p:sp>
      <p:sp>
        <p:nvSpPr>
          <p:cNvPr id="3" name="Subtitle 2"/>
          <p:cNvSpPr>
            <a:spLocks noGrp="1"/>
          </p:cNvSpPr>
          <p:nvPr>
            <p:ph type="subTitle" idx="1" hasCustomPrompt="1"/>
          </p:nvPr>
        </p:nvSpPr>
        <p:spPr>
          <a:xfrm>
            <a:off x="2679906" y="5011657"/>
            <a:ext cx="6831673" cy="1086237"/>
          </a:xfrm>
        </p:spPr>
        <p:txBody>
          <a:bodyPr>
            <a:normAutofit/>
          </a:bodyPr>
          <a:lstStyle>
            <a:lvl1pPr marL="0" indent="0" algn="ctr">
              <a:lnSpc>
                <a:spcPct val="112000"/>
              </a:lnSpc>
              <a:spcBef>
                <a:spcPts val="0"/>
              </a:spcBef>
              <a:spcAft>
                <a:spcPts val="0"/>
              </a:spcAft>
              <a:buNone/>
              <a:defRPr sz="2300">
                <a:solidFill>
                  <a:srgbClr val="42413D"/>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Name and contact ...</a:t>
            </a:r>
          </a:p>
        </p:txBody>
      </p:sp>
      <p:sp>
        <p:nvSpPr>
          <p:cNvPr id="31" name="Text Placeholder 30">
            <a:extLst>
              <a:ext uri="{FF2B5EF4-FFF2-40B4-BE49-F238E27FC236}">
                <a16:creationId xmlns:a16="http://schemas.microsoft.com/office/drawing/2014/main" id="{B97DE2C9-087E-B549-86BE-BE8413B7F89B}"/>
              </a:ext>
            </a:extLst>
          </p:cNvPr>
          <p:cNvSpPr>
            <a:spLocks noGrp="1"/>
          </p:cNvSpPr>
          <p:nvPr>
            <p:ph type="body" sz="quarter" idx="10" hasCustomPrompt="1"/>
          </p:nvPr>
        </p:nvSpPr>
        <p:spPr>
          <a:xfrm>
            <a:off x="1565275" y="3429000"/>
            <a:ext cx="9063038" cy="960438"/>
          </a:xfrm>
        </p:spPr>
        <p:txBody>
          <a:bodyPr>
            <a:normAutofit/>
          </a:bodyPr>
          <a:lstStyle>
            <a:lvl1pPr marL="0" indent="0" algn="ctr">
              <a:buFontTx/>
              <a:buNone/>
              <a:defRPr sz="4600">
                <a:solidFill>
                  <a:schemeClr val="bg1"/>
                </a:solidFill>
              </a:defRPr>
            </a:lvl1pPr>
          </a:lstStyle>
          <a:p>
            <a:pPr lvl="0"/>
            <a:r>
              <a:rPr lang="en-US"/>
              <a:t>Sub-heading ...</a:t>
            </a:r>
          </a:p>
        </p:txBody>
      </p:sp>
    </p:spTree>
    <p:extLst>
      <p:ext uri="{BB962C8B-B14F-4D97-AF65-F5344CB8AC3E}">
        <p14:creationId xmlns:p14="http://schemas.microsoft.com/office/powerpoint/2010/main" val="12545215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Black BG">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564840" y="1611631"/>
            <a:ext cx="9063988" cy="1817370"/>
          </a:xfrm>
        </p:spPr>
        <p:txBody>
          <a:bodyPr anchor="b">
            <a:noAutofit/>
          </a:bodyPr>
          <a:lstStyle>
            <a:lvl1pPr algn="ctr">
              <a:defRPr sz="11000" cap="none" baseline="0">
                <a:solidFill>
                  <a:schemeClr val="accent6"/>
                </a:solidFill>
              </a:defRPr>
            </a:lvl1pPr>
          </a:lstStyle>
          <a:p>
            <a:r>
              <a:rPr lang="en-US"/>
              <a:t>Heading ...</a:t>
            </a:r>
          </a:p>
        </p:txBody>
      </p:sp>
      <p:sp>
        <p:nvSpPr>
          <p:cNvPr id="3" name="Subtitle 2"/>
          <p:cNvSpPr>
            <a:spLocks noGrp="1"/>
          </p:cNvSpPr>
          <p:nvPr>
            <p:ph type="subTitle" idx="1" hasCustomPrompt="1"/>
          </p:nvPr>
        </p:nvSpPr>
        <p:spPr>
          <a:xfrm>
            <a:off x="2679906" y="5011657"/>
            <a:ext cx="6831673" cy="1086237"/>
          </a:xfrm>
        </p:spPr>
        <p:txBody>
          <a:bodyPr>
            <a:normAutofit/>
          </a:bodyPr>
          <a:lstStyle>
            <a:lvl1pPr marL="0" indent="0" algn="ctr">
              <a:lnSpc>
                <a:spcPct val="112000"/>
              </a:lnSpc>
              <a:spcBef>
                <a:spcPts val="0"/>
              </a:spcBef>
              <a:spcAft>
                <a:spcPts val="0"/>
              </a:spcAft>
              <a:buNone/>
              <a:defRPr sz="23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Name and contact ...</a:t>
            </a:r>
          </a:p>
        </p:txBody>
      </p:sp>
      <p:sp>
        <p:nvSpPr>
          <p:cNvPr id="31" name="Text Placeholder 30">
            <a:extLst>
              <a:ext uri="{FF2B5EF4-FFF2-40B4-BE49-F238E27FC236}">
                <a16:creationId xmlns:a16="http://schemas.microsoft.com/office/drawing/2014/main" id="{B97DE2C9-087E-B549-86BE-BE8413B7F89B}"/>
              </a:ext>
            </a:extLst>
          </p:cNvPr>
          <p:cNvSpPr>
            <a:spLocks noGrp="1"/>
          </p:cNvSpPr>
          <p:nvPr>
            <p:ph type="body" sz="quarter" idx="10" hasCustomPrompt="1"/>
          </p:nvPr>
        </p:nvSpPr>
        <p:spPr>
          <a:xfrm>
            <a:off x="1565275" y="3429000"/>
            <a:ext cx="9063038" cy="960438"/>
          </a:xfrm>
        </p:spPr>
        <p:txBody>
          <a:bodyPr>
            <a:normAutofit/>
          </a:bodyPr>
          <a:lstStyle>
            <a:lvl1pPr marL="0" indent="0" algn="ctr">
              <a:buFontTx/>
              <a:buNone/>
              <a:defRPr sz="4600">
                <a:solidFill>
                  <a:schemeClr val="bg1"/>
                </a:solidFill>
              </a:defRPr>
            </a:lvl1pPr>
          </a:lstStyle>
          <a:p>
            <a:pPr lvl="0"/>
            <a:r>
              <a:rPr lang="en-US"/>
              <a:t>Sub-heading ...</a:t>
            </a:r>
          </a:p>
        </p:txBody>
      </p:sp>
    </p:spTree>
    <p:extLst>
      <p:ext uri="{BB962C8B-B14F-4D97-AF65-F5344CB8AC3E}">
        <p14:creationId xmlns:p14="http://schemas.microsoft.com/office/powerpoint/2010/main" val="16285928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hite BG">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564840" y="1611631"/>
            <a:ext cx="9063988" cy="1817370"/>
          </a:xfrm>
        </p:spPr>
        <p:txBody>
          <a:bodyPr anchor="b">
            <a:noAutofit/>
          </a:bodyPr>
          <a:lstStyle>
            <a:lvl1pPr algn="ctr">
              <a:defRPr sz="11000" cap="none" baseline="0">
                <a:solidFill>
                  <a:schemeClr val="tx1"/>
                </a:solidFill>
              </a:defRPr>
            </a:lvl1pPr>
          </a:lstStyle>
          <a:p>
            <a:r>
              <a:rPr lang="en-US"/>
              <a:t>Heading ...</a:t>
            </a:r>
          </a:p>
        </p:txBody>
      </p:sp>
      <p:sp>
        <p:nvSpPr>
          <p:cNvPr id="3" name="Subtitle 2"/>
          <p:cNvSpPr>
            <a:spLocks noGrp="1"/>
          </p:cNvSpPr>
          <p:nvPr>
            <p:ph type="subTitle" idx="1" hasCustomPrompt="1"/>
          </p:nvPr>
        </p:nvSpPr>
        <p:spPr>
          <a:xfrm>
            <a:off x="2679906" y="5011657"/>
            <a:ext cx="6831673" cy="1086237"/>
          </a:xfrm>
        </p:spPr>
        <p:txBody>
          <a:bodyPr>
            <a:normAutofit/>
          </a:bodyPr>
          <a:lstStyle>
            <a:lvl1pPr marL="0" indent="0" algn="ctr">
              <a:lnSpc>
                <a:spcPct val="112000"/>
              </a:lnSpc>
              <a:spcBef>
                <a:spcPts val="0"/>
              </a:spcBef>
              <a:spcAft>
                <a:spcPts val="0"/>
              </a:spcAft>
              <a:buNone/>
              <a:defRPr sz="23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Name and contact ...</a:t>
            </a:r>
          </a:p>
        </p:txBody>
      </p:sp>
      <p:sp>
        <p:nvSpPr>
          <p:cNvPr id="31" name="Text Placeholder 30">
            <a:extLst>
              <a:ext uri="{FF2B5EF4-FFF2-40B4-BE49-F238E27FC236}">
                <a16:creationId xmlns:a16="http://schemas.microsoft.com/office/drawing/2014/main" id="{B97DE2C9-087E-B549-86BE-BE8413B7F89B}"/>
              </a:ext>
            </a:extLst>
          </p:cNvPr>
          <p:cNvSpPr>
            <a:spLocks noGrp="1"/>
          </p:cNvSpPr>
          <p:nvPr>
            <p:ph type="body" sz="quarter" idx="10" hasCustomPrompt="1"/>
          </p:nvPr>
        </p:nvSpPr>
        <p:spPr>
          <a:xfrm>
            <a:off x="1565275" y="3429000"/>
            <a:ext cx="9063038" cy="960438"/>
          </a:xfrm>
        </p:spPr>
        <p:txBody>
          <a:bodyPr>
            <a:normAutofit/>
          </a:bodyPr>
          <a:lstStyle>
            <a:lvl1pPr marL="0" indent="0" algn="ctr">
              <a:buFontTx/>
              <a:buNone/>
              <a:defRPr sz="4600">
                <a:solidFill>
                  <a:schemeClr val="tx1"/>
                </a:solidFill>
              </a:defRPr>
            </a:lvl1pPr>
          </a:lstStyle>
          <a:p>
            <a:pPr lvl="0"/>
            <a:r>
              <a:rPr lang="en-US"/>
              <a:t>Sub-heading ...</a:t>
            </a:r>
          </a:p>
        </p:txBody>
      </p:sp>
    </p:spTree>
    <p:extLst>
      <p:ext uri="{BB962C8B-B14F-4D97-AF65-F5344CB8AC3E}">
        <p14:creationId xmlns:p14="http://schemas.microsoft.com/office/powerpoint/2010/main" val="37354881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nchor="ctr" anchorCtr="0">
            <a:noAutofit/>
          </a:bodyPr>
          <a:lstStyle>
            <a:lvl1pPr>
              <a:defRPr sz="6000">
                <a:solidFill>
                  <a:schemeClr val="tx1"/>
                </a:solidFill>
              </a:defRPr>
            </a:lvl1pPr>
          </a:lstStyle>
          <a:p>
            <a:r>
              <a:rPr lang="en-US"/>
              <a:t>Click to edit Master title style</a:t>
            </a:r>
          </a:p>
        </p:txBody>
      </p:sp>
      <p:sp>
        <p:nvSpPr>
          <p:cNvPr id="3" name="Content Placeholder 2"/>
          <p:cNvSpPr>
            <a:spLocks noGrp="1"/>
          </p:cNvSpPr>
          <p:nvPr>
            <p:ph idx="1"/>
          </p:nvPr>
        </p:nvSpPr>
        <p:spPr/>
        <p:txBody>
          <a:bodyPr/>
          <a:lstStyle>
            <a:lvl1pPr>
              <a:defRPr b="0" i="0">
                <a:latin typeface="Helvetica" pitchFamily="2" charset="0"/>
                <a:ea typeface="Noto Sans TC Light" panose="020B0300000000000000" pitchFamily="34" charset="-128"/>
                <a:cs typeface="Helvetica" pitchFamily="2" charset="0"/>
              </a:defRPr>
            </a:lvl1pPr>
            <a:lvl2pPr>
              <a:defRPr b="0" i="0">
                <a:latin typeface="Helvetica" pitchFamily="2" charset="0"/>
                <a:ea typeface="Noto Sans TC Light" panose="020B0300000000000000" pitchFamily="34" charset="-128"/>
                <a:cs typeface="Helvetica" pitchFamily="2" charset="0"/>
              </a:defRPr>
            </a:lvl2pPr>
            <a:lvl3pPr>
              <a:defRPr b="0" i="0">
                <a:latin typeface="Helvetica" pitchFamily="2" charset="0"/>
                <a:ea typeface="Noto Sans TC Light" panose="020B0300000000000000" pitchFamily="34" charset="-128"/>
                <a:cs typeface="Helvetica" pitchFamily="2" charset="0"/>
              </a:defRPr>
            </a:lvl3pPr>
            <a:lvl4pPr>
              <a:defRPr b="0" i="0">
                <a:latin typeface="Helvetica" pitchFamily="2" charset="0"/>
                <a:ea typeface="Noto Sans TC Light" panose="020B0300000000000000" pitchFamily="34" charset="-128"/>
                <a:cs typeface="Helvetica" pitchFamily="2" charset="0"/>
              </a:defRPr>
            </a:lvl4pPr>
            <a:lvl5pPr>
              <a:defRPr b="0" i="0">
                <a:latin typeface="Helvetica" pitchFamily="2" charset="0"/>
                <a:ea typeface="Noto Sans TC Light" panose="020B0300000000000000" pitchFamily="34" charset="-128"/>
                <a:cs typeface="Helvetica"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01597" y="6045950"/>
            <a:ext cx="404174" cy="404614"/>
          </a:xfrm>
        </p:spPr>
        <p:txBody>
          <a:bodyPr/>
          <a:lstStyle>
            <a:lvl1pPr algn="ctr">
              <a:defRPr/>
            </a:lvl1pPr>
          </a:lstStyle>
          <a:p>
            <a:fld id="{14B07A3D-2F58-EF4D-A265-F014B879E6ED}" type="slidenum">
              <a:rPr lang="en-US" smtClean="0"/>
              <a:pPr/>
              <a:t>‹#›</a:t>
            </a:fld>
            <a:endParaRPr lang="en-US"/>
          </a:p>
        </p:txBody>
      </p:sp>
    </p:spTree>
    <p:extLst>
      <p:ext uri="{BB962C8B-B14F-4D97-AF65-F5344CB8AC3E}">
        <p14:creationId xmlns:p14="http://schemas.microsoft.com/office/powerpoint/2010/main" val="754901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Section Header Yellow BG">
    <p:bg>
      <p:bgPr>
        <a:solidFill>
          <a:schemeClr val="accent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65025" y="867530"/>
            <a:ext cx="9612971" cy="2852737"/>
          </a:xfrm>
        </p:spPr>
        <p:txBody>
          <a:bodyPr anchor="b">
            <a:normAutofit/>
          </a:bodyPr>
          <a:lstStyle>
            <a:lvl1pPr algn="l">
              <a:defRPr sz="7200" cap="none" baseline="0">
                <a:solidFill>
                  <a:schemeClr val="tx1"/>
                </a:solidFill>
              </a:defRPr>
            </a:lvl1pPr>
          </a:lstStyle>
          <a:p>
            <a:r>
              <a:rPr lang="en-US"/>
              <a:t>Click to edit master title style</a:t>
            </a:r>
          </a:p>
        </p:txBody>
      </p:sp>
      <p:sp>
        <p:nvSpPr>
          <p:cNvPr id="3" name="Text Placeholder 2"/>
          <p:cNvSpPr>
            <a:spLocks noGrp="1"/>
          </p:cNvSpPr>
          <p:nvPr>
            <p:ph type="body" idx="1"/>
          </p:nvPr>
        </p:nvSpPr>
        <p:spPr>
          <a:xfrm>
            <a:off x="765025" y="3782497"/>
            <a:ext cx="9612971" cy="1670449"/>
          </a:xfrm>
        </p:spPr>
        <p:txBody>
          <a:bodyPr>
            <a:normAutofit/>
          </a:bodyPr>
          <a:lstStyle>
            <a:lvl1pPr marL="0" indent="0" algn="r">
              <a:lnSpc>
                <a:spcPct val="112000"/>
              </a:lnSpc>
              <a:spcBef>
                <a:spcPts val="0"/>
              </a:spcBef>
              <a:spcAft>
                <a:spcPts val="0"/>
              </a:spcAft>
              <a:buNone/>
              <a:defRPr sz="3600" b="0" i="0">
                <a:solidFill>
                  <a:schemeClr val="bg1"/>
                </a:solidFill>
                <a:latin typeface="Helvetica" pitchFamily="2" charset="0"/>
                <a:ea typeface="Noto Sans TC Medium" panose="020B0600000000000000" pitchFamily="34" charset="-128"/>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endParaRPr lang="en-US"/>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14B07A3D-2F58-EF4D-A265-F014B879E6ED}" type="slidenum">
              <a:rPr lang="en-US" smtClean="0"/>
              <a:pPr/>
              <a:t>‹#›</a:t>
            </a:fld>
            <a:endParaRPr lang="en-US"/>
          </a:p>
        </p:txBody>
      </p:sp>
    </p:spTree>
    <p:extLst>
      <p:ext uri="{BB962C8B-B14F-4D97-AF65-F5344CB8AC3E}">
        <p14:creationId xmlns:p14="http://schemas.microsoft.com/office/powerpoint/2010/main" val="32401144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secHead" preserve="1">
  <p:cSld name="Section Header Black BG">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65025" y="867530"/>
            <a:ext cx="9612971" cy="2852737"/>
          </a:xfrm>
        </p:spPr>
        <p:txBody>
          <a:bodyPr anchor="b">
            <a:normAutofit/>
          </a:bodyPr>
          <a:lstStyle>
            <a:lvl1pPr algn="l">
              <a:defRPr sz="7200" cap="none" baseline="0">
                <a:solidFill>
                  <a:schemeClr val="accent1"/>
                </a:solidFill>
              </a:defRPr>
            </a:lvl1pPr>
          </a:lstStyle>
          <a:p>
            <a:r>
              <a:rPr lang="en-US"/>
              <a:t>Click to edit master title style</a:t>
            </a:r>
          </a:p>
        </p:txBody>
      </p:sp>
      <p:sp>
        <p:nvSpPr>
          <p:cNvPr id="3" name="Text Placeholder 2"/>
          <p:cNvSpPr>
            <a:spLocks noGrp="1"/>
          </p:cNvSpPr>
          <p:nvPr>
            <p:ph type="body" idx="1"/>
          </p:nvPr>
        </p:nvSpPr>
        <p:spPr>
          <a:xfrm>
            <a:off x="765025" y="3782497"/>
            <a:ext cx="9612971" cy="1670449"/>
          </a:xfrm>
        </p:spPr>
        <p:txBody>
          <a:bodyPr>
            <a:normAutofit/>
          </a:bodyPr>
          <a:lstStyle>
            <a:lvl1pPr marL="0" indent="0" algn="r">
              <a:lnSpc>
                <a:spcPct val="112000"/>
              </a:lnSpc>
              <a:spcBef>
                <a:spcPts val="0"/>
              </a:spcBef>
              <a:spcAft>
                <a:spcPts val="0"/>
              </a:spcAft>
              <a:buNone/>
              <a:defRPr sz="3600" b="0" i="0">
                <a:solidFill>
                  <a:schemeClr val="bg1"/>
                </a:solidFill>
                <a:latin typeface="Helvetica" pitchFamily="2" charset="0"/>
                <a:ea typeface="Noto Sans TC Medium" panose="020B0600000000000000" pitchFamily="34" charset="-128"/>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endParaRPr lang="en-US"/>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14B07A3D-2F58-EF4D-A265-F014B879E6ED}" type="slidenum">
              <a:rPr lang="en-US" smtClean="0"/>
              <a:pPr/>
              <a:t>‹#›</a:t>
            </a:fld>
            <a:endParaRPr lang="en-US"/>
          </a:p>
        </p:txBody>
      </p:sp>
    </p:spTree>
    <p:extLst>
      <p:ext uri="{BB962C8B-B14F-4D97-AF65-F5344CB8AC3E}">
        <p14:creationId xmlns:p14="http://schemas.microsoft.com/office/powerpoint/2010/main" val="10927582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secHead" preserve="1">
  <p:cSld name="2_Section Header Yellow BG">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65025" y="867530"/>
            <a:ext cx="9612971" cy="2852737"/>
          </a:xfrm>
        </p:spPr>
        <p:txBody>
          <a:bodyPr anchor="b">
            <a:normAutofit/>
          </a:bodyPr>
          <a:lstStyle>
            <a:lvl1pPr algn="l">
              <a:defRPr sz="7200" cap="none" baseline="0">
                <a:solidFill>
                  <a:schemeClr val="tx1"/>
                </a:solidFill>
              </a:defRPr>
            </a:lvl1pPr>
          </a:lstStyle>
          <a:p>
            <a:r>
              <a:rPr lang="en-US"/>
              <a:t>Click to edit master title style</a:t>
            </a:r>
          </a:p>
        </p:txBody>
      </p:sp>
      <p:sp>
        <p:nvSpPr>
          <p:cNvPr id="3" name="Text Placeholder 2"/>
          <p:cNvSpPr>
            <a:spLocks noGrp="1"/>
          </p:cNvSpPr>
          <p:nvPr>
            <p:ph type="body" idx="1"/>
          </p:nvPr>
        </p:nvSpPr>
        <p:spPr>
          <a:xfrm>
            <a:off x="765025" y="3782497"/>
            <a:ext cx="9612971" cy="1670449"/>
          </a:xfrm>
        </p:spPr>
        <p:txBody>
          <a:bodyPr>
            <a:normAutofit/>
          </a:bodyPr>
          <a:lstStyle>
            <a:lvl1pPr marL="0" indent="0" algn="r">
              <a:lnSpc>
                <a:spcPct val="112000"/>
              </a:lnSpc>
              <a:spcBef>
                <a:spcPts val="0"/>
              </a:spcBef>
              <a:spcAft>
                <a:spcPts val="0"/>
              </a:spcAft>
              <a:buNone/>
              <a:defRPr sz="3600" b="0" i="0">
                <a:solidFill>
                  <a:schemeClr val="tx1"/>
                </a:solidFill>
                <a:latin typeface="Helvetica" pitchFamily="2" charset="0"/>
                <a:ea typeface="Noto Sans TC Medium" panose="020B0600000000000000" pitchFamily="34" charset="-128"/>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endParaRPr lang="en-US"/>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14B07A3D-2F58-EF4D-A265-F014B879E6ED}" type="slidenum">
              <a:rPr lang="en-US" smtClean="0"/>
              <a:pPr/>
              <a:t>‹#›</a:t>
            </a:fld>
            <a:endParaRPr lang="en-US"/>
          </a:p>
        </p:txBody>
      </p:sp>
    </p:spTree>
    <p:extLst>
      <p:ext uri="{BB962C8B-B14F-4D97-AF65-F5344CB8AC3E}">
        <p14:creationId xmlns:p14="http://schemas.microsoft.com/office/powerpoint/2010/main" val="4077190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lvl1pPr>
              <a:defRPr>
                <a:solidFill>
                  <a:schemeClr val="tx1"/>
                </a:solidFill>
              </a:defRPr>
            </a:lvl1pPr>
          </a:lstStyle>
          <a:p>
            <a:r>
              <a:rPr lang="en-US"/>
              <a:t>Click to edit Master title style</a:t>
            </a:r>
          </a:p>
        </p:txBody>
      </p:sp>
      <p:sp>
        <p:nvSpPr>
          <p:cNvPr id="3" name="Content Placeholder 2"/>
          <p:cNvSpPr>
            <a:spLocks noGrp="1"/>
          </p:cNvSpPr>
          <p:nvPr>
            <p:ph sz="half" idx="1"/>
          </p:nvPr>
        </p:nvSpPr>
        <p:spPr>
          <a:xfrm>
            <a:off x="1371600" y="2285999"/>
            <a:ext cx="4447786" cy="3581401"/>
          </a:xfrm>
        </p:spPr>
        <p:txBody>
          <a:bodyPr/>
          <a:lstStyle>
            <a:lvl1pPr>
              <a:defRPr b="0" baseline="0">
                <a:solidFill>
                  <a:schemeClr val="tx2"/>
                </a:solidFill>
              </a:defRPr>
            </a:lvl1pPr>
            <a:lvl2pPr>
              <a:defRPr b="0" baseline="0">
                <a:solidFill>
                  <a:schemeClr val="tx2"/>
                </a:solidFill>
              </a:defRPr>
            </a:lvl2pPr>
            <a:lvl3pPr>
              <a:defRPr b="0" baseline="0">
                <a:solidFill>
                  <a:schemeClr val="tx2"/>
                </a:solidFill>
              </a:defRPr>
            </a:lvl3pPr>
            <a:lvl4pPr>
              <a:defRPr b="0" baseline="0">
                <a:solidFill>
                  <a:schemeClr val="tx2"/>
                </a:solidFill>
              </a:defRPr>
            </a:lvl4pPr>
            <a:lvl5pPr>
              <a:defRPr b="0"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525403" y="2285999"/>
            <a:ext cx="4447786" cy="3581401"/>
          </a:xfrm>
        </p:spPr>
        <p:txBody>
          <a:bodyPr/>
          <a:lstStyle>
            <a:lvl1pPr>
              <a:defRPr b="0">
                <a:solidFill>
                  <a:schemeClr val="tx2"/>
                </a:solidFill>
              </a:defRPr>
            </a:lvl1pPr>
            <a:lvl2pPr>
              <a:defRPr b="0">
                <a:solidFill>
                  <a:schemeClr val="tx2"/>
                </a:solidFill>
              </a:defRPr>
            </a:lvl2pPr>
            <a:lvl3pPr>
              <a:defRPr b="0">
                <a:solidFill>
                  <a:schemeClr val="tx2"/>
                </a:solidFill>
              </a:defRPr>
            </a:lvl3pPr>
            <a:lvl4pPr>
              <a:defRPr b="0">
                <a:solidFill>
                  <a:schemeClr val="tx2"/>
                </a:solidFill>
              </a:defRPr>
            </a:lvl4pPr>
            <a:lvl5pPr>
              <a:defRPr b="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8" name="Slide Number Placeholder 5">
            <a:extLst>
              <a:ext uri="{FF2B5EF4-FFF2-40B4-BE49-F238E27FC236}">
                <a16:creationId xmlns:a16="http://schemas.microsoft.com/office/drawing/2014/main" id="{919C8DA3-E147-8F4D-8E1C-EF5F77BE0E75}"/>
              </a:ext>
            </a:extLst>
          </p:cNvPr>
          <p:cNvSpPr txBox="1">
            <a:spLocks/>
          </p:cNvSpPr>
          <p:nvPr userDrawn="1"/>
        </p:nvSpPr>
        <p:spPr>
          <a:xfrm>
            <a:off x="401597" y="6045950"/>
            <a:ext cx="404174" cy="404614"/>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baseline="0">
                <a:solidFill>
                  <a:schemeClr val="bg1"/>
                </a:solidFill>
                <a:latin typeface="Stardos Stencil Regular"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4B07A3D-2F58-EF4D-A265-F014B879E6ED}" type="slidenum">
              <a:rPr lang="en-US" smtClean="0"/>
              <a:pPr/>
              <a:t>‹#›</a:t>
            </a:fld>
            <a:endParaRPr lang="en-US"/>
          </a:p>
        </p:txBody>
      </p:sp>
    </p:spTree>
    <p:extLst>
      <p:ext uri="{BB962C8B-B14F-4D97-AF65-F5344CB8AC3E}">
        <p14:creationId xmlns:p14="http://schemas.microsoft.com/office/powerpoint/2010/main" val="33234470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nchor="ctr"/>
          <a:lstStyle>
            <a:lvl1pPr>
              <a:defRPr>
                <a:solidFill>
                  <a:schemeClr val="tx1"/>
                </a:solidFill>
              </a:defRPr>
            </a:lvl1pPr>
          </a:lstStyle>
          <a:p>
            <a:r>
              <a:rPr lang="en-US"/>
              <a:t>Click to edit Master title style</a:t>
            </a:r>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10" name="Slide Number Placeholder 5">
            <a:extLst>
              <a:ext uri="{FF2B5EF4-FFF2-40B4-BE49-F238E27FC236}">
                <a16:creationId xmlns:a16="http://schemas.microsoft.com/office/drawing/2014/main" id="{2F9DABD6-03D8-EF4D-BE55-5DEBED35F6E8}"/>
              </a:ext>
            </a:extLst>
          </p:cNvPr>
          <p:cNvSpPr txBox="1">
            <a:spLocks/>
          </p:cNvSpPr>
          <p:nvPr userDrawn="1"/>
        </p:nvSpPr>
        <p:spPr>
          <a:xfrm>
            <a:off x="401597" y="6045950"/>
            <a:ext cx="404174" cy="404614"/>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baseline="0">
                <a:solidFill>
                  <a:schemeClr val="bg1"/>
                </a:solidFill>
                <a:latin typeface="Stardos Stencil Regular"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4B07A3D-2F58-EF4D-A265-F014B879E6ED}" type="slidenum">
              <a:rPr lang="en-US" smtClean="0"/>
              <a:pPr/>
              <a:t>‹#›</a:t>
            </a:fld>
            <a:endParaRPr lang="en-US"/>
          </a:p>
        </p:txBody>
      </p:sp>
    </p:spTree>
    <p:extLst>
      <p:ext uri="{BB962C8B-B14F-4D97-AF65-F5344CB8AC3E}">
        <p14:creationId xmlns:p14="http://schemas.microsoft.com/office/powerpoint/2010/main" val="17850620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Only Black BG">
    <p:bg>
      <p:bgPr>
        <a:solidFill>
          <a:schemeClr val="tx1"/>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4B07A3D-2F58-EF4D-A265-F014B879E6ED}" type="slidenum">
              <a:rPr lang="en-US" smtClean="0"/>
              <a:pPr/>
              <a:t>‹#›</a:t>
            </a:fld>
            <a:endParaRPr lang="en-US"/>
          </a:p>
        </p:txBody>
      </p:sp>
      <p:sp>
        <p:nvSpPr>
          <p:cNvPr id="6" name="Title 1">
            <a:extLst>
              <a:ext uri="{FF2B5EF4-FFF2-40B4-BE49-F238E27FC236}">
                <a16:creationId xmlns:a16="http://schemas.microsoft.com/office/drawing/2014/main" id="{EB0F672B-617C-ED41-86E5-D01396AF830B}"/>
              </a:ext>
            </a:extLst>
          </p:cNvPr>
          <p:cNvSpPr>
            <a:spLocks noGrp="1"/>
          </p:cNvSpPr>
          <p:nvPr>
            <p:ph type="title"/>
          </p:nvPr>
        </p:nvSpPr>
        <p:spPr>
          <a:xfrm>
            <a:off x="1295400" y="1856935"/>
            <a:ext cx="9601200" cy="3334043"/>
          </a:xfrm>
        </p:spPr>
        <p:txBody>
          <a:bodyPr anchor="ctr"/>
          <a:lstStyle>
            <a:lvl1pPr algn="ctr">
              <a:defRPr>
                <a:solidFill>
                  <a:schemeClr val="accent1"/>
                </a:solidFill>
              </a:defRPr>
            </a:lvl1pPr>
          </a:lstStyle>
          <a:p>
            <a:r>
              <a:rPr lang="en-US"/>
              <a:t>Click to edit Master title style</a:t>
            </a:r>
          </a:p>
        </p:txBody>
      </p:sp>
    </p:spTree>
    <p:extLst>
      <p:ext uri="{BB962C8B-B14F-4D97-AF65-F5344CB8AC3E}">
        <p14:creationId xmlns:p14="http://schemas.microsoft.com/office/powerpoint/2010/main" val="24333995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Only White 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4B07A3D-2F58-EF4D-A265-F014B879E6ED}" type="slidenum">
              <a:rPr lang="en-US" smtClean="0"/>
              <a:pPr/>
              <a:t>‹#›</a:t>
            </a:fld>
            <a:endParaRPr lang="en-US"/>
          </a:p>
        </p:txBody>
      </p:sp>
      <p:sp>
        <p:nvSpPr>
          <p:cNvPr id="6" name="Title 1">
            <a:extLst>
              <a:ext uri="{FF2B5EF4-FFF2-40B4-BE49-F238E27FC236}">
                <a16:creationId xmlns:a16="http://schemas.microsoft.com/office/drawing/2014/main" id="{AD59D321-0A73-884C-9F99-C970FDD784EE}"/>
              </a:ext>
            </a:extLst>
          </p:cNvPr>
          <p:cNvSpPr>
            <a:spLocks noGrp="1"/>
          </p:cNvSpPr>
          <p:nvPr>
            <p:ph type="title"/>
          </p:nvPr>
        </p:nvSpPr>
        <p:spPr>
          <a:xfrm>
            <a:off x="1295400" y="1856935"/>
            <a:ext cx="9601200" cy="3334043"/>
          </a:xfrm>
        </p:spPr>
        <p:txBody>
          <a:bodyPr anchor="ctr"/>
          <a:lstStyle>
            <a:lvl1pPr algn="ctr">
              <a:defRPr>
                <a:solidFill>
                  <a:schemeClr val="tx1"/>
                </a:solidFill>
              </a:defRPr>
            </a:lvl1pPr>
          </a:lstStyle>
          <a:p>
            <a:r>
              <a:rPr lang="en-US"/>
              <a:t>Click to edit Master title style</a:t>
            </a:r>
          </a:p>
        </p:txBody>
      </p:sp>
    </p:spTree>
    <p:extLst>
      <p:ext uri="{BB962C8B-B14F-4D97-AF65-F5344CB8AC3E}">
        <p14:creationId xmlns:p14="http://schemas.microsoft.com/office/powerpoint/2010/main" val="28506569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799EBA2D-B03A-6140-A6CD-C795B3923073}"/>
              </a:ext>
            </a:extLst>
          </p:cNvPr>
          <p:cNvSpPr>
            <a:spLocks noGrp="1"/>
          </p:cNvSpPr>
          <p:nvPr>
            <p:ph type="sldNum" sz="quarter" idx="12"/>
          </p:nvPr>
        </p:nvSpPr>
        <p:spPr>
          <a:xfrm>
            <a:off x="401597" y="6045950"/>
            <a:ext cx="404174" cy="404614"/>
          </a:xfrm>
        </p:spPr>
        <p:txBody>
          <a:bodyPr/>
          <a:lstStyle>
            <a:lvl1pPr algn="ctr">
              <a:defRPr/>
            </a:lvl1pPr>
          </a:lstStyle>
          <a:p>
            <a:fld id="{14B07A3D-2F58-EF4D-A265-F014B879E6ED}" type="slidenum">
              <a:rPr lang="en-US" smtClean="0"/>
              <a:pPr/>
              <a:t>‹#›</a:t>
            </a:fld>
            <a:endParaRPr lang="en-US"/>
          </a:p>
        </p:txBody>
      </p:sp>
    </p:spTree>
    <p:extLst>
      <p:ext uri="{BB962C8B-B14F-4D97-AF65-F5344CB8AC3E}">
        <p14:creationId xmlns:p14="http://schemas.microsoft.com/office/powerpoint/2010/main" val="32950533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Blank Black BG">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77385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Blank Dark Grey BG">
    <p:bg>
      <p:bgPr>
        <a:solidFill>
          <a:schemeClr val="tx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82069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Blank White 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61400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HK" altLang="en-US"/>
          </a:p>
        </p:txBody>
      </p:sp>
      <p:sp>
        <p:nvSpPr>
          <p:cNvPr id="2" name="Title 1"/>
          <p:cNvSpPr>
            <a:spLocks noGrp="1"/>
          </p:cNvSpPr>
          <p:nvPr>
            <p:ph type="title"/>
          </p:nvPr>
        </p:nvSpPr>
        <p:spPr>
          <a:xfrm>
            <a:off x="723900" y="685800"/>
            <a:ext cx="3855720" cy="2157884"/>
          </a:xfrm>
        </p:spPr>
        <p:txBody>
          <a:bodyPr anchor="b">
            <a:noAutofit/>
          </a:bodyPr>
          <a:lstStyle>
            <a:lvl1pPr>
              <a:lnSpc>
                <a:spcPct val="84000"/>
              </a:lnSpc>
              <a:defRPr sz="4800" baseline="0">
                <a:solidFill>
                  <a:schemeClr val="tx1"/>
                </a:solidFill>
              </a:defRPr>
            </a:lvl1pPr>
          </a:lstStyle>
          <a:p>
            <a:r>
              <a:rPr lang="en-US"/>
              <a:t>Click to edit Master title style</a:t>
            </a:r>
          </a:p>
        </p:txBody>
      </p:sp>
      <p:sp>
        <p:nvSpPr>
          <p:cNvPr id="3" name="Content Placeholder 2"/>
          <p:cNvSpPr>
            <a:spLocks noGrp="1"/>
          </p:cNvSpPr>
          <p:nvPr>
            <p:ph idx="1"/>
          </p:nvPr>
        </p:nvSpPr>
        <p:spPr>
          <a:xfrm>
            <a:off x="6256020" y="899161"/>
            <a:ext cx="5212080" cy="5175250"/>
          </a:xfrm>
        </p:spPr>
        <p:txBody>
          <a:bodyPr anchor="ctr"/>
          <a:lstStyle>
            <a:lvl1pPr>
              <a:defRPr sz="2800"/>
            </a:lvl1pPr>
            <a:lvl2pPr>
              <a:defRPr sz="2800"/>
            </a:lvl2pPr>
            <a:lvl3pPr>
              <a:defRPr sz="2400"/>
            </a:lvl3pPr>
            <a:lvl4pPr>
              <a:defRPr sz="2400"/>
            </a:lvl4pPr>
            <a:lvl5pPr>
              <a:defRPr sz="20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23900" y="2856344"/>
            <a:ext cx="3855720" cy="3011056"/>
          </a:xfrm>
        </p:spPr>
        <p:txBody>
          <a:bodyPr>
            <a:normAutofit/>
          </a:bodyPr>
          <a:lstStyle>
            <a:lvl1pPr marL="0" indent="0">
              <a:lnSpc>
                <a:spcPct val="113000"/>
              </a:lnSpc>
              <a:spcBef>
                <a:spcPts val="0"/>
              </a:spcBef>
              <a:spcAft>
                <a:spcPts val="1500"/>
              </a:spcAft>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14B07A3D-2F58-EF4D-A265-F014B879E6ED}" type="slidenum">
              <a:rPr lang="en-US" smtClean="0"/>
              <a:pPr/>
              <a:t>‹#›</a:t>
            </a:fld>
            <a:endParaRPr lang="en-US"/>
          </a:p>
        </p:txBody>
      </p:sp>
    </p:spTree>
    <p:extLst>
      <p:ext uri="{BB962C8B-B14F-4D97-AF65-F5344CB8AC3E}">
        <p14:creationId xmlns:p14="http://schemas.microsoft.com/office/powerpoint/2010/main" val="12960581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532120" cy="6857624"/>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HK" altLang="en-US"/>
          </a:p>
        </p:txBody>
      </p:sp>
      <p:sp>
        <p:nvSpPr>
          <p:cNvPr id="2" name="Title 1"/>
          <p:cNvSpPr>
            <a:spLocks noGrp="1"/>
          </p:cNvSpPr>
          <p:nvPr>
            <p:ph type="title"/>
          </p:nvPr>
        </p:nvSpPr>
        <p:spPr>
          <a:xfrm>
            <a:off x="723900" y="685800"/>
            <a:ext cx="3855720" cy="2157884"/>
          </a:xfrm>
        </p:spPr>
        <p:txBody>
          <a:bodyPr anchor="b">
            <a:normAutofit/>
          </a:bodyPr>
          <a:lstStyle>
            <a:lvl1pPr>
              <a:lnSpc>
                <a:spcPct val="84000"/>
              </a:lnSpc>
              <a:defRPr sz="4800" baseline="0">
                <a:solidFill>
                  <a:schemeClr val="tx1"/>
                </a:solidFill>
              </a:defRPr>
            </a:lvl1pPr>
          </a:lstStyle>
          <a:p>
            <a:r>
              <a:rPr lang="en-US"/>
              <a:t>Click to edit Master title style</a:t>
            </a:r>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723900" y="2855968"/>
            <a:ext cx="3855720" cy="3011432"/>
          </a:xfrm>
        </p:spPr>
        <p:txBody>
          <a:bodyPr>
            <a:normAutofit/>
          </a:bodyPr>
          <a:lstStyle>
            <a:lvl1pPr marL="0" indent="0">
              <a:lnSpc>
                <a:spcPct val="113000"/>
              </a:lnSpc>
              <a:spcBef>
                <a:spcPts val="0"/>
              </a:spcBef>
              <a:spcAft>
                <a:spcPts val="1500"/>
              </a:spcAft>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14B07A3D-2F58-EF4D-A265-F014B879E6ED}" type="slidenum">
              <a:rPr lang="en-US" smtClean="0"/>
              <a:pPr/>
              <a:t>‹#›</a:t>
            </a:fld>
            <a:endParaRPr lang="en-US"/>
          </a:p>
        </p:txBody>
      </p:sp>
    </p:spTree>
    <p:extLst>
      <p:ext uri="{BB962C8B-B14F-4D97-AF65-F5344CB8AC3E}">
        <p14:creationId xmlns:p14="http://schemas.microsoft.com/office/powerpoint/2010/main" val="34314909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689268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9212875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170954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92558143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4703151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589701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643277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4222382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0661670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3888801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038286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ctr">
            <a:normAutofit/>
          </a:bodyPr>
          <a:lstStyle/>
          <a:p>
            <a:endParaRPr lang="en-US"/>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0" i="0" baseline="0">
                <a:solidFill>
                  <a:schemeClr val="tx2"/>
                </a:solidFill>
                <a:latin typeface="Stardos Stencil Regular" charset="0"/>
              </a:defRPr>
            </a:lvl1pPr>
          </a:lstStyle>
          <a:p>
            <a:endParaRPr lang="en-US"/>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0" i="0" baseline="0">
                <a:solidFill>
                  <a:schemeClr val="tx2"/>
                </a:solidFill>
                <a:latin typeface="Stardos Stencil Regular" charset="0"/>
              </a:defRPr>
            </a:lvl1pPr>
          </a:lstStyle>
          <a:p>
            <a:endParaRPr lang="en-US"/>
          </a:p>
        </p:txBody>
      </p:sp>
      <p:sp>
        <p:nvSpPr>
          <p:cNvPr id="9" name="Rectangle 8" title="Side bar"/>
          <p:cNvSpPr/>
          <p:nvPr/>
        </p:nvSpPr>
        <p:spPr>
          <a:xfrm>
            <a:off x="478095" y="376"/>
            <a:ext cx="2286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solidFill>
                <a:schemeClr val="bg1"/>
              </a:solidFill>
            </a:endParaRPr>
          </a:p>
        </p:txBody>
      </p:sp>
      <p:sp>
        <p:nvSpPr>
          <p:cNvPr id="6" name="Slide Number Placeholder 5"/>
          <p:cNvSpPr>
            <a:spLocks noGrp="1"/>
          </p:cNvSpPr>
          <p:nvPr>
            <p:ph type="sldNum" sz="quarter" idx="4"/>
          </p:nvPr>
        </p:nvSpPr>
        <p:spPr>
          <a:xfrm rot="5400000">
            <a:off x="367730" y="6453010"/>
            <a:ext cx="404174" cy="404614"/>
          </a:xfrm>
          <a:prstGeom prst="rect">
            <a:avLst/>
          </a:prstGeom>
        </p:spPr>
        <p:txBody>
          <a:bodyPr vert="horz" lIns="91440" tIns="45720" rIns="91440" bIns="45720" rtlCol="0" anchor="ctr"/>
          <a:lstStyle>
            <a:lvl1pPr algn="r">
              <a:defRPr sz="1200" b="0" i="0" baseline="0">
                <a:solidFill>
                  <a:schemeClr val="bg1"/>
                </a:solidFill>
                <a:latin typeface="Stardos Stencil Regular" charset="0"/>
              </a:defRPr>
            </a:lvl1pPr>
          </a:lstStyle>
          <a:p>
            <a:fld id="{14B07A3D-2F58-EF4D-A265-F014B879E6ED}" type="slidenum">
              <a:rPr lang="en-US" smtClean="0"/>
              <a:pPr/>
              <a:t>‹#›</a:t>
            </a:fld>
            <a:endParaRPr lang="en-US"/>
          </a:p>
        </p:txBody>
      </p:sp>
      <p:sp>
        <p:nvSpPr>
          <p:cNvPr id="8" name="TextBox 7">
            <a:extLst>
              <a:ext uri="{FF2B5EF4-FFF2-40B4-BE49-F238E27FC236}">
                <a16:creationId xmlns:a16="http://schemas.microsoft.com/office/drawing/2014/main" id="{E350705F-B29F-BB46-93E3-5C7C8E9B4404}"/>
              </a:ext>
            </a:extLst>
          </p:cNvPr>
          <p:cNvSpPr txBox="1"/>
          <p:nvPr userDrawn="1"/>
        </p:nvSpPr>
        <p:spPr>
          <a:xfrm rot="5400000">
            <a:off x="-747298" y="2116723"/>
            <a:ext cx="2729530" cy="338554"/>
          </a:xfrm>
          <a:prstGeom prst="rect">
            <a:avLst/>
          </a:prstGeom>
          <a:noFill/>
        </p:spPr>
        <p:txBody>
          <a:bodyPr wrap="none" rtlCol="0">
            <a:spAutoFit/>
          </a:bodyPr>
          <a:lstStyle/>
          <a:p>
            <a:r>
              <a:rPr lang="en-US" sz="1600">
                <a:solidFill>
                  <a:schemeClr val="accent1"/>
                </a:solidFill>
              </a:rPr>
              <a:t>Cloud Computing Introduction</a:t>
            </a:r>
          </a:p>
        </p:txBody>
      </p:sp>
    </p:spTree>
    <p:extLst>
      <p:ext uri="{BB962C8B-B14F-4D97-AF65-F5344CB8AC3E}">
        <p14:creationId xmlns:p14="http://schemas.microsoft.com/office/powerpoint/2010/main" val="1889416364"/>
      </p:ext>
    </p:extLst>
  </p:cSld>
  <p:clrMap bg1="lt1" tx1="dk1" bg2="lt2" tx2="dk2" accent1="accent1" accent2="accent2" accent3="accent3" accent4="accent4" accent5="accent5" accent6="accent6" hlink="hlink" folHlink="folHlink"/>
  <p:sldLayoutIdLst>
    <p:sldLayoutId id="2147484377" r:id="rId1"/>
    <p:sldLayoutId id="2147484378" r:id="rId2"/>
    <p:sldLayoutId id="2147484379" r:id="rId3"/>
    <p:sldLayoutId id="2147484380" r:id="rId4"/>
    <p:sldLayoutId id="2147484381" r:id="rId5"/>
    <p:sldLayoutId id="2147484401" r:id="rId6"/>
    <p:sldLayoutId id="2147484402" r:id="rId7"/>
    <p:sldLayoutId id="2147484384" r:id="rId8"/>
    <p:sldLayoutId id="2147484385" r:id="rId9"/>
    <p:sldLayoutId id="2147484387" r:id="rId10"/>
    <p:sldLayoutId id="2147484388" r:id="rId11"/>
    <p:sldLayoutId id="2147484389" r:id="rId12"/>
    <p:sldLayoutId id="2147484391" r:id="rId13"/>
    <p:sldLayoutId id="2147484392" r:id="rId14"/>
    <p:sldLayoutId id="2147484393" r:id="rId15"/>
    <p:sldLayoutId id="2147484394" r:id="rId16"/>
    <p:sldLayoutId id="2147484395" r:id="rId17"/>
  </p:sldLayoutIdLst>
  <p:hf hdr="0" ftr="0" dt="0"/>
  <p:txStyles>
    <p:titleStyle>
      <a:lvl1pPr algn="l" defTabSz="914400" rtl="0" eaLnBrk="1" latinLnBrk="0" hangingPunct="1">
        <a:lnSpc>
          <a:spcPct val="89000"/>
        </a:lnSpc>
        <a:spcBef>
          <a:spcPct val="0"/>
        </a:spcBef>
        <a:buNone/>
        <a:defRPr sz="6000" b="0" i="0" kern="1200" baseline="0">
          <a:solidFill>
            <a:schemeClr val="tx1"/>
          </a:solidFill>
          <a:latin typeface="Helvetica" pitchFamily="2" charset="0"/>
          <a:ea typeface="Noto Sans SC Medium" panose="020B0600000000000000" pitchFamily="34" charset="-128"/>
          <a:cs typeface="Helvetica" pitchFamily="2" charset="0"/>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800" b="0" i="0" kern="1200" baseline="0">
          <a:solidFill>
            <a:srgbClr val="42413D"/>
          </a:solidFill>
          <a:latin typeface="Helvetica" pitchFamily="2" charset="0"/>
          <a:ea typeface="Noto Sans SC Medium" panose="020B0600000000000000" pitchFamily="34" charset="-128"/>
          <a:cs typeface="Helvetica" pitchFamily="2" charset="0"/>
        </a:defRPr>
      </a:lvl1pPr>
      <a:lvl2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400" b="0" i="0" kern="1200" baseline="0">
          <a:solidFill>
            <a:srgbClr val="42413D"/>
          </a:solidFill>
          <a:latin typeface="Helvetica" pitchFamily="2" charset="0"/>
          <a:ea typeface="Noto Sans SC Medium" panose="020B0600000000000000" pitchFamily="34" charset="-128"/>
          <a:cs typeface="Helvetica" pitchFamily="2" charset="0"/>
        </a:defRPr>
      </a:lvl2pPr>
      <a:lvl3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b="0" i="0" kern="1200" baseline="0">
          <a:solidFill>
            <a:srgbClr val="42413D"/>
          </a:solidFill>
          <a:latin typeface="Helvetica" pitchFamily="2" charset="0"/>
          <a:ea typeface="Noto Sans SC Medium" panose="020B0600000000000000" pitchFamily="34" charset="-128"/>
          <a:cs typeface="Helvetica" pitchFamily="2" charset="0"/>
        </a:defRPr>
      </a:lvl3pPr>
      <a:lvl4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b="0" i="0" kern="1200" baseline="0">
          <a:solidFill>
            <a:srgbClr val="42413D"/>
          </a:solidFill>
          <a:latin typeface="Helvetica" pitchFamily="2" charset="0"/>
          <a:ea typeface="Noto Sans SC Medium" panose="020B0600000000000000" pitchFamily="34" charset="-128"/>
          <a:cs typeface="Helvetica" pitchFamily="2" charset="0"/>
        </a:defRPr>
      </a:lvl4pPr>
      <a:lvl5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b="0" i="0" kern="1200" baseline="0">
          <a:solidFill>
            <a:srgbClr val="42413D"/>
          </a:solidFill>
          <a:latin typeface="Helvetica" pitchFamily="2" charset="0"/>
          <a:ea typeface="Noto Sans SC Medium" panose="020B0600000000000000" pitchFamily="34" charset="-128"/>
          <a:cs typeface="Helvetica" pitchFamily="2" charset="0"/>
        </a:defRPr>
      </a:lvl5pPr>
      <a:lvl6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fld id="{1D8BD707-D9CF-40AE-B4C6-C98DA3205C09}" type="datetimeFigureOut">
              <a:rPr lang="en-US" smtClean="0"/>
              <a:pPr/>
              <a:t>9/22/2026</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867665688"/>
      </p:ext>
    </p:extLst>
  </p:cSld>
  <p:clrMap bg1="lt1" tx1="dk1" bg2="lt2" tx2="dk2" accent1="accent1" accent2="accent2" accent3="accent3" accent4="accent4" accent5="accent5" accent6="accent6" hlink="hlink" folHlink="folHlink"/>
  <p:sldLayoutIdLst>
    <p:sldLayoutId id="2147484404" r:id="rId1"/>
    <p:sldLayoutId id="2147484405" r:id="rId2"/>
    <p:sldLayoutId id="2147484406" r:id="rId3"/>
    <p:sldLayoutId id="2147484407" r:id="rId4"/>
    <p:sldLayoutId id="2147484408" r:id="rId5"/>
    <p:sldLayoutId id="2147484409" r:id="rId6"/>
    <p:sldLayoutId id="2147484410" r:id="rId7"/>
    <p:sldLayoutId id="2147484411" r:id="rId8"/>
    <p:sldLayoutId id="2147484412" r:id="rId9"/>
    <p:sldLayoutId id="2147484413" r:id="rId10"/>
    <p:sldLayoutId id="2147484414" r:id="rId11"/>
  </p:sldLayoutIdLst>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6.svg"/><Relationship Id="rId7" Type="http://schemas.openxmlformats.org/officeDocument/2006/relationships/image" Target="../media/image9.sv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microsoft.com/office/2007/relationships/hdphoto" Target="../media/hdphoto1.wdp"/><Relationship Id="rId5" Type="http://schemas.openxmlformats.org/officeDocument/2006/relationships/image" Target="../media/image8.png"/><Relationship Id="rId4" Type="http://schemas.openxmlformats.org/officeDocument/2006/relationships/image" Target="../media/image7.svg"/></Relationships>
</file>

<file path=ppt/slides/_rels/slide1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6.svg"/><Relationship Id="rId7" Type="http://schemas.openxmlformats.org/officeDocument/2006/relationships/image" Target="../media/image9.sv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microsoft.com/office/2007/relationships/hdphoto" Target="../media/hdphoto1.wdp"/><Relationship Id="rId5" Type="http://schemas.openxmlformats.org/officeDocument/2006/relationships/image" Target="../media/image8.png"/><Relationship Id="rId4" Type="http://schemas.openxmlformats.org/officeDocument/2006/relationships/image" Target="../media/image7.svg"/></Relationships>
</file>

<file path=ppt/slides/_rels/slide1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7.svg"/><Relationship Id="rId1" Type="http://schemas.openxmlformats.org/officeDocument/2006/relationships/slideLayout" Target="../slideLayouts/slideLayout4.xml"/><Relationship Id="rId4" Type="http://schemas.openxmlformats.org/officeDocument/2006/relationships/image" Target="../media/image11.svg"/></Relationships>
</file>

<file path=ppt/slides/_rels/slide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7.svg"/><Relationship Id="rId1" Type="http://schemas.openxmlformats.org/officeDocument/2006/relationships/slideLayout" Target="../slideLayouts/slideLayout4.xml"/><Relationship Id="rId4" Type="http://schemas.openxmlformats.org/officeDocument/2006/relationships/image" Target="../media/image11.svg"/></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13.emf"/><Relationship Id="rId7" Type="http://schemas.openxmlformats.org/officeDocument/2006/relationships/hyperlink" Target="https://www.youtube.com/watch?v=Nv7uFkk3CYs&amp;list=PLWfVcpjMQd0OkWOzowkxow0i9h87C-5vW&amp;index=2" TargetMode="External"/><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14.sv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hyperlink" Target="https://youtu.be/Nv7uFkk3CYs?si=YE7r0lLIm9OW8jRk&amp;t=125" TargetMode="External"/><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14.svg"/></Relationships>
</file>

<file path=ppt/slides/_rels/slide2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9.png"/><Relationship Id="rId1" Type="http://schemas.openxmlformats.org/officeDocument/2006/relationships/slideLayout" Target="../slideLayouts/slideLayout8.xml"/><Relationship Id="rId5" Type="http://schemas.microsoft.com/office/2007/relationships/hdphoto" Target="../media/hdphoto1.wdp"/><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9.xml"/><Relationship Id="rId4" Type="http://schemas.openxmlformats.org/officeDocument/2006/relationships/image" Target="../media/image23.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image" Target="../media/image27.png"/><Relationship Id="rId4" Type="http://schemas.openxmlformats.org/officeDocument/2006/relationships/image" Target="../media/image26.jpeg"/></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27.png"/><Relationship Id="rId4" Type="http://schemas.openxmlformats.org/officeDocument/2006/relationships/image" Target="../media/image26.jpeg"/></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6.jpe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35.jpeg"/><Relationship Id="rId5" Type="http://schemas.openxmlformats.org/officeDocument/2006/relationships/image" Target="../media/image34.png"/><Relationship Id="rId4" Type="http://schemas.openxmlformats.org/officeDocument/2006/relationships/image" Target="../media/image33.png"/></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8.xml"/><Relationship Id="rId5" Type="http://schemas.openxmlformats.org/officeDocument/2006/relationships/image" Target="../media/image40.png"/><Relationship Id="rId4" Type="http://schemas.openxmlformats.org/officeDocument/2006/relationships/image" Target="../media/image39.png"/></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42.png"/></Relationships>
</file>

<file path=ppt/slides/_rels/slide40.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41.png"/><Relationship Id="rId5" Type="http://schemas.openxmlformats.org/officeDocument/2006/relationships/image" Target="../media/image44.png"/><Relationship Id="rId4" Type="http://schemas.openxmlformats.org/officeDocument/2006/relationships/image" Target="../media/image42.png"/></Relationships>
</file>

<file path=ppt/slides/_rels/slide41.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customXml" Target="../ink/ink3.xml"/><Relationship Id="rId18" Type="http://schemas.openxmlformats.org/officeDocument/2006/relationships/image" Target="../media/image53.png"/><Relationship Id="rId26" Type="http://schemas.openxmlformats.org/officeDocument/2006/relationships/customXml" Target="../ink/ink14.xml"/><Relationship Id="rId3" Type="http://schemas.openxmlformats.org/officeDocument/2006/relationships/image" Target="../media/image43.svg"/><Relationship Id="rId21" Type="http://schemas.openxmlformats.org/officeDocument/2006/relationships/customXml" Target="../ink/ink9.xml"/><Relationship Id="rId7" Type="http://schemas.openxmlformats.org/officeDocument/2006/relationships/image" Target="../media/image45.png"/><Relationship Id="rId12" Type="http://schemas.openxmlformats.org/officeDocument/2006/relationships/image" Target="../media/image51.png"/><Relationship Id="rId17" Type="http://schemas.openxmlformats.org/officeDocument/2006/relationships/customXml" Target="../ink/ink6.xml"/><Relationship Id="rId25" Type="http://schemas.openxmlformats.org/officeDocument/2006/relationships/customXml" Target="../ink/ink13.xml"/><Relationship Id="rId2" Type="http://schemas.openxmlformats.org/officeDocument/2006/relationships/notesSlide" Target="../notesSlides/notesSlide17.xml"/><Relationship Id="rId16" Type="http://schemas.openxmlformats.org/officeDocument/2006/relationships/customXml" Target="../ink/ink5.xml"/><Relationship Id="rId20" Type="http://schemas.openxmlformats.org/officeDocument/2006/relationships/customXml" Target="../ink/ink8.xml"/><Relationship Id="rId29" Type="http://schemas.openxmlformats.org/officeDocument/2006/relationships/image" Target="../media/image55.png"/><Relationship Id="rId1" Type="http://schemas.openxmlformats.org/officeDocument/2006/relationships/slideLayout" Target="../slideLayouts/slideLayout12.xml"/><Relationship Id="rId6" Type="http://schemas.openxmlformats.org/officeDocument/2006/relationships/image" Target="../media/image41.png"/><Relationship Id="rId11" Type="http://schemas.openxmlformats.org/officeDocument/2006/relationships/customXml" Target="../ink/ink2.xml"/><Relationship Id="rId24" Type="http://schemas.openxmlformats.org/officeDocument/2006/relationships/customXml" Target="../ink/ink12.xml"/><Relationship Id="rId5" Type="http://schemas.openxmlformats.org/officeDocument/2006/relationships/image" Target="../media/image44.png"/><Relationship Id="rId15" Type="http://schemas.openxmlformats.org/officeDocument/2006/relationships/customXml" Target="../ink/ink4.xml"/><Relationship Id="rId23" Type="http://schemas.openxmlformats.org/officeDocument/2006/relationships/customXml" Target="../ink/ink11.xml"/><Relationship Id="rId28" Type="http://schemas.openxmlformats.org/officeDocument/2006/relationships/customXml" Target="../ink/ink15.xml"/><Relationship Id="rId10" Type="http://schemas.openxmlformats.org/officeDocument/2006/relationships/image" Target="../media/image50.png"/><Relationship Id="rId19" Type="http://schemas.openxmlformats.org/officeDocument/2006/relationships/customXml" Target="../ink/ink7.xml"/><Relationship Id="rId4" Type="http://schemas.openxmlformats.org/officeDocument/2006/relationships/image" Target="../media/image42.png"/><Relationship Id="rId9" Type="http://schemas.openxmlformats.org/officeDocument/2006/relationships/customXml" Target="../ink/ink1.xml"/><Relationship Id="rId14" Type="http://schemas.openxmlformats.org/officeDocument/2006/relationships/image" Target="../media/image52.png"/><Relationship Id="rId22" Type="http://schemas.openxmlformats.org/officeDocument/2006/relationships/customXml" Target="../ink/ink10.xml"/><Relationship Id="rId27" Type="http://schemas.openxmlformats.org/officeDocument/2006/relationships/image" Target="../media/image54.png"/></Relationships>
</file>

<file path=ppt/slides/_rels/slide42.xml.rels><?xml version="1.0" encoding="UTF-8" standalone="yes"?>
<Relationships xmlns="http://schemas.openxmlformats.org/package/2006/relationships"><Relationship Id="rId3" Type="http://schemas.openxmlformats.org/officeDocument/2006/relationships/image" Target="../media/image43.svg"/><Relationship Id="rId7" Type="http://schemas.openxmlformats.org/officeDocument/2006/relationships/image" Target="../media/image45.pn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41.png"/><Relationship Id="rId5" Type="http://schemas.openxmlformats.org/officeDocument/2006/relationships/image" Target="../media/image44.png"/><Relationship Id="rId4" Type="http://schemas.openxmlformats.org/officeDocument/2006/relationships/image" Target="../media/image42.png"/></Relationships>
</file>

<file path=ppt/slides/_rels/slide43.xml.rels><?xml version="1.0" encoding="UTF-8" standalone="yes"?>
<Relationships xmlns="http://schemas.openxmlformats.org/package/2006/relationships"><Relationship Id="rId8" Type="http://schemas.openxmlformats.org/officeDocument/2006/relationships/image" Target="../media/image56.png"/><Relationship Id="rId13" Type="http://schemas.openxmlformats.org/officeDocument/2006/relationships/image" Target="../media/image61.png"/><Relationship Id="rId3" Type="http://schemas.openxmlformats.org/officeDocument/2006/relationships/image" Target="../media/image47.svg"/><Relationship Id="rId7" Type="http://schemas.openxmlformats.org/officeDocument/2006/relationships/image" Target="../media/image51.jpeg"/><Relationship Id="rId12" Type="http://schemas.openxmlformats.org/officeDocument/2006/relationships/image" Target="../media/image60.png"/><Relationship Id="rId2" Type="http://schemas.openxmlformats.org/officeDocument/2006/relationships/notesSlide" Target="../notesSlides/notesSlide19.xml"/><Relationship Id="rId1" Type="http://schemas.openxmlformats.org/officeDocument/2006/relationships/slideLayout" Target="../slideLayouts/slideLayout24.xml"/><Relationship Id="rId6" Type="http://schemas.openxmlformats.org/officeDocument/2006/relationships/image" Target="../media/image50.jpeg"/><Relationship Id="rId11" Type="http://schemas.openxmlformats.org/officeDocument/2006/relationships/image" Target="../media/image59.png"/><Relationship Id="rId5" Type="http://schemas.openxmlformats.org/officeDocument/2006/relationships/image" Target="../media/image49.png"/><Relationship Id="rId10" Type="http://schemas.openxmlformats.org/officeDocument/2006/relationships/image" Target="../media/image58.png"/><Relationship Id="rId4" Type="http://schemas.openxmlformats.org/officeDocument/2006/relationships/image" Target="../media/image48.svg"/><Relationship Id="rId9" Type="http://schemas.openxmlformats.org/officeDocument/2006/relationships/image" Target="../media/image57.jpeg"/></Relationships>
</file>

<file path=ppt/slides/_rels/slide44.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image" Target="../media/image51.jpeg"/><Relationship Id="rId18" Type="http://schemas.openxmlformats.org/officeDocument/2006/relationships/image" Target="../media/image60.png"/><Relationship Id="rId3" Type="http://schemas.openxmlformats.org/officeDocument/2006/relationships/slideLayout" Target="../slideLayouts/slideLayout24.xml"/><Relationship Id="rId7" Type="http://schemas.openxmlformats.org/officeDocument/2006/relationships/image" Target="../media/image63.jpeg"/><Relationship Id="rId12" Type="http://schemas.openxmlformats.org/officeDocument/2006/relationships/image" Target="../media/image50.jpeg"/><Relationship Id="rId17" Type="http://schemas.openxmlformats.org/officeDocument/2006/relationships/image" Target="../media/image59.png"/><Relationship Id="rId2" Type="http://schemas.openxmlformats.org/officeDocument/2006/relationships/video" Target="../media/media1.mp4"/><Relationship Id="rId16" Type="http://schemas.openxmlformats.org/officeDocument/2006/relationships/image" Target="../media/image58.png"/><Relationship Id="rId1" Type="http://schemas.microsoft.com/office/2007/relationships/media" Target="../media/media1.mp4"/><Relationship Id="rId6" Type="http://schemas.openxmlformats.org/officeDocument/2006/relationships/image" Target="../media/image62.jpeg"/><Relationship Id="rId11" Type="http://schemas.openxmlformats.org/officeDocument/2006/relationships/image" Target="../media/image49.png"/><Relationship Id="rId5" Type="http://schemas.openxmlformats.org/officeDocument/2006/relationships/image" Target="../media/image47.svg"/><Relationship Id="rId15" Type="http://schemas.openxmlformats.org/officeDocument/2006/relationships/image" Target="../media/image57.jpeg"/><Relationship Id="rId10" Type="http://schemas.openxmlformats.org/officeDocument/2006/relationships/image" Target="../media/image48.svg"/><Relationship Id="rId19" Type="http://schemas.openxmlformats.org/officeDocument/2006/relationships/image" Target="../media/image61.png"/><Relationship Id="rId4" Type="http://schemas.openxmlformats.org/officeDocument/2006/relationships/notesSlide" Target="../notesSlides/notesSlide20.xml"/><Relationship Id="rId9" Type="http://schemas.openxmlformats.org/officeDocument/2006/relationships/image" Target="../media/image65.png"/><Relationship Id="rId14" Type="http://schemas.openxmlformats.org/officeDocument/2006/relationships/image" Target="../media/image56.png"/></Relationships>
</file>

<file path=ppt/slides/_rels/slide45.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image" Target="../media/image51.jpeg"/><Relationship Id="rId18" Type="http://schemas.openxmlformats.org/officeDocument/2006/relationships/image" Target="../media/image60.png"/><Relationship Id="rId3" Type="http://schemas.openxmlformats.org/officeDocument/2006/relationships/slideLayout" Target="../slideLayouts/slideLayout24.xml"/><Relationship Id="rId7" Type="http://schemas.openxmlformats.org/officeDocument/2006/relationships/image" Target="../media/image63.jpeg"/><Relationship Id="rId12" Type="http://schemas.openxmlformats.org/officeDocument/2006/relationships/image" Target="../media/image50.jpeg"/><Relationship Id="rId17" Type="http://schemas.openxmlformats.org/officeDocument/2006/relationships/image" Target="../media/image59.png"/><Relationship Id="rId2" Type="http://schemas.openxmlformats.org/officeDocument/2006/relationships/video" Target="../media/media1.mp4"/><Relationship Id="rId16" Type="http://schemas.openxmlformats.org/officeDocument/2006/relationships/image" Target="../media/image58.png"/><Relationship Id="rId20" Type="http://schemas.openxmlformats.org/officeDocument/2006/relationships/image" Target="../media/image66.png"/><Relationship Id="rId1" Type="http://schemas.microsoft.com/office/2007/relationships/media" Target="../media/media1.mp4"/><Relationship Id="rId6" Type="http://schemas.openxmlformats.org/officeDocument/2006/relationships/image" Target="../media/image62.jpeg"/><Relationship Id="rId11" Type="http://schemas.openxmlformats.org/officeDocument/2006/relationships/image" Target="../media/image49.png"/><Relationship Id="rId5" Type="http://schemas.openxmlformats.org/officeDocument/2006/relationships/image" Target="../media/image47.svg"/><Relationship Id="rId15" Type="http://schemas.openxmlformats.org/officeDocument/2006/relationships/image" Target="../media/image57.jpeg"/><Relationship Id="rId10" Type="http://schemas.openxmlformats.org/officeDocument/2006/relationships/image" Target="../media/image48.svg"/><Relationship Id="rId19" Type="http://schemas.openxmlformats.org/officeDocument/2006/relationships/image" Target="../media/image61.png"/><Relationship Id="rId4" Type="http://schemas.openxmlformats.org/officeDocument/2006/relationships/notesSlide" Target="../notesSlides/notesSlide21.xml"/><Relationship Id="rId9" Type="http://schemas.openxmlformats.org/officeDocument/2006/relationships/image" Target="../media/image65.png"/><Relationship Id="rId14" Type="http://schemas.openxmlformats.org/officeDocument/2006/relationships/image" Target="../media/image56.png"/></Relationships>
</file>

<file path=ppt/slides/_rels/slide46.xml.rels><?xml version="1.0" encoding="UTF-8" standalone="yes"?>
<Relationships xmlns="http://schemas.openxmlformats.org/package/2006/relationships"><Relationship Id="rId8" Type="http://schemas.openxmlformats.org/officeDocument/2006/relationships/image" Target="../media/image50.jpeg"/><Relationship Id="rId13" Type="http://schemas.openxmlformats.org/officeDocument/2006/relationships/image" Target="../media/image59.png"/><Relationship Id="rId18" Type="http://schemas.openxmlformats.org/officeDocument/2006/relationships/image" Target="../media/image45.png"/><Relationship Id="rId3" Type="http://schemas.openxmlformats.org/officeDocument/2006/relationships/image" Target="../media/image47.svg"/><Relationship Id="rId7" Type="http://schemas.openxmlformats.org/officeDocument/2006/relationships/image" Target="../media/image49.png"/><Relationship Id="rId12" Type="http://schemas.openxmlformats.org/officeDocument/2006/relationships/image" Target="../media/image58.png"/><Relationship Id="rId17" Type="http://schemas.openxmlformats.org/officeDocument/2006/relationships/image" Target="../media/image41.png"/><Relationship Id="rId2" Type="http://schemas.openxmlformats.org/officeDocument/2006/relationships/notesSlide" Target="../notesSlides/notesSlide22.xml"/><Relationship Id="rId16" Type="http://schemas.openxmlformats.org/officeDocument/2006/relationships/image" Target="../media/image66.png"/><Relationship Id="rId1" Type="http://schemas.openxmlformats.org/officeDocument/2006/relationships/slideLayout" Target="../slideLayouts/slideLayout24.xml"/><Relationship Id="rId6" Type="http://schemas.openxmlformats.org/officeDocument/2006/relationships/image" Target="../media/image65.png"/><Relationship Id="rId11" Type="http://schemas.openxmlformats.org/officeDocument/2006/relationships/image" Target="../media/image57.jpeg"/><Relationship Id="rId5" Type="http://schemas.openxmlformats.org/officeDocument/2006/relationships/image" Target="../media/image64.png"/><Relationship Id="rId15" Type="http://schemas.openxmlformats.org/officeDocument/2006/relationships/image" Target="../media/image61.png"/><Relationship Id="rId10" Type="http://schemas.openxmlformats.org/officeDocument/2006/relationships/image" Target="../media/image56.png"/><Relationship Id="rId19" Type="http://schemas.openxmlformats.org/officeDocument/2006/relationships/image" Target="../media/image44.png"/><Relationship Id="rId4" Type="http://schemas.openxmlformats.org/officeDocument/2006/relationships/image" Target="../media/image63.jpeg"/><Relationship Id="rId9" Type="http://schemas.openxmlformats.org/officeDocument/2006/relationships/image" Target="../media/image51.jpeg"/><Relationship Id="rId14" Type="http://schemas.openxmlformats.org/officeDocument/2006/relationships/image" Target="../media/image60.png"/></Relationships>
</file>

<file path=ppt/slides/_rels/slide47.xml.rels><?xml version="1.0" encoding="UTF-8" standalone="yes"?>
<Relationships xmlns="http://schemas.openxmlformats.org/package/2006/relationships"><Relationship Id="rId8" Type="http://schemas.openxmlformats.org/officeDocument/2006/relationships/image" Target="../media/image64.png"/><Relationship Id="rId13" Type="http://schemas.openxmlformats.org/officeDocument/2006/relationships/image" Target="../media/image51.jpeg"/><Relationship Id="rId18" Type="http://schemas.openxmlformats.org/officeDocument/2006/relationships/image" Target="../media/image60.png"/><Relationship Id="rId3" Type="http://schemas.openxmlformats.org/officeDocument/2006/relationships/slideLayout" Target="../slideLayouts/slideLayout24.xml"/><Relationship Id="rId7" Type="http://schemas.openxmlformats.org/officeDocument/2006/relationships/image" Target="../media/image63.jpeg"/><Relationship Id="rId12" Type="http://schemas.openxmlformats.org/officeDocument/2006/relationships/image" Target="../media/image50.jpeg"/><Relationship Id="rId17" Type="http://schemas.openxmlformats.org/officeDocument/2006/relationships/image" Target="../media/image59.png"/><Relationship Id="rId2" Type="http://schemas.openxmlformats.org/officeDocument/2006/relationships/video" Target="../media/media1.mp4"/><Relationship Id="rId16" Type="http://schemas.openxmlformats.org/officeDocument/2006/relationships/image" Target="../media/image58.png"/><Relationship Id="rId20" Type="http://schemas.openxmlformats.org/officeDocument/2006/relationships/image" Target="../media/image66.png"/><Relationship Id="rId1" Type="http://schemas.microsoft.com/office/2007/relationships/media" Target="../media/media1.mp4"/><Relationship Id="rId6" Type="http://schemas.openxmlformats.org/officeDocument/2006/relationships/image" Target="../media/image62.jpeg"/><Relationship Id="rId11" Type="http://schemas.openxmlformats.org/officeDocument/2006/relationships/image" Target="../media/image49.png"/><Relationship Id="rId5" Type="http://schemas.openxmlformats.org/officeDocument/2006/relationships/image" Target="../media/image47.svg"/><Relationship Id="rId15" Type="http://schemas.openxmlformats.org/officeDocument/2006/relationships/image" Target="../media/image57.jpeg"/><Relationship Id="rId10" Type="http://schemas.openxmlformats.org/officeDocument/2006/relationships/image" Target="../media/image48.svg"/><Relationship Id="rId19" Type="http://schemas.openxmlformats.org/officeDocument/2006/relationships/image" Target="../media/image61.png"/><Relationship Id="rId4" Type="http://schemas.openxmlformats.org/officeDocument/2006/relationships/notesSlide" Target="../notesSlides/notesSlide23.xml"/><Relationship Id="rId9" Type="http://schemas.openxmlformats.org/officeDocument/2006/relationships/image" Target="../media/image65.png"/><Relationship Id="rId14" Type="http://schemas.openxmlformats.org/officeDocument/2006/relationships/image" Target="../media/image56.png"/></Relationships>
</file>

<file path=ppt/slides/_rels/slide48.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hyperlink" Target="https://archive.org/web/" TargetMode="Externa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0">
  <p:cSld>
    <p:bg>
      <p:bgPr>
        <a:solidFill>
          <a:srgbClr val="7030A0"/>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9289D26-9071-2843-8E10-2584DB2C185A}"/>
              </a:ext>
            </a:extLst>
          </p:cNvPr>
          <p:cNvSpPr>
            <a:spLocks noGrp="1"/>
          </p:cNvSpPr>
          <p:nvPr>
            <p:ph type="ctrTitle"/>
          </p:nvPr>
        </p:nvSpPr>
        <p:spPr/>
        <p:txBody>
          <a:bodyPr/>
          <a:lstStyle/>
          <a:p>
            <a:r>
              <a:rPr lang="zh-TW" altLang="en-US" sz="6000">
                <a:latin typeface="Heiti SC Medium" pitchFamily="2" charset="-128"/>
                <a:ea typeface="Heiti SC Medium" pitchFamily="2" charset="-128"/>
                <a:cs typeface="Helvetica"/>
              </a:rPr>
              <a:t>雲計算入門</a:t>
            </a:r>
            <a:endParaRPr lang="en-US">
              <a:latin typeface="Heiti SC Medium" pitchFamily="2" charset="-128"/>
              <a:ea typeface="Heiti SC Medium"/>
              <a:cs typeface="Helvetica"/>
            </a:endParaRPr>
          </a:p>
        </p:txBody>
      </p:sp>
      <p:sp>
        <p:nvSpPr>
          <p:cNvPr id="12" name="Text Placeholder 11">
            <a:extLst>
              <a:ext uri="{FF2B5EF4-FFF2-40B4-BE49-F238E27FC236}">
                <a16:creationId xmlns:a16="http://schemas.microsoft.com/office/drawing/2014/main" id="{2AD004A6-A3DE-F44A-BD11-D08F95B8409F}"/>
              </a:ext>
            </a:extLst>
          </p:cNvPr>
          <p:cNvSpPr>
            <a:spLocks noGrp="1"/>
          </p:cNvSpPr>
          <p:nvPr>
            <p:ph type="body" sz="quarter" idx="10"/>
          </p:nvPr>
        </p:nvSpPr>
        <p:spPr/>
        <p:txBody>
          <a:bodyPr/>
          <a:lstStyle/>
          <a:p>
            <a:r>
              <a:rPr lang="en-US" altLang="zh-TW" sz="4000"/>
              <a:t>1. </a:t>
            </a:r>
            <a:r>
              <a:rPr lang="zh-TW" altLang="en-US" sz="4000"/>
              <a:t>什麼是雲計算</a:t>
            </a:r>
            <a:r>
              <a:rPr lang="en-US" altLang="zh-TW" sz="4000"/>
              <a:t>?</a:t>
            </a:r>
            <a:endParaRPr lang="en-US"/>
          </a:p>
        </p:txBody>
      </p:sp>
      <p:sp>
        <p:nvSpPr>
          <p:cNvPr id="2" name="TextBox 3">
            <a:extLst>
              <a:ext uri="{FF2B5EF4-FFF2-40B4-BE49-F238E27FC236}">
                <a16:creationId xmlns:a16="http://schemas.microsoft.com/office/drawing/2014/main" id="{30F95D64-A8AB-B7C4-68AC-F4144BDC6D17}"/>
              </a:ext>
            </a:extLst>
          </p:cNvPr>
          <p:cNvSpPr txBox="1"/>
          <p:nvPr/>
        </p:nvSpPr>
        <p:spPr>
          <a:xfrm>
            <a:off x="101935" y="6419131"/>
            <a:ext cx="2317298" cy="369332"/>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HK" b="1" dirty="0">
                <a:solidFill>
                  <a:schemeClr val="bg1"/>
                </a:solidFill>
              </a:rPr>
              <a:t>Ver：2025年 2月</a:t>
            </a:r>
          </a:p>
        </p:txBody>
      </p:sp>
    </p:spTree>
    <p:extLst>
      <p:ext uri="{BB962C8B-B14F-4D97-AF65-F5344CB8AC3E}">
        <p14:creationId xmlns:p14="http://schemas.microsoft.com/office/powerpoint/2010/main" val="30253382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a:extLst>
            <a:ext uri="{FF2B5EF4-FFF2-40B4-BE49-F238E27FC236}">
              <a16:creationId xmlns:a16="http://schemas.microsoft.com/office/drawing/2014/main" id="{C4D92511-909A-C9BE-CC7E-80E196FDE6B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A87FBDF-AFBB-9803-87A5-C1532A7C216F}"/>
              </a:ext>
            </a:extLst>
          </p:cNvPr>
          <p:cNvSpPr>
            <a:spLocks noGrp="1"/>
          </p:cNvSpPr>
          <p:nvPr>
            <p:ph type="ctrTitle"/>
          </p:nvPr>
        </p:nvSpPr>
        <p:spPr/>
        <p:txBody>
          <a:bodyPr/>
          <a:lstStyle/>
          <a:p>
            <a:r>
              <a:rPr lang="zh-TW" altLang="en-US" sz="6000">
                <a:latin typeface="Heiti SC Medium" pitchFamily="2" charset="-128"/>
                <a:ea typeface="Heiti SC Medium" pitchFamily="2" charset="-128"/>
                <a:cs typeface="Helvetica"/>
              </a:rPr>
              <a:t>雲計算入門</a:t>
            </a:r>
            <a:endParaRPr lang="en-US">
              <a:latin typeface="Heiti SC Medium" pitchFamily="2" charset="-128"/>
              <a:ea typeface="Heiti SC Medium"/>
              <a:cs typeface="Helvetica"/>
            </a:endParaRPr>
          </a:p>
        </p:txBody>
      </p:sp>
      <p:sp>
        <p:nvSpPr>
          <p:cNvPr id="12" name="Text Placeholder 11">
            <a:extLst>
              <a:ext uri="{FF2B5EF4-FFF2-40B4-BE49-F238E27FC236}">
                <a16:creationId xmlns:a16="http://schemas.microsoft.com/office/drawing/2014/main" id="{CA5F8D88-056D-9728-4F71-23F6F0329A3B}"/>
              </a:ext>
            </a:extLst>
          </p:cNvPr>
          <p:cNvSpPr>
            <a:spLocks noGrp="1"/>
          </p:cNvSpPr>
          <p:nvPr>
            <p:ph type="body" sz="quarter" idx="10"/>
          </p:nvPr>
        </p:nvSpPr>
        <p:spPr/>
        <p:txBody>
          <a:bodyPr/>
          <a:lstStyle/>
          <a:p>
            <a:r>
              <a:rPr lang="en-US" altLang="zh-TW" sz="4000"/>
              <a:t>1. </a:t>
            </a:r>
            <a:r>
              <a:rPr lang="zh-TW" altLang="en-US" sz="4000"/>
              <a:t>什麼是雲計算</a:t>
            </a:r>
            <a:r>
              <a:rPr lang="en-US" altLang="zh-TW" sz="4000"/>
              <a:t>?</a:t>
            </a:r>
            <a:endParaRPr lang="en-US"/>
          </a:p>
        </p:txBody>
      </p:sp>
      <p:sp>
        <p:nvSpPr>
          <p:cNvPr id="2" name="TextBox 3">
            <a:extLst>
              <a:ext uri="{FF2B5EF4-FFF2-40B4-BE49-F238E27FC236}">
                <a16:creationId xmlns:a16="http://schemas.microsoft.com/office/drawing/2014/main" id="{50241326-C267-8556-2786-30EEE698B463}"/>
              </a:ext>
            </a:extLst>
          </p:cNvPr>
          <p:cNvSpPr txBox="1"/>
          <p:nvPr/>
        </p:nvSpPr>
        <p:spPr>
          <a:xfrm>
            <a:off x="101935" y="6419131"/>
            <a:ext cx="2317298" cy="369332"/>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HK" sz="1800" b="1" i="0" u="none" strike="noStrike" kern="1200" cap="none" spc="0" normalizeH="0" baseline="0" noProof="0" dirty="0">
                <a:ln>
                  <a:noFill/>
                </a:ln>
                <a:solidFill>
                  <a:prstClr val="white"/>
                </a:solidFill>
                <a:effectLst/>
                <a:uLnTx/>
                <a:uFillTx/>
                <a:latin typeface="Franklin Gothic Book" panose="020B0503020102020204"/>
                <a:ea typeface="+mn-ea"/>
                <a:cs typeface="+mn-cs"/>
              </a:rPr>
              <a:t>Ver：202</a:t>
            </a:r>
            <a:r>
              <a:rPr lang="en-HK" b="1" dirty="0">
                <a:solidFill>
                  <a:prstClr val="white"/>
                </a:solidFill>
                <a:latin typeface="Franklin Gothic Book" panose="020B0503020102020204"/>
              </a:rPr>
              <a:t>6</a:t>
            </a:r>
            <a:r>
              <a:rPr kumimoji="0" lang="en-HK" sz="1800" b="1" i="0" u="none" strike="noStrike" kern="1200" cap="none" spc="0" normalizeH="0" baseline="0" noProof="0" dirty="0">
                <a:ln>
                  <a:noFill/>
                </a:ln>
                <a:solidFill>
                  <a:prstClr val="white"/>
                </a:solidFill>
                <a:effectLst/>
                <a:uLnTx/>
                <a:uFillTx/>
                <a:latin typeface="Franklin Gothic Book" panose="020B0503020102020204"/>
                <a:ea typeface="+mn-ea"/>
                <a:cs typeface="+mn-cs"/>
              </a:rPr>
              <a:t>年 </a:t>
            </a:r>
            <a:r>
              <a:rPr lang="en-HK" b="1" dirty="0">
                <a:solidFill>
                  <a:prstClr val="white"/>
                </a:solidFill>
                <a:latin typeface="Franklin Gothic Book" panose="020B0503020102020204"/>
              </a:rPr>
              <a:t>9</a:t>
            </a:r>
            <a:r>
              <a:rPr kumimoji="0" lang="en-HK" sz="1800" b="1" i="0" u="none" strike="noStrike" kern="1200" cap="none" spc="0" normalizeH="0" baseline="0" noProof="0" dirty="0">
                <a:ln>
                  <a:noFill/>
                </a:ln>
                <a:solidFill>
                  <a:prstClr val="white"/>
                </a:solidFill>
                <a:effectLst/>
                <a:uLnTx/>
                <a:uFillTx/>
                <a:latin typeface="Franklin Gothic Book" panose="020B0503020102020204"/>
                <a:ea typeface="+mn-ea"/>
                <a:cs typeface="+mn-cs"/>
              </a:rPr>
              <a:t>月</a:t>
            </a:r>
          </a:p>
        </p:txBody>
      </p:sp>
    </p:spTree>
    <p:extLst>
      <p:ext uri="{BB962C8B-B14F-4D97-AF65-F5344CB8AC3E}">
        <p14:creationId xmlns:p14="http://schemas.microsoft.com/office/powerpoint/2010/main" val="42931365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2C6B255-66C8-F243-9BA8-F32EBDA7B92D}"/>
              </a:ext>
            </a:extLst>
          </p:cNvPr>
          <p:cNvSpPr>
            <a:spLocks noGrp="1"/>
          </p:cNvSpPr>
          <p:nvPr>
            <p:ph type="title"/>
          </p:nvPr>
        </p:nvSpPr>
        <p:spPr/>
        <p:txBody>
          <a:bodyPr/>
          <a:lstStyle/>
          <a:p>
            <a:r>
              <a:rPr lang="en-US" err="1"/>
              <a:t>本課程內容</a:t>
            </a:r>
            <a:endParaRPr lang="en-US"/>
          </a:p>
        </p:txBody>
      </p:sp>
      <p:sp>
        <p:nvSpPr>
          <p:cNvPr id="7" name="Content Placeholder 6">
            <a:extLst>
              <a:ext uri="{FF2B5EF4-FFF2-40B4-BE49-F238E27FC236}">
                <a16:creationId xmlns:a16="http://schemas.microsoft.com/office/drawing/2014/main" id="{57304ABC-C762-7142-B163-8ED15ED134EB}"/>
              </a:ext>
            </a:extLst>
          </p:cNvPr>
          <p:cNvSpPr>
            <a:spLocks noGrp="1"/>
          </p:cNvSpPr>
          <p:nvPr>
            <p:ph sz="half" idx="1"/>
          </p:nvPr>
        </p:nvSpPr>
        <p:spPr/>
        <p:txBody>
          <a:bodyPr>
            <a:normAutofit/>
          </a:bodyPr>
          <a:lstStyle/>
          <a:p>
            <a:pPr marL="514350" indent="-514350">
              <a:buFont typeface="+mj-lt"/>
              <a:buAutoNum type="arabicPeriod"/>
            </a:pPr>
            <a:r>
              <a:rPr lang="en-US" sz="2400" err="1"/>
              <a:t>什麼是雲計算</a:t>
            </a:r>
            <a:endParaRPr lang="en-US" sz="2400"/>
          </a:p>
          <a:p>
            <a:pPr marL="514350" indent="-514350">
              <a:buFont typeface="+mj-lt"/>
              <a:buAutoNum type="arabicPeriod"/>
            </a:pPr>
            <a:r>
              <a:rPr lang="en-US" sz="2400" err="1"/>
              <a:t>雲計算特性</a:t>
            </a:r>
            <a:endParaRPr lang="en-US" sz="2400"/>
          </a:p>
          <a:p>
            <a:pPr marL="514350" indent="-514350">
              <a:buFont typeface="+mj-lt"/>
              <a:buAutoNum type="arabicPeriod"/>
            </a:pPr>
            <a:r>
              <a:rPr lang="en-US" sz="2400" err="1"/>
              <a:t>雲計算類別</a:t>
            </a:r>
            <a:endParaRPr lang="en-US" sz="2400"/>
          </a:p>
          <a:p>
            <a:pPr marL="514350" indent="-514350">
              <a:buFont typeface="+mj-lt"/>
              <a:buAutoNum type="arabicPeriod"/>
            </a:pPr>
            <a:r>
              <a:rPr lang="en-US" sz="2400" err="1"/>
              <a:t>雲服務類別</a:t>
            </a:r>
            <a:endParaRPr lang="en-US" sz="2400"/>
          </a:p>
          <a:p>
            <a:pPr marL="514350" indent="-514350">
              <a:buFont typeface="+mj-lt"/>
              <a:buAutoNum type="arabicPeriod"/>
            </a:pPr>
            <a:r>
              <a:rPr lang="en-US" sz="2400" err="1"/>
              <a:t>雲服務實例</a:t>
            </a:r>
            <a:endParaRPr lang="en-US" sz="2400"/>
          </a:p>
          <a:p>
            <a:pPr marL="514350" indent="-514350">
              <a:buFont typeface="+mj-lt"/>
              <a:buAutoNum type="arabicPeriod"/>
            </a:pPr>
            <a:r>
              <a:rPr lang="en-US" sz="2400" err="1"/>
              <a:t>如何選擇適合雲服務</a:t>
            </a:r>
            <a:r>
              <a:rPr lang="en-US" sz="2400"/>
              <a:t>?</a:t>
            </a:r>
          </a:p>
        </p:txBody>
      </p:sp>
      <p:sp>
        <p:nvSpPr>
          <p:cNvPr id="8" name="Content Placeholder 7">
            <a:extLst>
              <a:ext uri="{FF2B5EF4-FFF2-40B4-BE49-F238E27FC236}">
                <a16:creationId xmlns:a16="http://schemas.microsoft.com/office/drawing/2014/main" id="{1B2A3CE4-ABE8-6840-9FF6-0F3FD1A8162C}"/>
              </a:ext>
            </a:extLst>
          </p:cNvPr>
          <p:cNvSpPr>
            <a:spLocks noGrp="1"/>
          </p:cNvSpPr>
          <p:nvPr>
            <p:ph sz="half" idx="2"/>
          </p:nvPr>
        </p:nvSpPr>
        <p:spPr/>
        <p:txBody>
          <a:bodyPr>
            <a:normAutofit/>
          </a:bodyPr>
          <a:lstStyle/>
          <a:p>
            <a:pPr marL="514350" indent="-514350">
              <a:buFont typeface="+mj-lt"/>
              <a:buAutoNum type="arabicPeriod" startAt="7"/>
            </a:pPr>
            <a:r>
              <a:rPr lang="en-US" sz="2400" err="1"/>
              <a:t>雲遷移指引</a:t>
            </a:r>
            <a:endParaRPr lang="en-US" sz="2400"/>
          </a:p>
          <a:p>
            <a:pPr marL="514350" indent="-514350">
              <a:buFont typeface="+mj-lt"/>
              <a:buAutoNum type="arabicPeriod" startAt="7"/>
            </a:pPr>
            <a:r>
              <a:rPr lang="en-US" sz="2400" err="1"/>
              <a:t>雲計算保安</a:t>
            </a:r>
            <a:endParaRPr lang="en-US" sz="2400"/>
          </a:p>
          <a:p>
            <a:pPr marL="514350" indent="-514350">
              <a:buFont typeface="+mj-lt"/>
              <a:buAutoNum type="arabicPeriod" startAt="7"/>
            </a:pPr>
            <a:r>
              <a:rPr lang="en-US" sz="2400" err="1"/>
              <a:t>雲運營</a:t>
            </a:r>
            <a:endParaRPr lang="en-US" sz="2400"/>
          </a:p>
          <a:p>
            <a:pPr marL="514350" indent="-514350">
              <a:buFont typeface="+mj-lt"/>
              <a:buAutoNum type="arabicPeriod" startAt="7"/>
            </a:pPr>
            <a:r>
              <a:rPr lang="en-US" sz="2400" err="1"/>
              <a:t>雲運營的工作角色</a:t>
            </a:r>
            <a:endParaRPr lang="en-US" sz="2400"/>
          </a:p>
          <a:p>
            <a:pPr marL="514350" indent="-514350">
              <a:buFont typeface="+mj-lt"/>
              <a:buAutoNum type="arabicPeriod" startAt="7"/>
            </a:pPr>
            <a:r>
              <a:rPr lang="en-US" sz="2400" err="1"/>
              <a:t>雲計算成本管理</a:t>
            </a:r>
            <a:endParaRPr lang="en-US" sz="2400"/>
          </a:p>
          <a:p>
            <a:pPr marL="514350" indent="-514350">
              <a:buFont typeface="+mj-lt"/>
              <a:buAutoNum type="arabicPeriod" startAt="7"/>
            </a:pPr>
            <a:r>
              <a:rPr lang="en-US" sz="2400" err="1"/>
              <a:t>軟件開發及運營DevOps</a:t>
            </a:r>
            <a:endParaRPr lang="en-US" sz="2400"/>
          </a:p>
        </p:txBody>
      </p:sp>
    </p:spTree>
    <p:extLst>
      <p:ext uri="{BB962C8B-B14F-4D97-AF65-F5344CB8AC3E}">
        <p14:creationId xmlns:p14="http://schemas.microsoft.com/office/powerpoint/2010/main" val="35606602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23D7B-A2EA-2A2D-1552-5F87800A3B7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2560888-2678-FC15-2855-A238BF54149E}"/>
              </a:ext>
            </a:extLst>
          </p:cNvPr>
          <p:cNvSpPr>
            <a:spLocks noGrp="1"/>
          </p:cNvSpPr>
          <p:nvPr>
            <p:ph type="title"/>
          </p:nvPr>
        </p:nvSpPr>
        <p:spPr>
          <a:xfrm>
            <a:off x="1295400" y="465171"/>
            <a:ext cx="9601200" cy="1485900"/>
          </a:xfrm>
        </p:spPr>
        <p:txBody>
          <a:bodyPr/>
          <a:lstStyle/>
          <a:p>
            <a:r>
              <a:rPr lang="en-US" b="1" dirty="0" err="1">
                <a:latin typeface="DengXian" panose="02010600030101010101" pitchFamily="2" charset="-122"/>
                <a:ea typeface="DengXian" panose="02010600030101010101" pitchFamily="2" charset="-122"/>
              </a:rPr>
              <a:t>本課程內容</a:t>
            </a:r>
            <a:endParaRPr lang="en-US" b="1" dirty="0">
              <a:latin typeface="DengXian" panose="02010600030101010101" pitchFamily="2" charset="-122"/>
              <a:ea typeface="DengXian" panose="02010600030101010101" pitchFamily="2" charset="-122"/>
            </a:endParaRPr>
          </a:p>
        </p:txBody>
      </p:sp>
      <p:sp>
        <p:nvSpPr>
          <p:cNvPr id="7" name="Content Placeholder 6">
            <a:extLst>
              <a:ext uri="{FF2B5EF4-FFF2-40B4-BE49-F238E27FC236}">
                <a16:creationId xmlns:a16="http://schemas.microsoft.com/office/drawing/2014/main" id="{4F9E1558-4C17-C633-A1D6-631CA15DA520}"/>
              </a:ext>
            </a:extLst>
          </p:cNvPr>
          <p:cNvSpPr>
            <a:spLocks noGrp="1"/>
          </p:cNvSpPr>
          <p:nvPr>
            <p:ph sz="half" idx="1"/>
          </p:nvPr>
        </p:nvSpPr>
        <p:spPr>
          <a:xfrm>
            <a:off x="1295012" y="1951071"/>
            <a:ext cx="4447786" cy="3581401"/>
          </a:xfrm>
        </p:spPr>
        <p:txBody>
          <a:bodyPr>
            <a:normAutofit/>
          </a:bodyPr>
          <a:lstStyle/>
          <a:p>
            <a:pPr marL="514350" indent="-514350">
              <a:buFont typeface="+mj-lt"/>
              <a:buAutoNum type="arabicPeriod"/>
            </a:pPr>
            <a:r>
              <a:rPr lang="zh-TW" altLang="en-US" sz="2600" dirty="0">
                <a:latin typeface="DengXian" panose="02010600030101010101" pitchFamily="2" charset="-122"/>
                <a:ea typeface="DengXian" panose="02010600030101010101" pitchFamily="2" charset="-122"/>
              </a:rPr>
              <a:t>什麼是雲計算</a:t>
            </a:r>
          </a:p>
          <a:p>
            <a:pPr marL="514350" indent="-514350">
              <a:buFont typeface="+mj-lt"/>
              <a:buAutoNum type="arabicPeriod"/>
            </a:pPr>
            <a:r>
              <a:rPr lang="zh-TW" altLang="en-US" sz="2600" dirty="0">
                <a:latin typeface="DengXian" panose="02010600030101010101" pitchFamily="2" charset="-122"/>
                <a:ea typeface="DengXian" panose="02010600030101010101" pitchFamily="2" charset="-122"/>
              </a:rPr>
              <a:t>雲計算優勢</a:t>
            </a:r>
          </a:p>
          <a:p>
            <a:pPr marL="514350" indent="-514350">
              <a:buFont typeface="+mj-lt"/>
              <a:buAutoNum type="arabicPeriod"/>
            </a:pPr>
            <a:r>
              <a:rPr lang="zh-TW" altLang="en-US" sz="2600" dirty="0">
                <a:latin typeface="DengXian" panose="02010600030101010101" pitchFamily="2" charset="-122"/>
                <a:ea typeface="DengXian" panose="02010600030101010101" pitchFamily="2" charset="-122"/>
              </a:rPr>
              <a:t>雲服務類別</a:t>
            </a:r>
          </a:p>
          <a:p>
            <a:pPr marL="514350" indent="-514350">
              <a:buFont typeface="+mj-lt"/>
              <a:buAutoNum type="arabicPeriod"/>
            </a:pPr>
            <a:r>
              <a:rPr lang="zh-TW" altLang="en-US" sz="2600" dirty="0">
                <a:latin typeface="DengXian" panose="02010600030101010101" pitchFamily="2" charset="-122"/>
                <a:ea typeface="DengXian" panose="02010600030101010101" pitchFamily="2" charset="-122"/>
              </a:rPr>
              <a:t>雲計算類別</a:t>
            </a:r>
          </a:p>
        </p:txBody>
      </p:sp>
      <p:sp>
        <p:nvSpPr>
          <p:cNvPr id="8" name="Content Placeholder 7">
            <a:extLst>
              <a:ext uri="{FF2B5EF4-FFF2-40B4-BE49-F238E27FC236}">
                <a16:creationId xmlns:a16="http://schemas.microsoft.com/office/drawing/2014/main" id="{F3ACD8B8-DCB4-4001-413D-516AAAC1D8F4}"/>
              </a:ext>
            </a:extLst>
          </p:cNvPr>
          <p:cNvSpPr>
            <a:spLocks noGrp="1"/>
          </p:cNvSpPr>
          <p:nvPr>
            <p:ph sz="half" idx="2"/>
          </p:nvPr>
        </p:nvSpPr>
        <p:spPr>
          <a:xfrm>
            <a:off x="6449204" y="1951071"/>
            <a:ext cx="4447786" cy="3581401"/>
          </a:xfrm>
        </p:spPr>
        <p:txBody>
          <a:bodyPr>
            <a:normAutofit/>
          </a:bodyPr>
          <a:lstStyle/>
          <a:p>
            <a:pPr marL="514350" indent="-514350">
              <a:buFont typeface="+mj-lt"/>
              <a:buAutoNum type="arabicPeriod" startAt="5"/>
            </a:pPr>
            <a:r>
              <a:rPr lang="zh-TW" altLang="en-US" sz="2600" dirty="0">
                <a:latin typeface="DengXian" panose="02010600030101010101" pitchFamily="2" charset="-122"/>
                <a:ea typeface="DengXian" panose="02010600030101010101" pitchFamily="2" charset="-122"/>
              </a:rPr>
              <a:t>如何選擇適合雲服務</a:t>
            </a:r>
          </a:p>
          <a:p>
            <a:pPr marL="514350" indent="-514350">
              <a:buFont typeface="+mj-lt"/>
              <a:buAutoNum type="arabicPeriod" startAt="5"/>
            </a:pPr>
            <a:r>
              <a:rPr lang="zh-TW" altLang="en-US" sz="2600" dirty="0">
                <a:latin typeface="DengXian" panose="02010600030101010101" pitchFamily="2" charset="-122"/>
                <a:ea typeface="DengXian" panose="02010600030101010101" pitchFamily="2" charset="-122"/>
              </a:rPr>
              <a:t>雲運營</a:t>
            </a:r>
          </a:p>
          <a:p>
            <a:pPr marL="514350" indent="-514350">
              <a:buFont typeface="+mj-lt"/>
              <a:buAutoNum type="arabicPeriod" startAt="5"/>
            </a:pPr>
            <a:r>
              <a:rPr lang="zh-TW" altLang="en-US" sz="2600" dirty="0">
                <a:latin typeface="DengXian" panose="02010600030101010101" pitchFamily="2" charset="-122"/>
                <a:ea typeface="DengXian" panose="02010600030101010101" pitchFamily="2" charset="-122"/>
              </a:rPr>
              <a:t>雲服務安全與管理</a:t>
            </a:r>
          </a:p>
          <a:p>
            <a:pPr marL="514350" indent="-514350">
              <a:buFont typeface="+mj-lt"/>
              <a:buAutoNum type="arabicPeriod" startAt="5"/>
            </a:pPr>
            <a:r>
              <a:rPr lang="zh-TW" altLang="en-US" sz="2600" dirty="0">
                <a:latin typeface="DengXian" panose="02010600030101010101" pitchFamily="2" charset="-122"/>
                <a:ea typeface="DengXian" panose="02010600030101010101" pitchFamily="2" charset="-122"/>
              </a:rPr>
              <a:t>雲計算人員角色</a:t>
            </a:r>
            <a:endParaRPr lang="en-US" altLang="zh-HK" sz="2600" dirty="0">
              <a:latin typeface="DengXian" panose="02010600030101010101" pitchFamily="2" charset="-122"/>
              <a:ea typeface="DengXian" panose="02010600030101010101" pitchFamily="2" charset="-122"/>
            </a:endParaRPr>
          </a:p>
        </p:txBody>
      </p:sp>
      <p:pic>
        <p:nvPicPr>
          <p:cNvPr id="9" name="圖片 8">
            <a:extLst>
              <a:ext uri="{FF2B5EF4-FFF2-40B4-BE49-F238E27FC236}">
                <a16:creationId xmlns:a16="http://schemas.microsoft.com/office/drawing/2014/main" id="{DC92EBD0-59ED-D54E-DA21-74E1EF3D9606}"/>
              </a:ext>
            </a:extLst>
          </p:cNvPr>
          <p:cNvPicPr>
            <a:picLocks noChangeAspect="1"/>
          </p:cNvPicPr>
          <p:nvPr/>
        </p:nvPicPr>
        <p:blipFill>
          <a:blip r:embed="rId2"/>
          <a:stretch>
            <a:fillRect/>
          </a:stretch>
        </p:blipFill>
        <p:spPr>
          <a:xfrm>
            <a:off x="1031477" y="5173676"/>
            <a:ext cx="10987852" cy="1022664"/>
          </a:xfrm>
          <a:prstGeom prst="rect">
            <a:avLst/>
          </a:prstGeom>
        </p:spPr>
      </p:pic>
      <p:sp>
        <p:nvSpPr>
          <p:cNvPr id="11" name="文字方塊 10">
            <a:extLst>
              <a:ext uri="{FF2B5EF4-FFF2-40B4-BE49-F238E27FC236}">
                <a16:creationId xmlns:a16="http://schemas.microsoft.com/office/drawing/2014/main" id="{11010B47-D9DE-C61D-A999-84C6F08701AE}"/>
              </a:ext>
            </a:extLst>
          </p:cNvPr>
          <p:cNvSpPr txBox="1"/>
          <p:nvPr/>
        </p:nvSpPr>
        <p:spPr>
          <a:xfrm>
            <a:off x="1232524" y="4712011"/>
            <a:ext cx="10585757" cy="461665"/>
          </a:xfrm>
          <a:prstGeom prst="rect">
            <a:avLst/>
          </a:prstGeom>
          <a:noFill/>
        </p:spPr>
        <p:txBody>
          <a:bodyPr wrap="square">
            <a:spAutoFit/>
          </a:bodyPr>
          <a:lstStyle/>
          <a:p>
            <a:pPr marL="0" indent="0">
              <a:buNone/>
            </a:pPr>
            <a:r>
              <a:rPr lang="zh-HK" altLang="zh-HK" sz="2400" dirty="0">
                <a:latin typeface="DengXian" panose="02010600030101010101" pitchFamily="2" charset="-122"/>
                <a:ea typeface="DengXian" panose="02010600030101010101" pitchFamily="2" charset="-122"/>
              </a:rPr>
              <a:t>一步一步教你由雲服務的</a:t>
            </a:r>
            <a:r>
              <a:rPr lang="zh-HK" altLang="zh-HK" sz="2400" b="1" dirty="0">
                <a:solidFill>
                  <a:srgbClr val="FFCE2B"/>
                </a:solidFill>
                <a:latin typeface="DengXian" panose="02010600030101010101" pitchFamily="2" charset="-122"/>
                <a:ea typeface="DengXian" panose="02010600030101010101" pitchFamily="2" charset="-122"/>
              </a:rPr>
              <a:t>基礎概念</a:t>
            </a:r>
            <a:r>
              <a:rPr lang="zh-TW" altLang="en-US" sz="2400" dirty="0">
                <a:latin typeface="DengXian" panose="02010600030101010101" pitchFamily="2" charset="-122"/>
                <a:ea typeface="DengXian" panose="02010600030101010101" pitchFamily="2" charset="-122"/>
              </a:rPr>
              <a:t>，到</a:t>
            </a:r>
            <a:r>
              <a:rPr lang="zh-TW" altLang="en-US" sz="2400" b="1" dirty="0">
                <a:solidFill>
                  <a:srgbClr val="FFCE2B"/>
                </a:solidFill>
                <a:latin typeface="DengXian" panose="02010600030101010101" pitchFamily="2" charset="-122"/>
                <a:ea typeface="DengXian" panose="02010600030101010101" pitchFamily="2" charset="-122"/>
              </a:rPr>
              <a:t>選擇雲服務</a:t>
            </a:r>
            <a:r>
              <a:rPr lang="zh-TW" altLang="en-US" sz="2400" dirty="0">
                <a:latin typeface="DengXian" panose="02010600030101010101" pitchFamily="2" charset="-122"/>
                <a:ea typeface="DengXian" panose="02010600030101010101" pitchFamily="2" charset="-122"/>
              </a:rPr>
              <a:t>，</a:t>
            </a:r>
            <a:r>
              <a:rPr lang="zh-HK" altLang="zh-HK" sz="2400" dirty="0">
                <a:latin typeface="DengXian" panose="02010600030101010101" pitchFamily="2" charset="-122"/>
                <a:ea typeface="DengXian" panose="02010600030101010101" pitchFamily="2" charset="-122"/>
              </a:rPr>
              <a:t>到</a:t>
            </a:r>
            <a:r>
              <a:rPr lang="zh-HK" altLang="zh-HK" sz="2400" b="1" dirty="0">
                <a:solidFill>
                  <a:srgbClr val="FFCE2B"/>
                </a:solidFill>
                <a:latin typeface="DengXian" panose="02010600030101010101" pitchFamily="2" charset="-122"/>
                <a:ea typeface="DengXian" panose="02010600030101010101" pitchFamily="2" charset="-122"/>
              </a:rPr>
              <a:t>日常營運</a:t>
            </a:r>
            <a:endParaRPr lang="en-US" altLang="zh-HK" sz="2400" b="1" dirty="0">
              <a:solidFill>
                <a:srgbClr val="FFCE2B"/>
              </a:solidFill>
              <a:latin typeface="DengXian" panose="02010600030101010101" pitchFamily="2" charset="-122"/>
              <a:ea typeface="DengXian" panose="02010600030101010101" pitchFamily="2" charset="-122"/>
            </a:endParaRPr>
          </a:p>
        </p:txBody>
      </p:sp>
      <p:sp>
        <p:nvSpPr>
          <p:cNvPr id="2" name="Content Placeholder 6">
            <a:extLst>
              <a:ext uri="{FF2B5EF4-FFF2-40B4-BE49-F238E27FC236}">
                <a16:creationId xmlns:a16="http://schemas.microsoft.com/office/drawing/2014/main" id="{9D617147-6673-55AC-E370-BA78EB9C00A7}"/>
              </a:ext>
            </a:extLst>
          </p:cNvPr>
          <p:cNvSpPr txBox="1">
            <a:spLocks/>
          </p:cNvSpPr>
          <p:nvPr/>
        </p:nvSpPr>
        <p:spPr>
          <a:xfrm>
            <a:off x="7761515" y="5899276"/>
            <a:ext cx="485503" cy="455807"/>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800" b="0" i="0" kern="1200" baseline="0">
                <a:solidFill>
                  <a:schemeClr val="tx2"/>
                </a:solidFill>
                <a:latin typeface="Helvetica" pitchFamily="2" charset="0"/>
                <a:ea typeface="Noto Sans SC Medium" panose="020B0600000000000000" pitchFamily="34" charset="-128"/>
                <a:cs typeface="Helvetica" pitchFamily="2" charset="0"/>
              </a:defRPr>
            </a:lvl1pPr>
            <a:lvl2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400" b="0" i="0" kern="1200" baseline="0">
                <a:solidFill>
                  <a:schemeClr val="tx2"/>
                </a:solidFill>
                <a:latin typeface="Helvetica" pitchFamily="2" charset="0"/>
                <a:ea typeface="Noto Sans SC Medium" panose="020B0600000000000000" pitchFamily="34" charset="-128"/>
                <a:cs typeface="Helvetica" pitchFamily="2" charset="0"/>
              </a:defRPr>
            </a:lvl2pPr>
            <a:lvl3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b="0" i="0" kern="1200" baseline="0">
                <a:solidFill>
                  <a:schemeClr val="tx2"/>
                </a:solidFill>
                <a:latin typeface="Helvetica" pitchFamily="2" charset="0"/>
                <a:ea typeface="Noto Sans SC Medium" panose="020B0600000000000000" pitchFamily="34" charset="-128"/>
                <a:cs typeface="Helvetica" pitchFamily="2" charset="0"/>
              </a:defRPr>
            </a:lvl3pPr>
            <a:lvl4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b="0" i="0" kern="1200" baseline="0">
                <a:solidFill>
                  <a:schemeClr val="tx2"/>
                </a:solidFill>
                <a:latin typeface="Helvetica" pitchFamily="2" charset="0"/>
                <a:ea typeface="Noto Sans SC Medium" panose="020B0600000000000000" pitchFamily="34" charset="-128"/>
                <a:cs typeface="Helvetica" pitchFamily="2" charset="0"/>
              </a:defRPr>
            </a:lvl4pPr>
            <a:lvl5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b="0" i="0" kern="1200" baseline="0">
                <a:solidFill>
                  <a:schemeClr val="tx2"/>
                </a:solidFill>
                <a:latin typeface="Helvetica" pitchFamily="2" charset="0"/>
                <a:ea typeface="Noto Sans SC Medium" panose="020B0600000000000000" pitchFamily="34" charset="-128"/>
                <a:cs typeface="Helvetica" pitchFamily="2" charset="0"/>
              </a:defRPr>
            </a:lvl5pPr>
            <a:lvl6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buNone/>
            </a:pPr>
            <a:r>
              <a:rPr lang="zh-TW" altLang="en-US" sz="1300" b="1" dirty="0">
                <a:latin typeface="DengXian" panose="02010600030101010101" pitchFamily="2" charset="-122"/>
                <a:ea typeface="DengXian" panose="02010600030101010101" pitchFamily="2" charset="-122"/>
              </a:rPr>
              <a:t>務</a:t>
            </a:r>
          </a:p>
        </p:txBody>
      </p:sp>
    </p:spTree>
    <p:extLst>
      <p:ext uri="{BB962C8B-B14F-4D97-AF65-F5344CB8AC3E}">
        <p14:creationId xmlns:p14="http://schemas.microsoft.com/office/powerpoint/2010/main" val="39570513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C304DFE-472F-D331-A111-A1C8FE8C83A1}"/>
              </a:ext>
            </a:extLst>
          </p:cNvPr>
          <p:cNvSpPr>
            <a:spLocks noGrp="1"/>
          </p:cNvSpPr>
          <p:nvPr>
            <p:ph type="title"/>
          </p:nvPr>
        </p:nvSpPr>
        <p:spPr/>
        <p:txBody>
          <a:bodyPr/>
          <a:lstStyle/>
          <a:p>
            <a:r>
              <a:rPr lang="zh-TW" altLang="en-US"/>
              <a:t>課業及晉級</a:t>
            </a:r>
          </a:p>
        </p:txBody>
      </p:sp>
      <p:sp>
        <p:nvSpPr>
          <p:cNvPr id="9" name="Text Placeholder 8">
            <a:extLst>
              <a:ext uri="{FF2B5EF4-FFF2-40B4-BE49-F238E27FC236}">
                <a16:creationId xmlns:a16="http://schemas.microsoft.com/office/drawing/2014/main" id="{62B8E03C-7C5E-76DD-BE1B-C659F314259A}"/>
              </a:ext>
            </a:extLst>
          </p:cNvPr>
          <p:cNvSpPr>
            <a:spLocks noGrp="1"/>
          </p:cNvSpPr>
          <p:nvPr>
            <p:ph type="body" idx="1"/>
          </p:nvPr>
        </p:nvSpPr>
        <p:spPr/>
        <p:txBody>
          <a:bodyPr/>
          <a:lstStyle/>
          <a:p>
            <a:r>
              <a:rPr lang="zh-TW" altLang="en-US" b="1"/>
              <a:t>晉級要求</a:t>
            </a:r>
          </a:p>
        </p:txBody>
      </p:sp>
      <p:sp>
        <p:nvSpPr>
          <p:cNvPr id="7" name="Content Placeholder 6">
            <a:extLst>
              <a:ext uri="{FF2B5EF4-FFF2-40B4-BE49-F238E27FC236}">
                <a16:creationId xmlns:a16="http://schemas.microsoft.com/office/drawing/2014/main" id="{E5B67D30-6139-E566-A0C3-D627297E24A8}"/>
              </a:ext>
            </a:extLst>
          </p:cNvPr>
          <p:cNvSpPr>
            <a:spLocks noGrp="1"/>
          </p:cNvSpPr>
          <p:nvPr>
            <p:ph sz="half" idx="2"/>
          </p:nvPr>
        </p:nvSpPr>
        <p:spPr>
          <a:xfrm>
            <a:off x="1371600" y="3305207"/>
            <a:ext cx="4820194" cy="3060424"/>
          </a:xfrm>
        </p:spPr>
        <p:txBody>
          <a:bodyPr>
            <a:normAutofit fontScale="77500" lnSpcReduction="20000"/>
          </a:bodyPr>
          <a:lstStyle/>
          <a:p>
            <a:pPr>
              <a:lnSpc>
                <a:spcPct val="120000"/>
              </a:lnSpc>
            </a:pPr>
            <a:r>
              <a:rPr lang="en-US" dirty="0"/>
              <a:t>總分數</a:t>
            </a:r>
            <a:r>
              <a:rPr lang="en-US" altLang="zh-TW" b="1" dirty="0">
                <a:solidFill>
                  <a:srgbClr val="FFCE2B"/>
                </a:solidFill>
              </a:rPr>
              <a:t>50</a:t>
            </a:r>
            <a:r>
              <a:rPr lang="zh-TW" altLang="en-US" dirty="0"/>
              <a:t>分或以上（滿分為</a:t>
            </a:r>
            <a:r>
              <a:rPr lang="en-US" altLang="zh-TW" dirty="0"/>
              <a:t>100</a:t>
            </a:r>
            <a:r>
              <a:rPr lang="zh-TW" altLang="en-US" dirty="0"/>
              <a:t>）</a:t>
            </a:r>
            <a:endParaRPr lang="en-HK" altLang="zh-TW" dirty="0"/>
          </a:p>
          <a:p>
            <a:pPr>
              <a:lnSpc>
                <a:spcPct val="120000"/>
              </a:lnSpc>
            </a:pPr>
            <a:r>
              <a:rPr lang="zh-TW" altLang="en-US" dirty="0"/>
              <a:t>出席率</a:t>
            </a:r>
            <a:r>
              <a:rPr lang="en-US" altLang="zh-TW" b="1" dirty="0">
                <a:solidFill>
                  <a:srgbClr val="FFCE2B"/>
                </a:solidFill>
              </a:rPr>
              <a:t>70%</a:t>
            </a:r>
            <a:r>
              <a:rPr lang="zh-TW" altLang="en-US" dirty="0"/>
              <a:t>或以上（面授課）</a:t>
            </a:r>
            <a:endParaRPr lang="en-HK" altLang="zh-TW" dirty="0"/>
          </a:p>
          <a:p>
            <a:pPr>
              <a:lnSpc>
                <a:spcPct val="120000"/>
              </a:lnSpc>
            </a:pPr>
            <a:r>
              <a:rPr lang="zh-TW" altLang="en-US" dirty="0"/>
              <a:t>達標者將獲得資歷架構認證</a:t>
            </a:r>
            <a:r>
              <a:rPr lang="en-US" altLang="zh-TW" dirty="0"/>
              <a:t>2</a:t>
            </a:r>
            <a:r>
              <a:rPr lang="zh-TW" altLang="en-US" dirty="0"/>
              <a:t>級（</a:t>
            </a:r>
            <a:r>
              <a:rPr lang="en-US" altLang="zh-TW" dirty="0"/>
              <a:t>QF2</a:t>
            </a:r>
            <a:r>
              <a:rPr lang="zh-TW" altLang="en-US" dirty="0"/>
              <a:t>）</a:t>
            </a:r>
            <a:endParaRPr lang="en-HK" altLang="zh-TW" dirty="0"/>
          </a:p>
          <a:p>
            <a:pPr>
              <a:lnSpc>
                <a:spcPct val="120000"/>
              </a:lnSpc>
            </a:pPr>
            <a:r>
              <a:rPr lang="zh-TW" altLang="en-US" dirty="0"/>
              <a:t>達到以上要求才能晉級下一年度高一級的雲計算課程</a:t>
            </a:r>
            <a:endParaRPr lang="en-HK" altLang="zh-TW" dirty="0"/>
          </a:p>
        </p:txBody>
      </p:sp>
      <p:sp>
        <p:nvSpPr>
          <p:cNvPr id="10" name="Text Placeholder 9">
            <a:extLst>
              <a:ext uri="{FF2B5EF4-FFF2-40B4-BE49-F238E27FC236}">
                <a16:creationId xmlns:a16="http://schemas.microsoft.com/office/drawing/2014/main" id="{7F2240F8-11FE-354D-4EE1-9D28E4220EC7}"/>
              </a:ext>
            </a:extLst>
          </p:cNvPr>
          <p:cNvSpPr>
            <a:spLocks noGrp="1"/>
          </p:cNvSpPr>
          <p:nvPr>
            <p:ph type="body" sz="quarter" idx="3"/>
          </p:nvPr>
        </p:nvSpPr>
        <p:spPr/>
        <p:txBody>
          <a:bodyPr/>
          <a:lstStyle/>
          <a:p>
            <a:r>
              <a:rPr lang="zh-TW" altLang="en-US" b="1"/>
              <a:t>課業</a:t>
            </a:r>
          </a:p>
        </p:txBody>
      </p:sp>
      <p:sp>
        <p:nvSpPr>
          <p:cNvPr id="11" name="Content Placeholder 10">
            <a:extLst>
              <a:ext uri="{FF2B5EF4-FFF2-40B4-BE49-F238E27FC236}">
                <a16:creationId xmlns:a16="http://schemas.microsoft.com/office/drawing/2014/main" id="{CE0A9F47-0333-FB3A-53DB-7F75A6C3BCFF}"/>
              </a:ext>
            </a:extLst>
          </p:cNvPr>
          <p:cNvSpPr>
            <a:spLocks noGrp="1"/>
          </p:cNvSpPr>
          <p:nvPr>
            <p:ph sz="quarter" idx="4"/>
          </p:nvPr>
        </p:nvSpPr>
        <p:spPr>
          <a:xfrm>
            <a:off x="6525014" y="3305207"/>
            <a:ext cx="4443984" cy="3060424"/>
          </a:xfrm>
        </p:spPr>
        <p:txBody>
          <a:bodyPr>
            <a:normAutofit fontScale="77500" lnSpcReduction="20000"/>
          </a:bodyPr>
          <a:lstStyle/>
          <a:p>
            <a:pPr>
              <a:lnSpc>
                <a:spcPct val="120000"/>
              </a:lnSpc>
            </a:pPr>
            <a:r>
              <a:rPr lang="zh-TW" altLang="en-US"/>
              <a:t>測驗</a:t>
            </a:r>
          </a:p>
          <a:p>
            <a:pPr lvl="1">
              <a:lnSpc>
                <a:spcPct val="120000"/>
              </a:lnSpc>
            </a:pPr>
            <a:r>
              <a:rPr lang="zh-TW" altLang="en-US"/>
              <a:t>測驗一（</a:t>
            </a:r>
            <a:r>
              <a:rPr lang="en-US" altLang="zh-TW"/>
              <a:t>20%</a:t>
            </a:r>
            <a:r>
              <a:rPr lang="zh-TW" altLang="en-US"/>
              <a:t>）：選擇題，</a:t>
            </a:r>
            <a:r>
              <a:rPr lang="en-US" altLang="zh-TW"/>
              <a:t>15</a:t>
            </a:r>
            <a:r>
              <a:rPr lang="zh-TW" altLang="en-US"/>
              <a:t>分鐘</a:t>
            </a:r>
            <a:endParaRPr lang="en-HK" altLang="zh-TW"/>
          </a:p>
          <a:p>
            <a:pPr lvl="1">
              <a:lnSpc>
                <a:spcPct val="120000"/>
              </a:lnSpc>
            </a:pPr>
            <a:r>
              <a:rPr lang="zh-TW" altLang="en-US"/>
              <a:t>測驗二（</a:t>
            </a:r>
            <a:r>
              <a:rPr lang="en-US" altLang="zh-TW"/>
              <a:t>20%</a:t>
            </a:r>
            <a:r>
              <a:rPr lang="zh-TW" altLang="en-US"/>
              <a:t>）：選擇題，</a:t>
            </a:r>
            <a:r>
              <a:rPr lang="en-US" altLang="zh-TW"/>
              <a:t>15</a:t>
            </a:r>
            <a:r>
              <a:rPr lang="zh-TW" altLang="en-US"/>
              <a:t>分鐘</a:t>
            </a:r>
            <a:endParaRPr lang="en-HK" altLang="zh-TW"/>
          </a:p>
          <a:p>
            <a:pPr lvl="1">
              <a:lnSpc>
                <a:spcPct val="120000"/>
              </a:lnSpc>
            </a:pPr>
            <a:r>
              <a:rPr lang="zh-TW" altLang="en-US"/>
              <a:t>測驗三（</a:t>
            </a:r>
            <a:r>
              <a:rPr lang="en-US" altLang="zh-TW"/>
              <a:t>20%</a:t>
            </a:r>
            <a:r>
              <a:rPr lang="zh-TW" altLang="en-US"/>
              <a:t>）：選擇題，</a:t>
            </a:r>
            <a:r>
              <a:rPr lang="en-US" altLang="zh-TW"/>
              <a:t>15</a:t>
            </a:r>
            <a:r>
              <a:rPr lang="zh-TW" altLang="en-US"/>
              <a:t>分鐘</a:t>
            </a:r>
          </a:p>
          <a:p>
            <a:pPr>
              <a:lnSpc>
                <a:spcPct val="120000"/>
              </a:lnSpc>
            </a:pPr>
            <a:r>
              <a:rPr lang="zh-TW" altLang="en-US"/>
              <a:t>實驗工作紙</a:t>
            </a:r>
            <a:endParaRPr lang="en-HK" altLang="zh-TW"/>
          </a:p>
          <a:p>
            <a:pPr lvl="1">
              <a:lnSpc>
                <a:spcPct val="120000"/>
              </a:lnSpc>
            </a:pPr>
            <a:r>
              <a:rPr lang="zh-TW" altLang="en-US"/>
              <a:t>實驗工作紙一（</a:t>
            </a:r>
            <a:r>
              <a:rPr lang="en-US" altLang="zh-TW"/>
              <a:t>20%</a:t>
            </a:r>
            <a:r>
              <a:rPr lang="zh-TW" altLang="en-US"/>
              <a:t>）</a:t>
            </a:r>
            <a:endParaRPr lang="en-HK" altLang="zh-TW"/>
          </a:p>
          <a:p>
            <a:pPr lvl="1">
              <a:lnSpc>
                <a:spcPct val="120000"/>
              </a:lnSpc>
            </a:pPr>
            <a:r>
              <a:rPr lang="zh-TW" altLang="en-US"/>
              <a:t>實驗工作紙二（</a:t>
            </a:r>
            <a:r>
              <a:rPr lang="en-US" altLang="zh-TW"/>
              <a:t>20%</a:t>
            </a:r>
            <a:r>
              <a:rPr lang="zh-TW" altLang="en-US"/>
              <a:t>）</a:t>
            </a:r>
          </a:p>
        </p:txBody>
      </p:sp>
    </p:spTree>
    <p:extLst>
      <p:ext uri="{BB962C8B-B14F-4D97-AF65-F5344CB8AC3E}">
        <p14:creationId xmlns:p14="http://schemas.microsoft.com/office/powerpoint/2010/main" val="35515716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54D3F-A593-9E1B-FE18-F81A54CBD9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87E18F-13FA-EB87-7A19-20A523AC17CB}"/>
              </a:ext>
            </a:extLst>
          </p:cNvPr>
          <p:cNvSpPr>
            <a:spLocks noGrp="1"/>
          </p:cNvSpPr>
          <p:nvPr>
            <p:ph type="title"/>
          </p:nvPr>
        </p:nvSpPr>
        <p:spPr>
          <a:xfrm>
            <a:off x="723900" y="363583"/>
            <a:ext cx="4292237" cy="2157884"/>
          </a:xfrm>
        </p:spPr>
        <p:txBody>
          <a:bodyPr anchor="b">
            <a:noAutofit/>
          </a:bodyPr>
          <a:lstStyle/>
          <a:p>
            <a:r>
              <a:rPr lang="zh-HK" altLang="zh-HK" sz="6000" b="1" dirty="0">
                <a:latin typeface="DengXian" panose="02010600030101010101" pitchFamily="2" charset="-122"/>
                <a:ea typeface="DengXian" panose="02010600030101010101" pitchFamily="2" charset="-122"/>
              </a:rPr>
              <a:t>AI 工具的應用與風險</a:t>
            </a:r>
          </a:p>
        </p:txBody>
      </p:sp>
      <p:pic>
        <p:nvPicPr>
          <p:cNvPr id="3" name="圖片 2" descr="圖像提示詞（可直接複製） Create a simple, clean educational diagram for a course slide. Flat vector illustration, minimalist, 16:9 landscape. BACKGROUND: pure white FFFFFF, completely plain — no texture, no pattern, no frame, no shadow, no coloured background panels. NO TITLE, NO HEADING, NO CAPTION. Only the short labels below. ALL text must be in Traditional Chinese 繁體中文, formal written style. No Simplified Chinese, no English, no Japanese. Labels only — 2 to 4 characters each, no sentences. Structure: a warning triangle outline with an exclamation mark at the top centre, with three thin lines radiating downward to three evenly spaced items in a horizontal row. Each item has one simple line icon above a label. Item 1 — label 「AI 幻覺」 icon: a speech bubble containing a question mark, with a small dashedoutline shape beside it suggesting something unreal Item 2 — label 「偏見」 icon: an unbalanced scale, one pan tilted lower than the other Item 3 — label 「私隱洩露」 icon: an open padlock with a small key beside it Style: flat design, thin 2px line icons, generous white space, no gradients, no 3D, no clutter, perfectly aligned and evenly spaced. Text colour deep navy 1F3A5F. Single accent colour amberorange E76F51 for the warning triangle, icons and connecting lines. Sansserif Traditional Chinese typeface Noto Sans TC style, clear and correct character strokes. Textbookquality, highly legible when projected in a classroom. 取捨說明 原內容 處理方式 日常已使用 AI、不可或缺、鼓勵善用 不入圖（鋪墊語，口頭講述） AI 幻覺 / 偏見 / 私隱洩露 入圖 → 三大風險主體 學會判斷何時不宜使用 AI 不入圖（結論句；已由警告三角形視覺暗示） 選項變化 若想同時呈現「善用 ↔ 風險」的對比 → 把 Structure 改為： left side: one thumbsup icon with label 「善用 AI」in teal 2A9D8F; a thin vertical divider line in the middle; right side: a warning triangle with the three risk icons and labels in amber E76F51 若中文字生成失敗 → 末尾加 leave all text areas as empty blank spaces，再自行補字。">
            <a:extLst>
              <a:ext uri="{FF2B5EF4-FFF2-40B4-BE49-F238E27FC236}">
                <a16:creationId xmlns:a16="http://schemas.microsoft.com/office/drawing/2014/main" id="{4DF24381-D586-C043-B884-44A777F24D79}"/>
              </a:ext>
            </a:extLst>
          </p:cNvPr>
          <p:cNvPicPr>
            <a:picLocks noChangeAspect="1"/>
          </p:cNvPicPr>
          <p:nvPr/>
        </p:nvPicPr>
        <p:blipFill>
          <a:blip r:embed="rId3"/>
          <a:srcRect l="11424" t="3721" r="9007" b="8528"/>
          <a:stretch>
            <a:fillRect/>
          </a:stretch>
        </p:blipFill>
        <p:spPr>
          <a:xfrm>
            <a:off x="6096000" y="2260210"/>
            <a:ext cx="5818224" cy="3609366"/>
          </a:xfrm>
          <a:prstGeom prst="rect">
            <a:avLst/>
          </a:prstGeom>
          <a:noFill/>
        </p:spPr>
      </p:pic>
      <p:sp>
        <p:nvSpPr>
          <p:cNvPr id="7" name="Content Placeholder 2">
            <a:extLst>
              <a:ext uri="{FF2B5EF4-FFF2-40B4-BE49-F238E27FC236}">
                <a16:creationId xmlns:a16="http://schemas.microsoft.com/office/drawing/2014/main" id="{2A3BBA6A-E059-FC5C-424E-2DBC67E9874F}"/>
              </a:ext>
            </a:extLst>
          </p:cNvPr>
          <p:cNvSpPr>
            <a:spLocks noGrp="1"/>
          </p:cNvSpPr>
          <p:nvPr>
            <p:ph type="body" sz="half" idx="2"/>
          </p:nvPr>
        </p:nvSpPr>
        <p:spPr>
          <a:xfrm>
            <a:off x="723900" y="2639228"/>
            <a:ext cx="4074524" cy="3491605"/>
          </a:xfrm>
        </p:spPr>
        <p:txBody>
          <a:bodyPr>
            <a:noAutofit/>
          </a:bodyPr>
          <a:lstStyle/>
          <a:p>
            <a:pPr marL="0" indent="0">
              <a:buNone/>
            </a:pPr>
            <a:r>
              <a:rPr lang="zh-TW" altLang="en-US" sz="2200" dirty="0">
                <a:latin typeface="DengXian" panose="02010600030101010101" pitchFamily="2" charset="-122"/>
                <a:ea typeface="DengXian" panose="02010600030101010101" pitchFamily="2" charset="-122"/>
              </a:rPr>
              <a:t>課堂前，相信大家日常都經常使用</a:t>
            </a:r>
            <a:r>
              <a:rPr lang="en-US" altLang="zh-TW" sz="2200" dirty="0">
                <a:latin typeface="DengXian" panose="02010600030101010101" pitchFamily="2" charset="-122"/>
                <a:ea typeface="DengXian" panose="02010600030101010101" pitchFamily="2" charset="-122"/>
              </a:rPr>
              <a:t>AI</a:t>
            </a:r>
            <a:r>
              <a:rPr lang="zh-TW" altLang="en-US" sz="2200" dirty="0">
                <a:latin typeface="DengXian" panose="02010600030101010101" pitchFamily="2" charset="-122"/>
                <a:ea typeface="DengXian" panose="02010600030101010101" pitchFamily="2" charset="-122"/>
              </a:rPr>
              <a:t>工具，此已成為不可或缺的技能，本課程會使用許多</a:t>
            </a:r>
            <a:r>
              <a:rPr lang="en-US" altLang="zh-TW" sz="2200" dirty="0">
                <a:latin typeface="DengXian" panose="02010600030101010101" pitchFamily="2" charset="-122"/>
                <a:ea typeface="DengXian" panose="02010600030101010101" pitchFamily="2" charset="-122"/>
              </a:rPr>
              <a:t>AI </a:t>
            </a:r>
            <a:r>
              <a:rPr lang="zh-TW" altLang="en-US" sz="2200" dirty="0">
                <a:latin typeface="DengXian" panose="02010600030101010101" pitchFamily="2" charset="-122"/>
                <a:ea typeface="DengXian" panose="02010600030101010101" pitchFamily="2" charset="-122"/>
              </a:rPr>
              <a:t>工具（例如：編程）。惟同學須留意</a:t>
            </a:r>
            <a:r>
              <a:rPr lang="zh-TW" altLang="en-US" sz="2200" b="1" dirty="0">
                <a:latin typeface="DengXian" panose="02010600030101010101" pitchFamily="2" charset="-122"/>
                <a:ea typeface="DengXian" panose="02010600030101010101" pitchFamily="2" charset="-122"/>
              </a:rPr>
              <a:t>三項風險</a:t>
            </a:r>
            <a:r>
              <a:rPr lang="zh-TW" altLang="en-US" sz="2200" dirty="0">
                <a:latin typeface="DengXian" panose="02010600030101010101" pitchFamily="2" charset="-122"/>
                <a:ea typeface="DengXian" panose="02010600030101010101" pitchFamily="2" charset="-122"/>
              </a:rPr>
              <a:t>：</a:t>
            </a:r>
            <a:endParaRPr lang="en-US" altLang="zh-TW" sz="2200" dirty="0">
              <a:latin typeface="DengXian" panose="02010600030101010101" pitchFamily="2" charset="-122"/>
              <a:ea typeface="DengXian" panose="02010600030101010101" pitchFamily="2" charset="-122"/>
            </a:endParaRPr>
          </a:p>
          <a:p>
            <a:pPr lvl="1"/>
            <a:r>
              <a:rPr lang="en-US" altLang="zh-TW" sz="2200" dirty="0">
                <a:latin typeface="DengXian" panose="02010600030101010101" pitchFamily="2" charset="-122"/>
                <a:ea typeface="DengXian" panose="02010600030101010101" pitchFamily="2" charset="-122"/>
              </a:rPr>
              <a:t>AI </a:t>
            </a:r>
            <a:r>
              <a:rPr lang="zh-TW" altLang="en-US" sz="2200" dirty="0">
                <a:latin typeface="DengXian" panose="02010600030101010101" pitchFamily="2" charset="-122"/>
                <a:ea typeface="DengXian" panose="02010600030101010101" pitchFamily="2" charset="-122"/>
              </a:rPr>
              <a:t>幻覺</a:t>
            </a:r>
            <a:endParaRPr lang="en-US" altLang="zh-TW" sz="2200" dirty="0">
              <a:latin typeface="DengXian" panose="02010600030101010101" pitchFamily="2" charset="-122"/>
              <a:ea typeface="DengXian" panose="02010600030101010101" pitchFamily="2" charset="-122"/>
            </a:endParaRPr>
          </a:p>
          <a:p>
            <a:pPr lvl="1"/>
            <a:r>
              <a:rPr lang="zh-TW" altLang="en-US" sz="2200" dirty="0">
                <a:latin typeface="DengXian" panose="02010600030101010101" pitchFamily="2" charset="-122"/>
                <a:ea typeface="DengXian" panose="02010600030101010101" pitchFamily="2" charset="-122"/>
              </a:rPr>
              <a:t>偏見</a:t>
            </a:r>
            <a:endParaRPr lang="en-US" altLang="zh-TW" sz="2200" dirty="0">
              <a:latin typeface="DengXian" panose="02010600030101010101" pitchFamily="2" charset="-122"/>
              <a:ea typeface="DengXian" panose="02010600030101010101" pitchFamily="2" charset="-122"/>
            </a:endParaRPr>
          </a:p>
          <a:p>
            <a:pPr lvl="1"/>
            <a:r>
              <a:rPr lang="zh-TW" altLang="en-US" sz="2200" dirty="0">
                <a:latin typeface="DengXian" panose="02010600030101010101" pitchFamily="2" charset="-122"/>
                <a:ea typeface="DengXian" panose="02010600030101010101" pitchFamily="2" charset="-122"/>
              </a:rPr>
              <a:t>私隱洩露</a:t>
            </a:r>
            <a:endParaRPr lang="en-US" altLang="zh-TW" sz="2200" dirty="0">
              <a:latin typeface="DengXian" panose="02010600030101010101" pitchFamily="2" charset="-122"/>
              <a:ea typeface="DengXian" panose="02010600030101010101" pitchFamily="2" charset="-122"/>
            </a:endParaRPr>
          </a:p>
          <a:p>
            <a:pPr marL="0" lvl="1" indent="0">
              <a:buNone/>
            </a:pPr>
            <a:r>
              <a:rPr lang="zh-TW" altLang="en-US" sz="2200" dirty="0">
                <a:latin typeface="DengXian" panose="02010600030101010101" pitchFamily="2" charset="-122"/>
                <a:ea typeface="DengXian" panose="02010600030101010101" pitchFamily="2" charset="-122"/>
              </a:rPr>
              <a:t>並學會判斷何時不宜使用 </a:t>
            </a:r>
            <a:r>
              <a:rPr lang="en-US" altLang="zh-TW" sz="2200" dirty="0">
                <a:latin typeface="DengXian" panose="02010600030101010101" pitchFamily="2" charset="-122"/>
                <a:ea typeface="DengXian" panose="02010600030101010101" pitchFamily="2" charset="-122"/>
              </a:rPr>
              <a:t>AI</a:t>
            </a:r>
            <a:endParaRPr lang="en-HK" sz="2200" dirty="0">
              <a:latin typeface="DengXian" panose="02010600030101010101" pitchFamily="2" charset="-122"/>
              <a:ea typeface="DengXian" panose="02010600030101010101" pitchFamily="2" charset="-122"/>
            </a:endParaRPr>
          </a:p>
        </p:txBody>
      </p:sp>
      <p:sp>
        <p:nvSpPr>
          <p:cNvPr id="4" name="Slide Number Placeholder 3">
            <a:extLst>
              <a:ext uri="{FF2B5EF4-FFF2-40B4-BE49-F238E27FC236}">
                <a16:creationId xmlns:a16="http://schemas.microsoft.com/office/drawing/2014/main" id="{948DACF8-72D3-FC50-24DF-45ABE5E61B32}"/>
              </a:ext>
            </a:extLst>
          </p:cNvPr>
          <p:cNvSpPr>
            <a:spLocks noGrp="1"/>
          </p:cNvSpPr>
          <p:nvPr>
            <p:ph type="sldNum" sz="quarter" idx="12"/>
          </p:nvPr>
        </p:nvSpPr>
        <p:spPr>
          <a:xfrm>
            <a:off x="9883140" y="6453386"/>
            <a:ext cx="1596292" cy="404614"/>
          </a:xfrm>
        </p:spPr>
        <p:txBody>
          <a:bodyPr anchor="ctr">
            <a:normAutofit/>
          </a:bodyPr>
          <a:lstStyle/>
          <a:p>
            <a:pPr>
              <a:spcAft>
                <a:spcPts val="600"/>
              </a:spcAft>
            </a:pPr>
            <a:fld id="{14B07A3D-2F58-EF4D-A265-F014B879E6ED}" type="slidenum">
              <a:rPr lang="en-US" smtClean="0">
                <a:latin typeface="DengXian" panose="02010600030101010101" pitchFamily="2" charset="-122"/>
                <a:ea typeface="DengXian" panose="02010600030101010101" pitchFamily="2" charset="-122"/>
              </a:rPr>
              <a:pPr>
                <a:spcAft>
                  <a:spcPts val="600"/>
                </a:spcAft>
              </a:pPr>
              <a:t>6</a:t>
            </a:fld>
            <a:endParaRPr lang="en-US">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26931393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5C8C8-596D-5FE6-D893-1645F55BB8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B79E7D-8C48-241C-5D41-CEFC8A2BDA39}"/>
              </a:ext>
            </a:extLst>
          </p:cNvPr>
          <p:cNvSpPr>
            <a:spLocks noGrp="1"/>
          </p:cNvSpPr>
          <p:nvPr>
            <p:ph type="title"/>
          </p:nvPr>
        </p:nvSpPr>
        <p:spPr>
          <a:xfrm>
            <a:off x="1295400" y="705939"/>
            <a:ext cx="9601200" cy="1485900"/>
          </a:xfrm>
        </p:spPr>
        <p:txBody>
          <a:bodyPr/>
          <a:lstStyle/>
          <a:p>
            <a:r>
              <a:rPr lang="zh-TW" altLang="en-US" b="1" dirty="0">
                <a:latin typeface="DengXian" panose="02010600030101010101" pitchFamily="2" charset="-122"/>
                <a:ea typeface="DengXian" panose="02010600030101010101" pitchFamily="2" charset="-122"/>
              </a:rPr>
              <a:t>三項風險</a:t>
            </a:r>
            <a:endParaRPr lang="zh-HK" altLang="en-US" dirty="0">
              <a:latin typeface="DengXian" panose="02010600030101010101" pitchFamily="2" charset="-122"/>
              <a:ea typeface="DengXian" panose="02010600030101010101" pitchFamily="2" charset="-122"/>
            </a:endParaRPr>
          </a:p>
        </p:txBody>
      </p:sp>
      <p:sp>
        <p:nvSpPr>
          <p:cNvPr id="4" name="Slide Number Placeholder 3">
            <a:extLst>
              <a:ext uri="{FF2B5EF4-FFF2-40B4-BE49-F238E27FC236}">
                <a16:creationId xmlns:a16="http://schemas.microsoft.com/office/drawing/2014/main" id="{5138BB21-828C-7053-16ED-A764D8C236D0}"/>
              </a:ext>
            </a:extLst>
          </p:cNvPr>
          <p:cNvSpPr>
            <a:spLocks noGrp="1"/>
          </p:cNvSpPr>
          <p:nvPr>
            <p:ph type="sldNum" sz="quarter" idx="12"/>
          </p:nvPr>
        </p:nvSpPr>
        <p:spPr/>
        <p:txBody>
          <a:bodyPr/>
          <a:lstStyle/>
          <a:p>
            <a:fld id="{14B07A3D-2F58-EF4D-A265-F014B879E6ED}" type="slidenum">
              <a:rPr lang="en-US" smtClean="0">
                <a:latin typeface="DengXian" panose="02010600030101010101" pitchFamily="2" charset="-122"/>
                <a:ea typeface="DengXian" panose="02010600030101010101" pitchFamily="2" charset="-122"/>
              </a:rPr>
              <a:pPr/>
              <a:t>7</a:t>
            </a:fld>
            <a:endParaRPr lang="en-US">
              <a:latin typeface="DengXian" panose="02010600030101010101" pitchFamily="2" charset="-122"/>
              <a:ea typeface="DengXian" panose="02010600030101010101" pitchFamily="2" charset="-122"/>
            </a:endParaRPr>
          </a:p>
        </p:txBody>
      </p:sp>
      <p:graphicFrame>
        <p:nvGraphicFramePr>
          <p:cNvPr id="6" name="內容版面配置區 5">
            <a:extLst>
              <a:ext uri="{FF2B5EF4-FFF2-40B4-BE49-F238E27FC236}">
                <a16:creationId xmlns:a16="http://schemas.microsoft.com/office/drawing/2014/main" id="{FF94BCA2-4C3D-38C6-E39B-5A037D1543FE}"/>
              </a:ext>
            </a:extLst>
          </p:cNvPr>
          <p:cNvGraphicFramePr>
            <a:graphicFrameLocks noGrp="1"/>
          </p:cNvGraphicFramePr>
          <p:nvPr>
            <p:ph idx="1"/>
            <p:extLst>
              <p:ext uri="{D42A27DB-BD31-4B8C-83A1-F6EECF244321}">
                <p14:modId xmlns:p14="http://schemas.microsoft.com/office/powerpoint/2010/main" val="4236056957"/>
              </p:ext>
            </p:extLst>
          </p:nvPr>
        </p:nvGraphicFramePr>
        <p:xfrm>
          <a:off x="1295400" y="2283768"/>
          <a:ext cx="9688286" cy="3868293"/>
        </p:xfrm>
        <a:graphic>
          <a:graphicData uri="http://schemas.openxmlformats.org/drawingml/2006/table">
            <a:tbl>
              <a:tblPr>
                <a:tableStyleId>{5C22544A-7EE6-4342-B048-85BDC9FD1C3A}</a:tableStyleId>
              </a:tblPr>
              <a:tblGrid>
                <a:gridCol w="2400300">
                  <a:extLst>
                    <a:ext uri="{9D8B030D-6E8A-4147-A177-3AD203B41FA5}">
                      <a16:colId xmlns:a16="http://schemas.microsoft.com/office/drawing/2014/main" val="3058341659"/>
                    </a:ext>
                  </a:extLst>
                </a:gridCol>
                <a:gridCol w="2202180">
                  <a:extLst>
                    <a:ext uri="{9D8B030D-6E8A-4147-A177-3AD203B41FA5}">
                      <a16:colId xmlns:a16="http://schemas.microsoft.com/office/drawing/2014/main" val="4061669545"/>
                    </a:ext>
                  </a:extLst>
                </a:gridCol>
                <a:gridCol w="2351314">
                  <a:extLst>
                    <a:ext uri="{9D8B030D-6E8A-4147-A177-3AD203B41FA5}">
                      <a16:colId xmlns:a16="http://schemas.microsoft.com/office/drawing/2014/main" val="3428713330"/>
                    </a:ext>
                  </a:extLst>
                </a:gridCol>
                <a:gridCol w="2734492">
                  <a:extLst>
                    <a:ext uri="{9D8B030D-6E8A-4147-A177-3AD203B41FA5}">
                      <a16:colId xmlns:a16="http://schemas.microsoft.com/office/drawing/2014/main" val="3067113929"/>
                    </a:ext>
                  </a:extLst>
                </a:gridCol>
              </a:tblGrid>
              <a:tr h="0">
                <a:tc>
                  <a:txBody>
                    <a:bodyPr/>
                    <a:lstStyle/>
                    <a:p>
                      <a:pPr>
                        <a:buNone/>
                      </a:pPr>
                      <a:r>
                        <a:rPr lang="zh-HK" b="1" dirty="0">
                          <a:latin typeface="DengXian" panose="02010600030101010101" pitchFamily="2" charset="-122"/>
                          <a:ea typeface="DengXian" panose="02010600030101010101" pitchFamily="2" charset="-122"/>
                        </a:rPr>
                        <a:t>風險</a:t>
                      </a:r>
                    </a:p>
                  </a:txBody>
                  <a:tcPr anchor="ctr">
                    <a:solidFill>
                      <a:srgbClr val="FFCE2B"/>
                    </a:solidFill>
                  </a:tcPr>
                </a:tc>
                <a:tc>
                  <a:txBody>
                    <a:bodyPr/>
                    <a:lstStyle/>
                    <a:p>
                      <a:pPr>
                        <a:buNone/>
                      </a:pPr>
                      <a:r>
                        <a:rPr lang="zh-HK" b="1" dirty="0">
                          <a:latin typeface="DengXian" panose="02010600030101010101" pitchFamily="2" charset="-122"/>
                          <a:ea typeface="DengXian" panose="02010600030101010101" pitchFamily="2" charset="-122"/>
                        </a:rPr>
                        <a:t>是什麼</a:t>
                      </a:r>
                    </a:p>
                  </a:txBody>
                  <a:tcPr anchor="ctr">
                    <a:solidFill>
                      <a:srgbClr val="FFCE2B"/>
                    </a:solidFill>
                  </a:tcPr>
                </a:tc>
                <a:tc>
                  <a:txBody>
                    <a:bodyPr/>
                    <a:lstStyle/>
                    <a:p>
                      <a:pPr>
                        <a:buNone/>
                      </a:pPr>
                      <a:r>
                        <a:rPr lang="zh-HK" b="1" dirty="0">
                          <a:latin typeface="DengXian" panose="02010600030101010101" pitchFamily="2" charset="-122"/>
                          <a:ea typeface="DengXian" panose="02010600030101010101" pitchFamily="2" charset="-122"/>
                        </a:rPr>
                        <a:t>例</a:t>
                      </a:r>
                      <a:r>
                        <a:rPr lang="zh-TW" altLang="en-US" b="1" dirty="0">
                          <a:latin typeface="DengXian" panose="02010600030101010101" pitchFamily="2" charset="-122"/>
                          <a:ea typeface="DengXian" panose="02010600030101010101" pitchFamily="2" charset="-122"/>
                        </a:rPr>
                        <a:t>子</a:t>
                      </a:r>
                      <a:endParaRPr lang="zh-HK" b="1" dirty="0">
                        <a:latin typeface="DengXian" panose="02010600030101010101" pitchFamily="2" charset="-122"/>
                        <a:ea typeface="DengXian" panose="02010600030101010101" pitchFamily="2" charset="-122"/>
                      </a:endParaRPr>
                    </a:p>
                  </a:txBody>
                  <a:tcPr anchor="ctr">
                    <a:solidFill>
                      <a:srgbClr val="FFCE2B"/>
                    </a:solidFill>
                  </a:tcPr>
                </a:tc>
                <a:tc>
                  <a:txBody>
                    <a:bodyPr/>
                    <a:lstStyle/>
                    <a:p>
                      <a:pPr>
                        <a:buNone/>
                      </a:pPr>
                      <a:r>
                        <a:rPr lang="zh-HK" b="1" dirty="0">
                          <a:latin typeface="DengXian" panose="02010600030101010101" pitchFamily="2" charset="-122"/>
                          <a:ea typeface="DengXian" panose="02010600030101010101" pitchFamily="2" charset="-122"/>
                        </a:rPr>
                        <a:t>應對</a:t>
                      </a:r>
                      <a:r>
                        <a:rPr lang="zh-TW" altLang="en-US" b="1" dirty="0">
                          <a:latin typeface="DengXian" panose="02010600030101010101" pitchFamily="2" charset="-122"/>
                          <a:ea typeface="DengXian" panose="02010600030101010101" pitchFamily="2" charset="-122"/>
                        </a:rPr>
                        <a:t>方</a:t>
                      </a:r>
                      <a:r>
                        <a:rPr lang="zh-HK" b="1" dirty="0">
                          <a:latin typeface="DengXian" panose="02010600030101010101" pitchFamily="2" charset="-122"/>
                          <a:ea typeface="DengXian" panose="02010600030101010101" pitchFamily="2" charset="-122"/>
                        </a:rPr>
                        <a:t>法</a:t>
                      </a:r>
                    </a:p>
                  </a:txBody>
                  <a:tcPr anchor="ctr">
                    <a:solidFill>
                      <a:srgbClr val="FFCE2B"/>
                    </a:solidFill>
                  </a:tcPr>
                </a:tc>
                <a:extLst>
                  <a:ext uri="{0D108BD9-81ED-4DB2-BD59-A6C34878D82A}">
                    <a16:rowId xmlns:a16="http://schemas.microsoft.com/office/drawing/2014/main" val="2667046570"/>
                  </a:ext>
                </a:extLst>
              </a:tr>
              <a:tr h="0">
                <a:tc>
                  <a:txBody>
                    <a:bodyPr/>
                    <a:lstStyle/>
                    <a:p>
                      <a:pPr>
                        <a:buNone/>
                      </a:pPr>
                      <a:r>
                        <a:rPr lang="zh-HK" b="1" dirty="0">
                          <a:latin typeface="DengXian" panose="02010600030101010101" pitchFamily="2" charset="-122"/>
                          <a:ea typeface="DengXian" panose="02010600030101010101" pitchFamily="2" charset="-122"/>
                        </a:rPr>
                        <a:t>幻覺</a:t>
                      </a:r>
                    </a:p>
                  </a:txBody>
                  <a:tcPr anchor="ctr">
                    <a:solidFill>
                      <a:schemeClr val="accent4">
                        <a:lumMod val="60000"/>
                        <a:lumOff val="40000"/>
                      </a:schemeClr>
                    </a:solidFill>
                  </a:tcPr>
                </a:tc>
                <a:tc>
                  <a:txBody>
                    <a:bodyPr/>
                    <a:lstStyle/>
                    <a:p>
                      <a:pPr>
                        <a:lnSpc>
                          <a:spcPct val="120000"/>
                        </a:lnSpc>
                        <a:spcAft>
                          <a:spcPts val="600"/>
                        </a:spcAft>
                        <a:buNone/>
                      </a:pPr>
                      <a:r>
                        <a:rPr lang="zh-HK">
                          <a:latin typeface="DengXian" panose="02010600030101010101" pitchFamily="2" charset="-122"/>
                          <a:ea typeface="DengXian" panose="02010600030101010101" pitchFamily="2" charset="-122"/>
                        </a:rPr>
                        <a:t>AI 捏造資料、出處與引文</a:t>
                      </a:r>
                      <a:endParaRPr lang="zh-HK" dirty="0">
                        <a:latin typeface="DengXian" panose="02010600030101010101" pitchFamily="2" charset="-122"/>
                        <a:ea typeface="DengXian" panose="02010600030101010101" pitchFamily="2" charset="-122"/>
                      </a:endParaRPr>
                    </a:p>
                  </a:txBody>
                  <a:tcPr anchor="ctr"/>
                </a:tc>
                <a:tc>
                  <a:txBody>
                    <a:bodyPr/>
                    <a:lstStyle/>
                    <a:p>
                      <a:pPr>
                        <a:lnSpc>
                          <a:spcPct val="120000"/>
                        </a:lnSpc>
                        <a:spcAft>
                          <a:spcPts val="600"/>
                        </a:spcAft>
                        <a:buNone/>
                      </a:pPr>
                      <a:r>
                        <a:rPr lang="zh-HK">
                          <a:latin typeface="DengXian" panose="02010600030101010101" pitchFamily="2" charset="-122"/>
                          <a:ea typeface="DengXian" panose="02010600030101010101" pitchFamily="2" charset="-122"/>
                        </a:rPr>
                        <a:t>引用一本並不存在的書，連頁數也寫得齊全</a:t>
                      </a:r>
                    </a:p>
                  </a:txBody>
                  <a:tcPr anchor="ctr"/>
                </a:tc>
                <a:tc>
                  <a:txBody>
                    <a:bodyPr/>
                    <a:lstStyle/>
                    <a:p>
                      <a:pPr>
                        <a:lnSpc>
                          <a:spcPct val="120000"/>
                        </a:lnSpc>
                        <a:spcAft>
                          <a:spcPts val="600"/>
                        </a:spcAft>
                        <a:buNone/>
                      </a:pPr>
                      <a:r>
                        <a:rPr lang="zh-HK">
                          <a:latin typeface="DengXian" panose="02010600030101010101" pitchFamily="2" charset="-122"/>
                          <a:ea typeface="DengXian" panose="02010600030101010101" pitchFamily="2" charset="-122"/>
                        </a:rPr>
                        <a:t>具體的數字、人名、出處，查證原始資料</a:t>
                      </a:r>
                    </a:p>
                  </a:txBody>
                  <a:tcPr anchor="ctr"/>
                </a:tc>
                <a:extLst>
                  <a:ext uri="{0D108BD9-81ED-4DB2-BD59-A6C34878D82A}">
                    <a16:rowId xmlns:a16="http://schemas.microsoft.com/office/drawing/2014/main" val="149358881"/>
                  </a:ext>
                </a:extLst>
              </a:tr>
              <a:tr h="0">
                <a:tc>
                  <a:txBody>
                    <a:bodyPr/>
                    <a:lstStyle/>
                    <a:p>
                      <a:pPr>
                        <a:buNone/>
                      </a:pPr>
                      <a:r>
                        <a:rPr lang="zh-HK" b="1" dirty="0">
                          <a:latin typeface="DengXian" panose="02010600030101010101" pitchFamily="2" charset="-122"/>
                          <a:ea typeface="DengXian" panose="02010600030101010101" pitchFamily="2" charset="-122"/>
                        </a:rPr>
                        <a:t>偏見</a:t>
                      </a:r>
                    </a:p>
                  </a:txBody>
                  <a:tcPr anchor="ctr">
                    <a:solidFill>
                      <a:schemeClr val="accent4">
                        <a:lumMod val="60000"/>
                        <a:lumOff val="40000"/>
                      </a:schemeClr>
                    </a:solidFill>
                  </a:tcPr>
                </a:tc>
                <a:tc>
                  <a:txBody>
                    <a:bodyPr/>
                    <a:lstStyle/>
                    <a:p>
                      <a:pPr>
                        <a:lnSpc>
                          <a:spcPct val="120000"/>
                        </a:lnSpc>
                        <a:spcAft>
                          <a:spcPts val="600"/>
                        </a:spcAft>
                        <a:buNone/>
                      </a:pPr>
                      <a:r>
                        <a:rPr lang="zh-HK">
                          <a:latin typeface="DengXian" panose="02010600030101010101" pitchFamily="2" charset="-122"/>
                          <a:ea typeface="DengXian" panose="02010600030101010101" pitchFamily="2" charset="-122"/>
                        </a:rPr>
                        <a:t>訓練數據隱含社會偏見</a:t>
                      </a:r>
                      <a:endParaRPr lang="zh-HK" dirty="0">
                        <a:latin typeface="DengXian" panose="02010600030101010101" pitchFamily="2" charset="-122"/>
                        <a:ea typeface="DengXian" panose="02010600030101010101" pitchFamily="2" charset="-122"/>
                      </a:endParaRPr>
                    </a:p>
                  </a:txBody>
                  <a:tcPr anchor="ctr"/>
                </a:tc>
                <a:tc>
                  <a:txBody>
                    <a:bodyPr/>
                    <a:lstStyle/>
                    <a:p>
                      <a:pPr>
                        <a:lnSpc>
                          <a:spcPct val="120000"/>
                        </a:lnSpc>
                        <a:spcAft>
                          <a:spcPts val="600"/>
                        </a:spcAft>
                        <a:buNone/>
                      </a:pPr>
                      <a:r>
                        <a:rPr lang="zh-TW" altLang="en-US">
                          <a:latin typeface="DengXian" panose="02010600030101010101" pitchFamily="2" charset="-122"/>
                          <a:ea typeface="DengXian" panose="02010600030101010101" pitchFamily="2" charset="-122"/>
                        </a:rPr>
                        <a:t>某工種過去主要由本地人擔任，</a:t>
                      </a:r>
                      <a:r>
                        <a:rPr lang="en-US" altLang="zh-TW">
                          <a:latin typeface="DengXian" panose="02010600030101010101" pitchFamily="2" charset="-122"/>
                          <a:ea typeface="DengXian" panose="02010600030101010101" pitchFamily="2" charset="-122"/>
                        </a:rPr>
                        <a:t>AI </a:t>
                      </a:r>
                      <a:r>
                        <a:rPr lang="zh-TW" altLang="en-US">
                          <a:latin typeface="DengXian" panose="02010600030101010101" pitchFamily="2" charset="-122"/>
                          <a:ea typeface="DengXian" panose="02010600030101010101" pitchFamily="2" charset="-122"/>
                        </a:rPr>
                        <a:t>據此推斷非本地人不適合該工作，即使能力相同</a:t>
                      </a:r>
                      <a:endParaRPr lang="zh-HK" dirty="0">
                        <a:latin typeface="DengXian" panose="02010600030101010101" pitchFamily="2" charset="-122"/>
                        <a:ea typeface="DengXian" panose="02010600030101010101" pitchFamily="2" charset="-122"/>
                      </a:endParaRPr>
                    </a:p>
                  </a:txBody>
                  <a:tcPr anchor="ctr"/>
                </a:tc>
                <a:tc>
                  <a:txBody>
                    <a:bodyPr/>
                    <a:lstStyle/>
                    <a:p>
                      <a:pPr>
                        <a:lnSpc>
                          <a:spcPct val="120000"/>
                        </a:lnSpc>
                        <a:spcAft>
                          <a:spcPts val="600"/>
                        </a:spcAft>
                        <a:buNone/>
                      </a:pPr>
                      <a:r>
                        <a:rPr lang="zh-HK">
                          <a:latin typeface="DengXian" panose="02010600030101010101" pitchFamily="2" charset="-122"/>
                          <a:ea typeface="DengXian" panose="02010600030101010101" pitchFamily="2" charset="-122"/>
                        </a:rPr>
                        <a:t>多問「這是否適用於所有人？」，兼聽不同來源</a:t>
                      </a:r>
                      <a:endParaRPr lang="zh-HK" dirty="0">
                        <a:latin typeface="DengXian" panose="02010600030101010101" pitchFamily="2" charset="-122"/>
                        <a:ea typeface="DengXian" panose="02010600030101010101" pitchFamily="2" charset="-122"/>
                      </a:endParaRPr>
                    </a:p>
                  </a:txBody>
                  <a:tcPr anchor="ctr"/>
                </a:tc>
                <a:extLst>
                  <a:ext uri="{0D108BD9-81ED-4DB2-BD59-A6C34878D82A}">
                    <a16:rowId xmlns:a16="http://schemas.microsoft.com/office/drawing/2014/main" val="116865581"/>
                  </a:ext>
                </a:extLst>
              </a:tr>
              <a:tr h="0">
                <a:tc>
                  <a:txBody>
                    <a:bodyPr/>
                    <a:lstStyle/>
                    <a:p>
                      <a:pPr>
                        <a:buNone/>
                      </a:pPr>
                      <a:r>
                        <a:rPr lang="zh-HK" b="1" dirty="0">
                          <a:latin typeface="DengXian" panose="02010600030101010101" pitchFamily="2" charset="-122"/>
                          <a:ea typeface="DengXian" panose="02010600030101010101" pitchFamily="2" charset="-122"/>
                        </a:rPr>
                        <a:t>私隱風險</a:t>
                      </a:r>
                    </a:p>
                  </a:txBody>
                  <a:tcPr anchor="ctr">
                    <a:solidFill>
                      <a:schemeClr val="accent4">
                        <a:lumMod val="60000"/>
                        <a:lumOff val="40000"/>
                      </a:schemeClr>
                    </a:solidFill>
                  </a:tcPr>
                </a:tc>
                <a:tc>
                  <a:txBody>
                    <a:bodyPr/>
                    <a:lstStyle/>
                    <a:p>
                      <a:pPr>
                        <a:lnSpc>
                          <a:spcPct val="120000"/>
                        </a:lnSpc>
                        <a:spcAft>
                          <a:spcPts val="600"/>
                        </a:spcAft>
                        <a:buNone/>
                      </a:pPr>
                      <a:r>
                        <a:rPr lang="zh-HK">
                          <a:latin typeface="DengXian" panose="02010600030101010101" pitchFamily="2" charset="-122"/>
                          <a:ea typeface="DengXian" panose="02010600030101010101" pitchFamily="2" charset="-122"/>
                        </a:rPr>
                        <a:t>輸入內容或被儲存或被第三方存取</a:t>
                      </a:r>
                    </a:p>
                  </a:txBody>
                  <a:tcPr anchor="ctr"/>
                </a:tc>
                <a:tc>
                  <a:txBody>
                    <a:bodyPr/>
                    <a:lstStyle/>
                    <a:p>
                      <a:pPr>
                        <a:lnSpc>
                          <a:spcPct val="120000"/>
                        </a:lnSpc>
                        <a:spcAft>
                          <a:spcPts val="600"/>
                        </a:spcAft>
                        <a:buNone/>
                      </a:pPr>
                      <a:r>
                        <a:rPr lang="zh-HK">
                          <a:latin typeface="DengXian" panose="02010600030101010101" pitchFamily="2" charset="-122"/>
                          <a:ea typeface="DengXian" panose="02010600030101010101" pitchFamily="2" charset="-122"/>
                        </a:rPr>
                        <a:t>把住戶名單貼入</a:t>
                      </a:r>
                      <a:r>
                        <a:rPr lang="en-US" altLang="zh-HK">
                          <a:latin typeface="DengXian" panose="02010600030101010101" pitchFamily="2" charset="-122"/>
                          <a:ea typeface="DengXian" panose="02010600030101010101" pitchFamily="2" charset="-122"/>
                        </a:rPr>
                        <a:t>AI</a:t>
                      </a:r>
                      <a:r>
                        <a:rPr lang="zh-HK">
                          <a:latin typeface="DengXian" panose="02010600030101010101" pitchFamily="2" charset="-122"/>
                          <a:ea typeface="DengXian" panose="02010600030101010101" pitchFamily="2" charset="-122"/>
                        </a:rPr>
                        <a:t>對話框，即</a:t>
                      </a:r>
                      <a:r>
                        <a:rPr lang="zh-TW" altLang="en-US">
                          <a:latin typeface="DengXian" panose="02010600030101010101" pitchFamily="2" charset="-122"/>
                          <a:ea typeface="DengXian" panose="02010600030101010101" pitchFamily="2" charset="-122"/>
                        </a:rPr>
                        <a:t>可能被供應商存取其內容</a:t>
                      </a:r>
                      <a:endParaRPr lang="zh-HK" dirty="0">
                        <a:latin typeface="DengXian" panose="02010600030101010101" pitchFamily="2" charset="-122"/>
                        <a:ea typeface="DengXian" panose="02010600030101010101" pitchFamily="2" charset="-122"/>
                      </a:endParaRPr>
                    </a:p>
                  </a:txBody>
                  <a:tcPr anchor="ctr"/>
                </a:tc>
                <a:tc>
                  <a:txBody>
                    <a:bodyPr/>
                    <a:lstStyle/>
                    <a:p>
                      <a:pPr>
                        <a:lnSpc>
                          <a:spcPct val="120000"/>
                        </a:lnSpc>
                        <a:spcAft>
                          <a:spcPts val="600"/>
                        </a:spcAft>
                        <a:buNone/>
                      </a:pPr>
                      <a:r>
                        <a:rPr lang="zh-HK">
                          <a:latin typeface="DengXian" panose="02010600030101010101" pitchFamily="2" charset="-122"/>
                          <a:ea typeface="DengXian" panose="02010600030101010101" pitchFamily="2" charset="-122"/>
                        </a:rPr>
                        <a:t>先移除個人資料、密碼、機密內容，再交予 AI</a:t>
                      </a:r>
                      <a:endParaRPr lang="zh-HK" dirty="0">
                        <a:latin typeface="DengXian" panose="02010600030101010101" pitchFamily="2" charset="-122"/>
                        <a:ea typeface="DengXian" panose="02010600030101010101" pitchFamily="2" charset="-122"/>
                      </a:endParaRPr>
                    </a:p>
                  </a:txBody>
                  <a:tcPr anchor="ctr"/>
                </a:tc>
                <a:extLst>
                  <a:ext uri="{0D108BD9-81ED-4DB2-BD59-A6C34878D82A}">
                    <a16:rowId xmlns:a16="http://schemas.microsoft.com/office/drawing/2014/main" val="2390434197"/>
                  </a:ext>
                </a:extLst>
              </a:tr>
            </a:tbl>
          </a:graphicData>
        </a:graphic>
      </p:graphicFrame>
    </p:spTree>
    <p:extLst>
      <p:ext uri="{BB962C8B-B14F-4D97-AF65-F5344CB8AC3E}">
        <p14:creationId xmlns:p14="http://schemas.microsoft.com/office/powerpoint/2010/main" val="12416906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55B6E-616D-B772-D23D-20D674982D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A0F2B7-EA64-6493-6006-91861835AB72}"/>
              </a:ext>
            </a:extLst>
          </p:cNvPr>
          <p:cNvSpPr>
            <a:spLocks noGrp="1"/>
          </p:cNvSpPr>
          <p:nvPr>
            <p:ph type="title"/>
          </p:nvPr>
        </p:nvSpPr>
        <p:spPr>
          <a:xfrm>
            <a:off x="1371600" y="624840"/>
            <a:ext cx="9601200" cy="1485900"/>
          </a:xfrm>
        </p:spPr>
        <p:txBody>
          <a:bodyPr/>
          <a:lstStyle/>
          <a:p>
            <a:r>
              <a:rPr lang="zh-HK" altLang="zh-HK" b="1" dirty="0">
                <a:latin typeface="DengXian" panose="02010600030101010101" pitchFamily="2" charset="-122"/>
                <a:ea typeface="DengXian" panose="02010600030101010101" pitchFamily="2" charset="-122"/>
              </a:rPr>
              <a:t>AI 協助規則：四步流程</a:t>
            </a:r>
          </a:p>
        </p:txBody>
      </p:sp>
      <p:sp>
        <p:nvSpPr>
          <p:cNvPr id="4" name="Slide Number Placeholder 3">
            <a:extLst>
              <a:ext uri="{FF2B5EF4-FFF2-40B4-BE49-F238E27FC236}">
                <a16:creationId xmlns:a16="http://schemas.microsoft.com/office/drawing/2014/main" id="{AD5BA17B-9AEF-496B-F6D7-1D3DBD6DF3D3}"/>
              </a:ext>
            </a:extLst>
          </p:cNvPr>
          <p:cNvSpPr>
            <a:spLocks noGrp="1"/>
          </p:cNvSpPr>
          <p:nvPr>
            <p:ph type="sldNum" sz="quarter" idx="12"/>
          </p:nvPr>
        </p:nvSpPr>
        <p:spPr/>
        <p:txBody>
          <a:bodyPr/>
          <a:lstStyle/>
          <a:p>
            <a:fld id="{14B07A3D-2F58-EF4D-A265-F014B879E6ED}" type="slidenum">
              <a:rPr lang="en-US" smtClean="0"/>
              <a:pPr/>
              <a:t>8</a:t>
            </a:fld>
            <a:endParaRPr lang="en-US"/>
          </a:p>
        </p:txBody>
      </p:sp>
      <p:pic>
        <p:nvPicPr>
          <p:cNvPr id="3" name="圖片 2" descr="The backgroud need to be white">
            <a:extLst>
              <a:ext uri="{FF2B5EF4-FFF2-40B4-BE49-F238E27FC236}">
                <a16:creationId xmlns:a16="http://schemas.microsoft.com/office/drawing/2014/main" id="{FB7765F3-915C-A762-22F9-CDB8AB10CB10}"/>
              </a:ext>
            </a:extLst>
          </p:cNvPr>
          <p:cNvPicPr>
            <a:picLocks noChangeAspect="1"/>
          </p:cNvPicPr>
          <p:nvPr/>
        </p:nvPicPr>
        <p:blipFill>
          <a:blip r:embed="rId3"/>
          <a:srcRect b="6026"/>
          <a:stretch>
            <a:fillRect/>
          </a:stretch>
        </p:blipFill>
        <p:spPr>
          <a:xfrm>
            <a:off x="1371600" y="1677262"/>
            <a:ext cx="9447711" cy="4999763"/>
          </a:xfrm>
          <a:prstGeom prst="rect">
            <a:avLst/>
          </a:prstGeom>
        </p:spPr>
      </p:pic>
      <p:pic>
        <p:nvPicPr>
          <p:cNvPr id="6" name="圖片 5">
            <a:extLst>
              <a:ext uri="{FF2B5EF4-FFF2-40B4-BE49-F238E27FC236}">
                <a16:creationId xmlns:a16="http://schemas.microsoft.com/office/drawing/2014/main" id="{DADE06E1-FCCD-FA8C-D1A1-A96DA93B53BB}"/>
              </a:ext>
            </a:extLst>
          </p:cNvPr>
          <p:cNvPicPr>
            <a:picLocks noChangeAspect="1"/>
          </p:cNvPicPr>
          <p:nvPr/>
        </p:nvPicPr>
        <p:blipFill>
          <a:blip r:embed="rId4"/>
          <a:stretch>
            <a:fillRect/>
          </a:stretch>
        </p:blipFill>
        <p:spPr>
          <a:xfrm>
            <a:off x="2733616" y="6219682"/>
            <a:ext cx="6972359" cy="333422"/>
          </a:xfrm>
          <a:prstGeom prst="rect">
            <a:avLst/>
          </a:prstGeom>
        </p:spPr>
      </p:pic>
      <p:sp>
        <p:nvSpPr>
          <p:cNvPr id="8" name="文字方塊 7">
            <a:extLst>
              <a:ext uri="{FF2B5EF4-FFF2-40B4-BE49-F238E27FC236}">
                <a16:creationId xmlns:a16="http://schemas.microsoft.com/office/drawing/2014/main" id="{B96D6F79-BBC6-551D-C621-9C392C8B4668}"/>
              </a:ext>
            </a:extLst>
          </p:cNvPr>
          <p:cNvSpPr txBox="1"/>
          <p:nvPr/>
        </p:nvSpPr>
        <p:spPr>
          <a:xfrm>
            <a:off x="1718990" y="6183629"/>
            <a:ext cx="8906419" cy="369332"/>
          </a:xfrm>
          <a:prstGeom prst="rect">
            <a:avLst/>
          </a:prstGeom>
          <a:noFill/>
        </p:spPr>
        <p:txBody>
          <a:bodyPr wrap="square">
            <a:spAutoFit/>
          </a:bodyPr>
          <a:lstStyle/>
          <a:p>
            <a:pPr algn="ctr"/>
            <a:r>
              <a:rPr lang="zh-HK" altLang="zh-HK" b="1" dirty="0">
                <a:solidFill>
                  <a:srgbClr val="2C4C83"/>
                </a:solidFill>
              </a:rPr>
              <a:t>此流程旨在培養批判思考，讓AI成為輔助學習的工具，而非取代學生的思考過程。</a:t>
            </a:r>
            <a:endParaRPr lang="zh-HK" altLang="en-US" b="1" dirty="0">
              <a:solidFill>
                <a:srgbClr val="2C4C83"/>
              </a:solidFill>
            </a:endParaRPr>
          </a:p>
        </p:txBody>
      </p:sp>
    </p:spTree>
    <p:extLst>
      <p:ext uri="{BB962C8B-B14F-4D97-AF65-F5344CB8AC3E}">
        <p14:creationId xmlns:p14="http://schemas.microsoft.com/office/powerpoint/2010/main" val="27279764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A9C0E-1AD3-BB40-9A9A-52AA5DC39E58}"/>
              </a:ext>
            </a:extLst>
          </p:cNvPr>
          <p:cNvSpPr>
            <a:spLocks noGrp="1"/>
          </p:cNvSpPr>
          <p:nvPr>
            <p:ph type="title"/>
          </p:nvPr>
        </p:nvSpPr>
        <p:spPr/>
        <p:txBody>
          <a:bodyPr/>
          <a:lstStyle/>
          <a:p>
            <a:r>
              <a:rPr lang="en-US" dirty="0" err="1"/>
              <a:t>今日課題</a:t>
            </a:r>
            <a:endParaRPr lang="en-US" dirty="0"/>
          </a:p>
        </p:txBody>
      </p:sp>
      <p:sp>
        <p:nvSpPr>
          <p:cNvPr id="3" name="Content Placeholder 2">
            <a:extLst>
              <a:ext uri="{FF2B5EF4-FFF2-40B4-BE49-F238E27FC236}">
                <a16:creationId xmlns:a16="http://schemas.microsoft.com/office/drawing/2014/main" id="{1329A1D9-C04E-B843-98C4-D515781480FB}"/>
              </a:ext>
            </a:extLst>
          </p:cNvPr>
          <p:cNvSpPr>
            <a:spLocks noGrp="1"/>
          </p:cNvSpPr>
          <p:nvPr>
            <p:ph idx="1"/>
          </p:nvPr>
        </p:nvSpPr>
        <p:spPr>
          <a:xfrm>
            <a:off x="1371600" y="2286000"/>
            <a:ext cx="5162550" cy="3581400"/>
          </a:xfrm>
        </p:spPr>
        <p:txBody>
          <a:bodyPr>
            <a:normAutofit/>
          </a:bodyPr>
          <a:lstStyle/>
          <a:p>
            <a:r>
              <a:rPr lang="en-US" dirty="0" err="1"/>
              <a:t>互聯網發展歷程</a:t>
            </a:r>
            <a:endParaRPr lang="en-US" dirty="0"/>
          </a:p>
          <a:p>
            <a:r>
              <a:rPr lang="en-US" dirty="0" err="1"/>
              <a:t>電子商務的崛起</a:t>
            </a:r>
            <a:endParaRPr lang="en-US" dirty="0"/>
          </a:p>
          <a:p>
            <a:r>
              <a:rPr lang="en-US" dirty="0" err="1"/>
              <a:t>雲計算</a:t>
            </a:r>
            <a:r>
              <a:rPr lang="zh-CN" altLang="en-US" dirty="0"/>
              <a:t>（</a:t>
            </a:r>
            <a:r>
              <a:rPr lang="en-US" altLang="zh-CN" dirty="0"/>
              <a:t>Cloud</a:t>
            </a:r>
            <a:r>
              <a:rPr lang="zh-CN" altLang="en-US" dirty="0"/>
              <a:t> </a:t>
            </a:r>
            <a:r>
              <a:rPr lang="en-US" altLang="zh-CN" dirty="0"/>
              <a:t>Computing</a:t>
            </a:r>
            <a:r>
              <a:rPr lang="zh-CN" altLang="en-US" dirty="0"/>
              <a:t>）</a:t>
            </a:r>
            <a:r>
              <a:rPr lang="en-US" dirty="0" err="1"/>
              <a:t>的興起</a:t>
            </a:r>
            <a:endParaRPr lang="en-US" dirty="0"/>
          </a:p>
          <a:p>
            <a:r>
              <a:rPr lang="en-US" dirty="0" err="1"/>
              <a:t>雲計算的優點</a:t>
            </a:r>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8D17CA77-D59A-794E-BDE1-FA476594C0F6}"/>
              </a:ext>
            </a:extLst>
          </p:cNvPr>
          <p:cNvSpPr>
            <a:spLocks noGrp="1"/>
          </p:cNvSpPr>
          <p:nvPr>
            <p:ph type="sldNum" sz="quarter" idx="12"/>
          </p:nvPr>
        </p:nvSpPr>
        <p:spPr/>
        <p:txBody>
          <a:bodyPr/>
          <a:lstStyle/>
          <a:p>
            <a:fld id="{14B07A3D-2F58-EF4D-A265-F014B879E6ED}" type="slidenum">
              <a:rPr lang="en-US" smtClean="0"/>
              <a:pPr/>
              <a:t>9</a:t>
            </a:fld>
            <a:endParaRPr lang="en-US"/>
          </a:p>
        </p:txBody>
      </p:sp>
      <p:sp>
        <p:nvSpPr>
          <p:cNvPr id="5" name="Content Placeholder 2">
            <a:extLst>
              <a:ext uri="{FF2B5EF4-FFF2-40B4-BE49-F238E27FC236}">
                <a16:creationId xmlns:a16="http://schemas.microsoft.com/office/drawing/2014/main" id="{8DCF2945-9943-132B-ABCD-FBF42599D429}"/>
              </a:ext>
            </a:extLst>
          </p:cNvPr>
          <p:cNvSpPr txBox="1">
            <a:spLocks/>
          </p:cNvSpPr>
          <p:nvPr/>
        </p:nvSpPr>
        <p:spPr>
          <a:xfrm>
            <a:off x="6800850" y="2286000"/>
            <a:ext cx="5162550" cy="3581400"/>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800" b="0" i="0" kern="1200" baseline="0">
                <a:solidFill>
                  <a:srgbClr val="42413D"/>
                </a:solidFill>
                <a:latin typeface="Helvetica" pitchFamily="2" charset="0"/>
                <a:ea typeface="Noto Sans TC Light" panose="020B0300000000000000" pitchFamily="34" charset="-128"/>
                <a:cs typeface="Helvetica" pitchFamily="2" charset="0"/>
              </a:defRPr>
            </a:lvl1pPr>
            <a:lvl2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400" b="0" i="0" kern="1200" baseline="0">
                <a:solidFill>
                  <a:srgbClr val="42413D"/>
                </a:solidFill>
                <a:latin typeface="Helvetica" pitchFamily="2" charset="0"/>
                <a:ea typeface="Noto Sans TC Light" panose="020B0300000000000000" pitchFamily="34" charset="-128"/>
                <a:cs typeface="Helvetica" pitchFamily="2" charset="0"/>
              </a:defRPr>
            </a:lvl2pPr>
            <a:lvl3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b="0" i="0" kern="1200" baseline="0">
                <a:solidFill>
                  <a:srgbClr val="42413D"/>
                </a:solidFill>
                <a:latin typeface="Helvetica" pitchFamily="2" charset="0"/>
                <a:ea typeface="Noto Sans TC Light" panose="020B0300000000000000" pitchFamily="34" charset="-128"/>
                <a:cs typeface="Helvetica" pitchFamily="2" charset="0"/>
              </a:defRPr>
            </a:lvl3pPr>
            <a:lvl4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b="0" i="0" kern="1200" baseline="0">
                <a:solidFill>
                  <a:srgbClr val="42413D"/>
                </a:solidFill>
                <a:latin typeface="Helvetica" pitchFamily="2" charset="0"/>
                <a:ea typeface="Noto Sans TC Light" panose="020B0300000000000000" pitchFamily="34" charset="-128"/>
                <a:cs typeface="Helvetica" pitchFamily="2" charset="0"/>
              </a:defRPr>
            </a:lvl4pPr>
            <a:lvl5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b="0" i="0" kern="1200" baseline="0">
                <a:solidFill>
                  <a:srgbClr val="42413D"/>
                </a:solidFill>
                <a:latin typeface="Helvetica" pitchFamily="2" charset="0"/>
                <a:ea typeface="Noto Sans TC Light" panose="020B0300000000000000" pitchFamily="34" charset="-128"/>
                <a:cs typeface="Helvetica" pitchFamily="2" charset="0"/>
              </a:defRPr>
            </a:lvl5pPr>
            <a:lvl6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ja-JP" altLang="en-US" b="1" i="0" u="none" strike="noStrike" baseline="0">
                <a:solidFill>
                  <a:srgbClr val="42413C"/>
                </a:solidFill>
                <a:latin typeface="Helvetica" panose="020B0604020202020204" pitchFamily="34" charset="0"/>
                <a:cs typeface="Helvetica" panose="020B0604020202020204" pitchFamily="34" charset="0"/>
              </a:rPr>
              <a:t>動⼿操作</a:t>
            </a:r>
            <a:endParaRPr lang="en-US" altLang="ja-JP" b="1" i="0" u="none" strike="noStrike" baseline="0">
              <a:solidFill>
                <a:srgbClr val="42413C"/>
              </a:solidFill>
              <a:latin typeface="Helvetica" panose="020B0604020202020204" pitchFamily="34" charset="0"/>
              <a:cs typeface="Helvetica" panose="020B0604020202020204" pitchFamily="34" charset="0"/>
            </a:endParaRPr>
          </a:p>
          <a:p>
            <a:pPr lvl="1"/>
            <a:r>
              <a:rPr lang="zh-TW" altLang="en-US">
                <a:latin typeface="Helvetica" panose="020B0604020202020204" pitchFamily="34" charset="0"/>
                <a:cs typeface="Helvetica" panose="020B0604020202020204" pitchFamily="34" charset="0"/>
              </a:rPr>
              <a:t>改動網頁</a:t>
            </a:r>
            <a:endParaRPr lang="en-HK" altLang="zh-TW">
              <a:latin typeface="Helvetica" panose="020B0604020202020204" pitchFamily="34" charset="0"/>
              <a:cs typeface="Helvetica" panose="020B0604020202020204" pitchFamily="34" charset="0"/>
            </a:endParaRPr>
          </a:p>
          <a:p>
            <a:pPr lvl="1"/>
            <a:r>
              <a:rPr lang="zh-TW" altLang="en-US">
                <a:latin typeface="Helvetica" panose="020B0604020202020204" pitchFamily="34" charset="0"/>
                <a:cs typeface="Helvetica" panose="020B0604020202020204" pitchFamily="34" charset="0"/>
              </a:rPr>
              <a:t>體驗網站時光機</a:t>
            </a:r>
            <a:endParaRPr lang="en-HK" altLang="zh-TW">
              <a:latin typeface="Helvetica" panose="020B0604020202020204" pitchFamily="34" charset="0"/>
              <a:cs typeface="Helvetica" panose="020B0604020202020204" pitchFamily="34" charset="0"/>
            </a:endParaRPr>
          </a:p>
          <a:p>
            <a:pPr lvl="1"/>
            <a:r>
              <a:rPr lang="zh-TW" altLang="en-US">
                <a:latin typeface="Helvetica" panose="020B0604020202020204" pitchFamily="34" charset="0"/>
                <a:cs typeface="Helvetica" panose="020B0604020202020204" pitchFamily="34" charset="0"/>
              </a:rPr>
              <a:t>討論：你最喜歡的網路應用</a:t>
            </a:r>
            <a:endParaRPr lang="en-US">
              <a:latin typeface="Helvetica" panose="020B0604020202020204" pitchFamily="34" charset="0"/>
              <a:cs typeface="Helvetica" panose="020B0604020202020204" pitchFamily="34" charset="0"/>
            </a:endParaRPr>
          </a:p>
          <a:p>
            <a:endParaRPr lang="en-US">
              <a:latin typeface="Helvetica" panose="020B0604020202020204" pitchFamily="34" charset="0"/>
              <a:cs typeface="Helvetica" panose="020B0604020202020204" pitchFamily="34" charset="0"/>
            </a:endParaRPr>
          </a:p>
          <a:p>
            <a:endParaRPr lang="en-US">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7169013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EB807-0C81-8769-F892-DADBD03768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7FFFB5-9FF2-2A9F-E2AF-DCB18F21BEC6}"/>
              </a:ext>
            </a:extLst>
          </p:cNvPr>
          <p:cNvSpPr>
            <a:spLocks noGrp="1"/>
          </p:cNvSpPr>
          <p:nvPr>
            <p:ph type="title"/>
          </p:nvPr>
        </p:nvSpPr>
        <p:spPr/>
        <p:txBody>
          <a:bodyPr/>
          <a:lstStyle/>
          <a:p>
            <a:r>
              <a:rPr lang="en-US" b="1" dirty="0" err="1">
                <a:latin typeface="DengXian" panose="02010600030101010101" pitchFamily="2" charset="-122"/>
                <a:ea typeface="DengXian" panose="02010600030101010101" pitchFamily="2" charset="-122"/>
              </a:rPr>
              <a:t>今日課題</a:t>
            </a:r>
            <a:endParaRPr lang="en-US" b="1" dirty="0">
              <a:latin typeface="DengXian" panose="02010600030101010101" pitchFamily="2" charset="-122"/>
              <a:ea typeface="DengXian" panose="02010600030101010101" pitchFamily="2" charset="-122"/>
            </a:endParaRPr>
          </a:p>
        </p:txBody>
      </p:sp>
      <p:sp>
        <p:nvSpPr>
          <p:cNvPr id="3" name="Content Placeholder 2">
            <a:extLst>
              <a:ext uri="{FF2B5EF4-FFF2-40B4-BE49-F238E27FC236}">
                <a16:creationId xmlns:a16="http://schemas.microsoft.com/office/drawing/2014/main" id="{310A0BAE-A73A-277E-8B59-F5C7203130A3}"/>
              </a:ext>
            </a:extLst>
          </p:cNvPr>
          <p:cNvSpPr>
            <a:spLocks noGrp="1"/>
          </p:cNvSpPr>
          <p:nvPr>
            <p:ph idx="1"/>
          </p:nvPr>
        </p:nvSpPr>
        <p:spPr>
          <a:xfrm>
            <a:off x="1371600" y="2240963"/>
            <a:ext cx="6265818" cy="3581400"/>
          </a:xfrm>
        </p:spPr>
        <p:txBody>
          <a:bodyPr>
            <a:normAutofit/>
          </a:bodyPr>
          <a:lstStyle/>
          <a:p>
            <a:r>
              <a:rPr lang="zh-TW" altLang="en-US" dirty="0">
                <a:latin typeface="DengXian" panose="02010600030101010101" pitchFamily="2" charset="-122"/>
                <a:ea typeface="DengXian" panose="02010600030101010101" pitchFamily="2" charset="-122"/>
              </a:rPr>
              <a:t>什麼是互聯網萬維網</a:t>
            </a:r>
            <a:endParaRPr lang="en-US" dirty="0">
              <a:latin typeface="DengXian" panose="02010600030101010101" pitchFamily="2" charset="-122"/>
              <a:ea typeface="DengXian" panose="02010600030101010101" pitchFamily="2" charset="-122"/>
            </a:endParaRPr>
          </a:p>
          <a:p>
            <a:r>
              <a:rPr lang="en-US" altLang="zh-HK" dirty="0" err="1">
                <a:latin typeface="DengXian" panose="02010600030101010101" pitchFamily="2" charset="-122"/>
                <a:ea typeface="DengXian" panose="02010600030101010101" pitchFamily="2" charset="-122"/>
              </a:rPr>
              <a:t>互聯網發</a:t>
            </a:r>
            <a:r>
              <a:rPr lang="zh-TW" altLang="en-US" dirty="0">
                <a:latin typeface="DengXian" panose="02010600030101010101" pitchFamily="2" charset="-122"/>
                <a:ea typeface="DengXian" panose="02010600030101010101" pitchFamily="2" charset="-122"/>
              </a:rPr>
              <a:t>與</a:t>
            </a:r>
            <a:r>
              <a:rPr lang="en-US" dirty="0" err="1">
                <a:latin typeface="DengXian" panose="02010600030101010101" pitchFamily="2" charset="-122"/>
                <a:ea typeface="DengXian" panose="02010600030101010101" pitchFamily="2" charset="-122"/>
              </a:rPr>
              <a:t>電子商務的崛起</a:t>
            </a:r>
            <a:endParaRPr lang="en-US" dirty="0">
              <a:latin typeface="DengXian" panose="02010600030101010101" pitchFamily="2" charset="-122"/>
              <a:ea typeface="DengXian" panose="02010600030101010101" pitchFamily="2" charset="-122"/>
            </a:endParaRPr>
          </a:p>
          <a:p>
            <a:r>
              <a:rPr lang="zh-TW" altLang="en-US" dirty="0">
                <a:latin typeface="DengXian" panose="02010600030101010101" pitchFamily="2" charset="-122"/>
                <a:ea typeface="DengXian" panose="02010600030101010101" pitchFamily="2" charset="-122"/>
              </a:rPr>
              <a:t>什麼是</a:t>
            </a:r>
            <a:r>
              <a:rPr lang="en-US" dirty="0" err="1">
                <a:latin typeface="DengXian" panose="02010600030101010101" pitchFamily="2" charset="-122"/>
                <a:ea typeface="DengXian" panose="02010600030101010101" pitchFamily="2" charset="-122"/>
              </a:rPr>
              <a:t>雲計算</a:t>
            </a:r>
            <a:r>
              <a:rPr lang="zh-CN" altLang="en-US" dirty="0">
                <a:latin typeface="DengXian" panose="02010600030101010101" pitchFamily="2" charset="-122"/>
                <a:ea typeface="DengXian" panose="02010600030101010101" pitchFamily="2" charset="-122"/>
              </a:rPr>
              <a:t>（</a:t>
            </a:r>
            <a:r>
              <a:rPr lang="en-US" altLang="zh-CN" dirty="0">
                <a:latin typeface="DengXian" panose="02010600030101010101" pitchFamily="2" charset="-122"/>
                <a:ea typeface="DengXian" panose="02010600030101010101" pitchFamily="2" charset="-122"/>
              </a:rPr>
              <a:t>Cloud</a:t>
            </a:r>
            <a:r>
              <a:rPr lang="zh-CN" altLang="en-US" dirty="0">
                <a:latin typeface="DengXian" panose="02010600030101010101" pitchFamily="2" charset="-122"/>
                <a:ea typeface="DengXian" panose="02010600030101010101" pitchFamily="2" charset="-122"/>
              </a:rPr>
              <a:t> </a:t>
            </a:r>
            <a:r>
              <a:rPr lang="en-US" altLang="zh-CN" dirty="0">
                <a:latin typeface="DengXian" panose="02010600030101010101" pitchFamily="2" charset="-122"/>
                <a:ea typeface="DengXian" panose="02010600030101010101" pitchFamily="2" charset="-122"/>
              </a:rPr>
              <a:t>Computing</a:t>
            </a:r>
            <a:r>
              <a:rPr lang="zh-CN" altLang="en-US" dirty="0">
                <a:latin typeface="DengXian" panose="02010600030101010101" pitchFamily="2" charset="-122"/>
                <a:ea typeface="DengXian" panose="02010600030101010101" pitchFamily="2" charset="-122"/>
              </a:rPr>
              <a:t>）</a:t>
            </a:r>
            <a:endParaRPr lang="en-US" dirty="0">
              <a:latin typeface="DengXian" panose="02010600030101010101" pitchFamily="2" charset="-122"/>
              <a:ea typeface="DengXian" panose="02010600030101010101" pitchFamily="2" charset="-122"/>
            </a:endParaRPr>
          </a:p>
          <a:p>
            <a:r>
              <a:rPr lang="en-US" dirty="0" err="1">
                <a:latin typeface="DengXian" panose="02010600030101010101" pitchFamily="2" charset="-122"/>
                <a:ea typeface="DengXian" panose="02010600030101010101" pitchFamily="2" charset="-122"/>
              </a:rPr>
              <a:t>雲計算的優點</a:t>
            </a:r>
            <a:endParaRPr lang="en-US" dirty="0">
              <a:latin typeface="DengXian" panose="02010600030101010101" pitchFamily="2" charset="-122"/>
              <a:ea typeface="DengXian" panose="02010600030101010101" pitchFamily="2" charset="-122"/>
            </a:endParaRPr>
          </a:p>
          <a:p>
            <a:endParaRPr lang="en-US" dirty="0">
              <a:latin typeface="DengXian" panose="02010600030101010101" pitchFamily="2" charset="-122"/>
              <a:ea typeface="DengXian" panose="02010600030101010101" pitchFamily="2" charset="-122"/>
            </a:endParaRPr>
          </a:p>
          <a:p>
            <a:endParaRPr lang="en-US" dirty="0">
              <a:latin typeface="DengXian" panose="02010600030101010101" pitchFamily="2" charset="-122"/>
              <a:ea typeface="DengXian" panose="02010600030101010101" pitchFamily="2" charset="-122"/>
            </a:endParaRPr>
          </a:p>
          <a:p>
            <a:endParaRPr lang="en-US" dirty="0">
              <a:latin typeface="DengXian" panose="02010600030101010101" pitchFamily="2" charset="-122"/>
              <a:ea typeface="DengXian" panose="02010600030101010101" pitchFamily="2" charset="-122"/>
            </a:endParaRPr>
          </a:p>
        </p:txBody>
      </p:sp>
      <p:sp>
        <p:nvSpPr>
          <p:cNvPr id="4" name="Slide Number Placeholder 3">
            <a:extLst>
              <a:ext uri="{FF2B5EF4-FFF2-40B4-BE49-F238E27FC236}">
                <a16:creationId xmlns:a16="http://schemas.microsoft.com/office/drawing/2014/main" id="{72D91B8E-60A4-8067-0B13-B8297DF89BC1}"/>
              </a:ext>
            </a:extLst>
          </p:cNvPr>
          <p:cNvSpPr>
            <a:spLocks noGrp="1"/>
          </p:cNvSpPr>
          <p:nvPr>
            <p:ph type="sldNum" sz="quarter" idx="12"/>
          </p:nvPr>
        </p:nvSpPr>
        <p:spPr/>
        <p:txBody>
          <a:bodyPr/>
          <a:lstStyle/>
          <a:p>
            <a:fld id="{14B07A3D-2F58-EF4D-A265-F014B879E6ED}" type="slidenum">
              <a:rPr lang="en-US" smtClean="0">
                <a:latin typeface="DengXian" panose="02010600030101010101" pitchFamily="2" charset="-122"/>
                <a:ea typeface="DengXian" panose="02010600030101010101" pitchFamily="2" charset="-122"/>
              </a:rPr>
              <a:pPr/>
              <a:t>10</a:t>
            </a:fld>
            <a:endParaRPr lang="en-US">
              <a:latin typeface="DengXian" panose="02010600030101010101" pitchFamily="2" charset="-122"/>
              <a:ea typeface="DengXian" panose="02010600030101010101" pitchFamily="2" charset="-122"/>
            </a:endParaRPr>
          </a:p>
        </p:txBody>
      </p:sp>
      <p:sp>
        <p:nvSpPr>
          <p:cNvPr id="5" name="Content Placeholder 2">
            <a:extLst>
              <a:ext uri="{FF2B5EF4-FFF2-40B4-BE49-F238E27FC236}">
                <a16:creationId xmlns:a16="http://schemas.microsoft.com/office/drawing/2014/main" id="{EC41E465-45A1-6A25-34FF-4DD20225CEE8}"/>
              </a:ext>
            </a:extLst>
          </p:cNvPr>
          <p:cNvSpPr txBox="1">
            <a:spLocks/>
          </p:cNvSpPr>
          <p:nvPr/>
        </p:nvSpPr>
        <p:spPr>
          <a:xfrm>
            <a:off x="7637418" y="2240963"/>
            <a:ext cx="5162550" cy="3581400"/>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800" b="0" i="0" kern="1200" baseline="0">
                <a:solidFill>
                  <a:srgbClr val="42413D"/>
                </a:solidFill>
                <a:latin typeface="Helvetica" pitchFamily="2" charset="0"/>
                <a:ea typeface="Noto Sans TC Light" panose="020B0300000000000000" pitchFamily="34" charset="-128"/>
                <a:cs typeface="Helvetica" pitchFamily="2" charset="0"/>
              </a:defRPr>
            </a:lvl1pPr>
            <a:lvl2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400" b="0" i="0" kern="1200" baseline="0">
                <a:solidFill>
                  <a:srgbClr val="42413D"/>
                </a:solidFill>
                <a:latin typeface="Helvetica" pitchFamily="2" charset="0"/>
                <a:ea typeface="Noto Sans TC Light" panose="020B0300000000000000" pitchFamily="34" charset="-128"/>
                <a:cs typeface="Helvetica" pitchFamily="2" charset="0"/>
              </a:defRPr>
            </a:lvl2pPr>
            <a:lvl3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b="0" i="0" kern="1200" baseline="0">
                <a:solidFill>
                  <a:srgbClr val="42413D"/>
                </a:solidFill>
                <a:latin typeface="Helvetica" pitchFamily="2" charset="0"/>
                <a:ea typeface="Noto Sans TC Light" panose="020B0300000000000000" pitchFamily="34" charset="-128"/>
                <a:cs typeface="Helvetica" pitchFamily="2" charset="0"/>
              </a:defRPr>
            </a:lvl3pPr>
            <a:lvl4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b="0" i="0" kern="1200" baseline="0">
                <a:solidFill>
                  <a:srgbClr val="42413D"/>
                </a:solidFill>
                <a:latin typeface="Helvetica" pitchFamily="2" charset="0"/>
                <a:ea typeface="Noto Sans TC Light" panose="020B0300000000000000" pitchFamily="34" charset="-128"/>
                <a:cs typeface="Helvetica" pitchFamily="2" charset="0"/>
              </a:defRPr>
            </a:lvl4pPr>
            <a:lvl5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b="0" i="0" kern="1200" baseline="0">
                <a:solidFill>
                  <a:srgbClr val="42413D"/>
                </a:solidFill>
                <a:latin typeface="Helvetica" pitchFamily="2" charset="0"/>
                <a:ea typeface="Noto Sans TC Light" panose="020B0300000000000000" pitchFamily="34" charset="-128"/>
                <a:cs typeface="Helvetica" pitchFamily="2" charset="0"/>
              </a:defRPr>
            </a:lvl5pPr>
            <a:lvl6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r>
              <a:rPr lang="ja-JP" altLang="en-US" b="1" i="0" u="none" strike="noStrike" baseline="0" dirty="0">
                <a:solidFill>
                  <a:srgbClr val="42413C"/>
                </a:solidFill>
                <a:latin typeface="DengXian" panose="02010600030101010101" pitchFamily="2" charset="-122"/>
                <a:ea typeface="DengXian" panose="02010600030101010101" pitchFamily="2" charset="-122"/>
                <a:cs typeface="Helvetica" panose="020B0604020202020204" pitchFamily="34" charset="0"/>
              </a:rPr>
              <a:t>動⼿操作</a:t>
            </a:r>
            <a:endParaRPr lang="en-US" altLang="ja-JP" b="1" i="0" u="none" strike="noStrike" baseline="0" dirty="0">
              <a:solidFill>
                <a:srgbClr val="42413C"/>
              </a:solidFill>
              <a:latin typeface="DengXian" panose="02010600030101010101" pitchFamily="2" charset="-122"/>
              <a:ea typeface="DengXian" panose="02010600030101010101" pitchFamily="2" charset="-122"/>
              <a:cs typeface="Helvetica" panose="020B0604020202020204" pitchFamily="34" charset="0"/>
            </a:endParaRPr>
          </a:p>
          <a:p>
            <a:pPr lvl="1"/>
            <a:r>
              <a:rPr lang="zh-TW" altLang="en-US" dirty="0">
                <a:latin typeface="DengXian" panose="02010600030101010101" pitchFamily="2" charset="-122"/>
                <a:ea typeface="DengXian" panose="02010600030101010101" pitchFamily="2" charset="-122"/>
                <a:cs typeface="Helvetica" panose="020B0604020202020204" pitchFamily="34" charset="0"/>
              </a:rPr>
              <a:t>改動網頁</a:t>
            </a:r>
            <a:endParaRPr lang="en-HK" altLang="zh-TW" dirty="0">
              <a:latin typeface="DengXian" panose="02010600030101010101" pitchFamily="2" charset="-122"/>
              <a:ea typeface="DengXian" panose="02010600030101010101" pitchFamily="2" charset="-122"/>
              <a:cs typeface="Helvetica" panose="020B0604020202020204" pitchFamily="34" charset="0"/>
            </a:endParaRPr>
          </a:p>
          <a:p>
            <a:pPr lvl="1"/>
            <a:r>
              <a:rPr lang="zh-TW" altLang="en-US" dirty="0">
                <a:latin typeface="DengXian" panose="02010600030101010101" pitchFamily="2" charset="-122"/>
                <a:ea typeface="DengXian" panose="02010600030101010101" pitchFamily="2" charset="-122"/>
                <a:cs typeface="Helvetica" panose="020B0604020202020204" pitchFamily="34" charset="0"/>
              </a:rPr>
              <a:t>體驗網站時光機</a:t>
            </a:r>
            <a:endParaRPr lang="en-HK" altLang="zh-TW" dirty="0">
              <a:latin typeface="DengXian" panose="02010600030101010101" pitchFamily="2" charset="-122"/>
              <a:ea typeface="DengXian" panose="02010600030101010101" pitchFamily="2" charset="-122"/>
              <a:cs typeface="Helvetica" panose="020B0604020202020204" pitchFamily="34" charset="0"/>
            </a:endParaRPr>
          </a:p>
          <a:p>
            <a:pPr lvl="1"/>
            <a:r>
              <a:rPr lang="zh-TW" altLang="en-US" dirty="0">
                <a:latin typeface="DengXian" panose="02010600030101010101" pitchFamily="2" charset="-122"/>
                <a:ea typeface="DengXian" panose="02010600030101010101" pitchFamily="2" charset="-122"/>
                <a:cs typeface="Helvetica" panose="020B0604020202020204" pitchFamily="34" charset="0"/>
              </a:rPr>
              <a:t>討論：你最喜歡的網路應用</a:t>
            </a:r>
            <a:endParaRPr lang="en-US" dirty="0">
              <a:latin typeface="DengXian" panose="02010600030101010101" pitchFamily="2" charset="-122"/>
              <a:ea typeface="DengXian" panose="02010600030101010101" pitchFamily="2" charset="-122"/>
              <a:cs typeface="Helvetica" panose="020B0604020202020204" pitchFamily="34" charset="0"/>
            </a:endParaRPr>
          </a:p>
          <a:p>
            <a:endParaRPr lang="en-US" dirty="0">
              <a:latin typeface="DengXian" panose="02010600030101010101" pitchFamily="2" charset="-122"/>
              <a:ea typeface="DengXian" panose="02010600030101010101" pitchFamily="2" charset="-122"/>
              <a:cs typeface="Helvetica" panose="020B0604020202020204" pitchFamily="34" charset="0"/>
            </a:endParaRPr>
          </a:p>
          <a:p>
            <a:endParaRPr lang="en-US" dirty="0">
              <a:latin typeface="DengXian" panose="02010600030101010101" pitchFamily="2" charset="-122"/>
              <a:ea typeface="DengXian" panose="02010600030101010101" pitchFamily="2" charset="-122"/>
              <a:cs typeface="Helvetica" panose="020B0604020202020204" pitchFamily="34" charset="0"/>
            </a:endParaRPr>
          </a:p>
        </p:txBody>
      </p:sp>
      <p:pic>
        <p:nvPicPr>
          <p:cNvPr id="6" name="圖片 5">
            <a:extLst>
              <a:ext uri="{FF2B5EF4-FFF2-40B4-BE49-F238E27FC236}">
                <a16:creationId xmlns:a16="http://schemas.microsoft.com/office/drawing/2014/main" id="{8F832F57-2D8D-2B7C-E039-C2E9653BE57D}"/>
              </a:ext>
            </a:extLst>
          </p:cNvPr>
          <p:cNvPicPr>
            <a:picLocks noChangeAspect="1"/>
          </p:cNvPicPr>
          <p:nvPr/>
        </p:nvPicPr>
        <p:blipFill>
          <a:blip r:embed="rId2"/>
          <a:srcRect b="-532"/>
          <a:stretch>
            <a:fillRect/>
          </a:stretch>
        </p:blipFill>
        <p:spPr>
          <a:xfrm>
            <a:off x="929746" y="4665663"/>
            <a:ext cx="10925175" cy="1790649"/>
          </a:xfrm>
          <a:prstGeom prst="rect">
            <a:avLst/>
          </a:prstGeom>
        </p:spPr>
      </p:pic>
    </p:spTree>
    <p:extLst>
      <p:ext uri="{BB962C8B-B14F-4D97-AF65-F5344CB8AC3E}">
        <p14:creationId xmlns:p14="http://schemas.microsoft.com/office/powerpoint/2010/main" val="13074734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E9486-AE64-A34D-8C34-BA7D6F7F6B24}"/>
              </a:ext>
            </a:extLst>
          </p:cNvPr>
          <p:cNvSpPr>
            <a:spLocks noGrp="1"/>
          </p:cNvSpPr>
          <p:nvPr>
            <p:ph type="title"/>
          </p:nvPr>
        </p:nvSpPr>
        <p:spPr>
          <a:xfrm>
            <a:off x="1329316" y="300024"/>
            <a:ext cx="9601200" cy="1485900"/>
          </a:xfrm>
        </p:spPr>
        <p:txBody>
          <a:bodyPr/>
          <a:lstStyle/>
          <a:p>
            <a:r>
              <a:rPr lang="en-US" dirty="0" err="1"/>
              <a:t>什麼是互聯網</a:t>
            </a:r>
            <a:r>
              <a:rPr lang="en-US" dirty="0"/>
              <a:t>?</a:t>
            </a:r>
          </a:p>
        </p:txBody>
      </p:sp>
      <p:sp>
        <p:nvSpPr>
          <p:cNvPr id="3" name="Content Placeholder 2">
            <a:extLst>
              <a:ext uri="{FF2B5EF4-FFF2-40B4-BE49-F238E27FC236}">
                <a16:creationId xmlns:a16="http://schemas.microsoft.com/office/drawing/2014/main" id="{8A2146FF-2A1D-784E-8903-A4F50EE648F4}"/>
              </a:ext>
            </a:extLst>
          </p:cNvPr>
          <p:cNvSpPr>
            <a:spLocks noGrp="1"/>
          </p:cNvSpPr>
          <p:nvPr>
            <p:ph idx="1"/>
          </p:nvPr>
        </p:nvSpPr>
        <p:spPr>
          <a:xfrm>
            <a:off x="1321963" y="2464550"/>
            <a:ext cx="5139733" cy="3581400"/>
          </a:xfrm>
        </p:spPr>
        <p:txBody>
          <a:bodyPr>
            <a:normAutofit/>
          </a:bodyPr>
          <a:lstStyle/>
          <a:p>
            <a:pPr>
              <a:lnSpc>
                <a:spcPct val="120000"/>
              </a:lnSpc>
            </a:pPr>
            <a:r>
              <a:rPr lang="zh-TW" altLang="en-US" sz="2400" dirty="0">
                <a:latin typeface="DengXian" panose="02010600030101010101" pitchFamily="2" charset="-122"/>
                <a:ea typeface="DengXian" panose="02010600030101010101" pitchFamily="2" charset="-122"/>
              </a:rPr>
              <a:t>互聯網是全球範圍</a:t>
            </a:r>
            <a:r>
              <a:rPr lang="zh-TW" altLang="en-US" sz="2400" u="sng" dirty="0">
                <a:solidFill>
                  <a:srgbClr val="0070C0"/>
                </a:solidFill>
                <a:latin typeface="DengXian" panose="02010600030101010101" pitchFamily="2" charset="-122"/>
                <a:ea typeface="DengXian" panose="02010600030101010101" pitchFamily="2" charset="-122"/>
              </a:rPr>
              <a:t>電腦互</a:t>
            </a:r>
            <a:r>
              <a:rPr lang="zh-CN" altLang="en-US" sz="2400" u="sng" dirty="0">
                <a:solidFill>
                  <a:srgbClr val="0070C0"/>
                </a:solidFill>
                <a:latin typeface="DengXian" panose="02010600030101010101" pitchFamily="2" charset="-122"/>
                <a:ea typeface="DengXian" panose="02010600030101010101" pitchFamily="2" charset="-122"/>
              </a:rPr>
              <a:t>相溝通</a:t>
            </a:r>
            <a:r>
              <a:rPr lang="zh-CN" altLang="en-US" sz="2400" dirty="0">
                <a:latin typeface="DengXian" panose="02010600030101010101" pitchFamily="2" charset="-122"/>
                <a:ea typeface="DengXian" panose="02010600030101010101" pitchFamily="2" charset="-122"/>
              </a:rPr>
              <a:t>的</a:t>
            </a:r>
            <a:r>
              <a:rPr lang="zh-TW" altLang="en-US" sz="2400" dirty="0">
                <a:latin typeface="DengXian" panose="02010600030101010101" pitchFamily="2" charset="-122"/>
                <a:ea typeface="DengXian" panose="02010600030101010101" pitchFamily="2" charset="-122"/>
              </a:rPr>
              <a:t>網絡系統</a:t>
            </a:r>
            <a:endParaRPr lang="en-HK" altLang="zh-TW" sz="2400" dirty="0">
              <a:latin typeface="DengXian" panose="02010600030101010101" pitchFamily="2" charset="-122"/>
              <a:ea typeface="DengXian" panose="02010600030101010101" pitchFamily="2" charset="-122"/>
            </a:endParaRPr>
          </a:p>
          <a:p>
            <a:pPr>
              <a:lnSpc>
                <a:spcPct val="120000"/>
              </a:lnSpc>
            </a:pPr>
            <a:r>
              <a:rPr lang="zh-TW" altLang="en-US" sz="2400" dirty="0">
                <a:latin typeface="DengXian" panose="02010600030101010101" pitchFamily="2" charset="-122"/>
                <a:ea typeface="DengXian" panose="02010600030101010101" pitchFamily="2" charset="-122"/>
              </a:rPr>
              <a:t>當你用電腦，手機或平板電腦（這些都是「電腦設備」） 在網上看片，打機或傳短訊（等等）時，在世界某方都有一部電腦和你的電腦在溝通</a:t>
            </a:r>
            <a:r>
              <a:rPr lang="zh-CN" altLang="en-US" sz="2400" dirty="0">
                <a:latin typeface="DengXian" panose="02010600030101010101" pitchFamily="2" charset="-122"/>
                <a:ea typeface="DengXian" panose="02010600030101010101" pitchFamily="2" charset="-122"/>
              </a:rPr>
              <a:t>、</a:t>
            </a:r>
            <a:r>
              <a:rPr lang="zh-TW" altLang="en-US" sz="2400" dirty="0">
                <a:latin typeface="DengXian" panose="02010600030101010101" pitchFamily="2" charset="-122"/>
                <a:ea typeface="DengXian" panose="02010600030101010101" pitchFamily="2" charset="-122"/>
              </a:rPr>
              <a:t>傳輸資料</a:t>
            </a:r>
            <a:endParaRPr lang="en-US" sz="2400" dirty="0">
              <a:latin typeface="DengXian" panose="02010600030101010101" pitchFamily="2" charset="-122"/>
              <a:ea typeface="DengXian" panose="02010600030101010101" pitchFamily="2" charset="-122"/>
            </a:endParaRPr>
          </a:p>
        </p:txBody>
      </p:sp>
      <p:sp>
        <p:nvSpPr>
          <p:cNvPr id="4" name="Slide Number Placeholder 3">
            <a:extLst>
              <a:ext uri="{FF2B5EF4-FFF2-40B4-BE49-F238E27FC236}">
                <a16:creationId xmlns:a16="http://schemas.microsoft.com/office/drawing/2014/main" id="{3BA3A28A-C55A-A04F-ADB8-992D3A24C250}"/>
              </a:ext>
            </a:extLst>
          </p:cNvPr>
          <p:cNvSpPr>
            <a:spLocks noGrp="1"/>
          </p:cNvSpPr>
          <p:nvPr>
            <p:ph type="sldNum" sz="quarter" idx="12"/>
          </p:nvPr>
        </p:nvSpPr>
        <p:spPr/>
        <p:txBody>
          <a:bodyPr/>
          <a:lstStyle/>
          <a:p>
            <a:fld id="{14B07A3D-2F58-EF4D-A265-F014B879E6ED}" type="slidenum">
              <a:rPr lang="en-US" smtClean="0"/>
              <a:pPr/>
              <a:t>11</a:t>
            </a:fld>
            <a:endParaRPr lang="en-US"/>
          </a:p>
        </p:txBody>
      </p:sp>
      <p:pic>
        <p:nvPicPr>
          <p:cNvPr id="10" name="Graphic 9" descr="Programmer female with solid fill">
            <a:extLst>
              <a:ext uri="{FF2B5EF4-FFF2-40B4-BE49-F238E27FC236}">
                <a16:creationId xmlns:a16="http://schemas.microsoft.com/office/drawing/2014/main" id="{43BF1510-AE3C-D6A9-5937-B7B037A6B62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65219" y="5547250"/>
            <a:ext cx="914400" cy="914400"/>
          </a:xfrm>
          <a:prstGeom prst="rect">
            <a:avLst/>
          </a:prstGeom>
        </p:spPr>
      </p:pic>
      <p:grpSp>
        <p:nvGrpSpPr>
          <p:cNvPr id="11" name="Group 10">
            <a:extLst>
              <a:ext uri="{FF2B5EF4-FFF2-40B4-BE49-F238E27FC236}">
                <a16:creationId xmlns:a16="http://schemas.microsoft.com/office/drawing/2014/main" id="{76CC5C3C-9F25-A517-0D4D-BB69CE967771}"/>
              </a:ext>
            </a:extLst>
          </p:cNvPr>
          <p:cNvGrpSpPr/>
          <p:nvPr/>
        </p:nvGrpSpPr>
        <p:grpSpPr>
          <a:xfrm>
            <a:off x="10203656" y="2096107"/>
            <a:ext cx="1538288" cy="1332893"/>
            <a:chOff x="10203656" y="2096107"/>
            <a:chExt cx="1538288" cy="1332893"/>
          </a:xfrm>
        </p:grpSpPr>
        <p:pic>
          <p:nvPicPr>
            <p:cNvPr id="8" name="Graphic 7" descr="Server with solid fill">
              <a:extLst>
                <a:ext uri="{FF2B5EF4-FFF2-40B4-BE49-F238E27FC236}">
                  <a16:creationId xmlns:a16="http://schemas.microsoft.com/office/drawing/2014/main" id="{830CE618-0F8D-B39D-650E-D16ECAE3C08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515600" y="2514600"/>
              <a:ext cx="914400" cy="914400"/>
            </a:xfrm>
            <a:prstGeom prst="rect">
              <a:avLst/>
            </a:prstGeom>
          </p:spPr>
        </p:pic>
        <p:pic>
          <p:nvPicPr>
            <p:cNvPr id="13" name="Picture 12" descr="A black text on a checkered background&#10;&#10;Description automatically generated">
              <a:extLst>
                <a:ext uri="{FF2B5EF4-FFF2-40B4-BE49-F238E27FC236}">
                  <a16:creationId xmlns:a16="http://schemas.microsoft.com/office/drawing/2014/main" id="{43065943-9DCA-EC32-6B11-D9E833BCF456}"/>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9923" b="89820" l="3974" r="95613">
                          <a14:foregroundMark x1="7575" y1="32732" x2="7409" y2="47552"/>
                          <a14:foregroundMark x1="3974" y1="51031" x2="3974" y2="51031"/>
                          <a14:foregroundMark x1="18129" y1="51160" x2="18129" y2="51160"/>
                          <a14:foregroundMark x1="16474" y1="55412" x2="16267" y2="45876"/>
                          <a14:foregroundMark x1="37583" y1="26675" x2="38742" y2="41495"/>
                          <a14:foregroundMark x1="18584" y1="49742" x2="16391" y2="49227"/>
                          <a14:foregroundMark x1="43584" y1="28351" x2="40480" y2="50258"/>
                          <a14:foregroundMark x1="47103" y1="43943" x2="53104" y2="46907"/>
                          <a14:foregroundMark x1="52680" y1="50515" x2="50786" y2="66624"/>
                          <a14:foregroundMark x1="53104" y1="46907" x2="52680" y2="50515"/>
                          <a14:foregroundMark x1="48013" y1="68153" x2="46813" y2="68814"/>
                          <a14:foregroundMark x1="50786" y1="66624" x2="48858" y2="67687"/>
                          <a14:foregroundMark x1="46813" y1="68814" x2="45820" y2="51546"/>
                          <a14:foregroundMark x1="45820" y1="51546" x2="46026" y2="49227"/>
                          <a14:foregroundMark x1="56167" y1="42268" x2="56084" y2="65722"/>
                          <a14:foregroundMark x1="56084" y1="65722" x2="57036" y2="76546"/>
                          <a14:foregroundMark x1="61258" y1="76031" x2="61258" y2="76031"/>
                          <a14:foregroundMark x1="63369" y1="24227" x2="67964" y2="25387"/>
                          <a14:foregroundMark x1="70861" y1="41753" x2="71026" y2="62887"/>
                          <a14:foregroundMark x1="71026" y1="62887" x2="72558" y2="76546"/>
                          <a14:foregroundMark x1="72558" y1="76546" x2="72558" y2="76546"/>
                          <a14:foregroundMark x1="81623" y1="26933" x2="82161" y2="67268"/>
                          <a14:foregroundMark x1="82161" y1="67268" x2="81498" y2="73582"/>
                          <a14:foregroundMark x1="92839" y1="56107" x2="95820" y2="51418"/>
                          <a14:foregroundMark x1="91887" y1="57603" x2="92830" y2="56120"/>
                          <a14:foregroundMark x1="95820" y1="51418" x2="92881" y2="41237"/>
                          <a14:foregroundMark x1="92881" y1="41237" x2="90811" y2="54124"/>
                          <a14:foregroundMark x1="90811" y1="54124" x2="91018" y2="72294"/>
                          <a14:foregroundMark x1="91018" y1="72294" x2="95157" y2="73582"/>
                          <a14:foregroundMark x1="95157" y1="73582" x2="95613" y2="71649"/>
                          <a14:foregroundMark x1="15646" y1="57732" x2="15646" y2="41237"/>
                          <a14:backgroundMark x1="48137" y1="69459" x2="48137" y2="69459"/>
                          <a14:backgroundMark x1="47889" y1="68943" x2="48924" y2="67268"/>
                          <a14:backgroundMark x1="47517" y1="69974" x2="47517" y2="69974"/>
                          <a14:backgroundMark x1="49048" y1="68041" x2="49048" y2="68041"/>
                          <a14:backgroundMark x1="52897" y1="50515" x2="52897" y2="50515"/>
                          <a14:backgroundMark x1="52897" y1="46649" x2="52897" y2="46649"/>
                          <a14:backgroundMark x1="52732" y1="48840" x2="52732" y2="46778"/>
                          <a14:backgroundMark x1="48427" y1="44588" x2="48427" y2="44588"/>
                          <a14:backgroundMark x1="93046" y1="54124" x2="93212" y2="47809"/>
                          <a14:backgroundMark x1="93419" y1="73067" x2="93419" y2="73067"/>
                        </a14:backgroundRemoval>
                      </a14:imgEffect>
                    </a14:imgLayer>
                  </a14:imgProps>
                </a:ext>
              </a:extLst>
            </a:blip>
            <a:stretch>
              <a:fillRect/>
            </a:stretch>
          </p:blipFill>
          <p:spPr>
            <a:xfrm>
              <a:off x="10203656" y="2096107"/>
              <a:ext cx="1538288" cy="494086"/>
            </a:xfrm>
            <a:prstGeom prst="rect">
              <a:avLst/>
            </a:prstGeom>
          </p:spPr>
        </p:pic>
      </p:grpSp>
      <p:sp>
        <p:nvSpPr>
          <p:cNvPr id="14" name="Cloud 13">
            <a:extLst>
              <a:ext uri="{FF2B5EF4-FFF2-40B4-BE49-F238E27FC236}">
                <a16:creationId xmlns:a16="http://schemas.microsoft.com/office/drawing/2014/main" id="{981FDCAC-11CE-1FEE-4399-F49E3AECFAA8}"/>
              </a:ext>
            </a:extLst>
          </p:cNvPr>
          <p:cNvSpPr/>
          <p:nvPr/>
        </p:nvSpPr>
        <p:spPr>
          <a:xfrm>
            <a:off x="6948525" y="4384712"/>
            <a:ext cx="1347788" cy="1209675"/>
          </a:xfrm>
          <a:prstGeom prst="cloud">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a:t>我想看</a:t>
            </a:r>
            <a:endParaRPr lang="en-HK" altLang="zh-TW"/>
          </a:p>
          <a:p>
            <a:pPr algn="ctr"/>
            <a:r>
              <a:rPr lang="zh-TW" altLang="en-US"/>
              <a:t>這套片</a:t>
            </a:r>
            <a:endParaRPr lang="en-HK"/>
          </a:p>
        </p:txBody>
      </p:sp>
      <p:sp>
        <p:nvSpPr>
          <p:cNvPr id="15" name="Cloud 14">
            <a:extLst>
              <a:ext uri="{FF2B5EF4-FFF2-40B4-BE49-F238E27FC236}">
                <a16:creationId xmlns:a16="http://schemas.microsoft.com/office/drawing/2014/main" id="{A8BBBA9E-B3F3-0006-AF9C-611CEA8A9F1A}"/>
              </a:ext>
            </a:extLst>
          </p:cNvPr>
          <p:cNvSpPr/>
          <p:nvPr/>
        </p:nvSpPr>
        <p:spPr>
          <a:xfrm>
            <a:off x="10515600" y="1257300"/>
            <a:ext cx="1083188" cy="802565"/>
          </a:xfrm>
          <a:prstGeom prst="cloud">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latin typeface="Helvetica" panose="020B0604020202020204" pitchFamily="34" charset="0"/>
                <a:cs typeface="Helvetica" panose="020B0604020202020204" pitchFamily="34" charset="0"/>
              </a:rPr>
              <a:t>OK</a:t>
            </a:r>
            <a:r>
              <a:rPr lang="zh-CN" altLang="en-US"/>
              <a:t>！</a:t>
            </a:r>
            <a:endParaRPr lang="en-HK"/>
          </a:p>
        </p:txBody>
      </p:sp>
      <p:grpSp>
        <p:nvGrpSpPr>
          <p:cNvPr id="7" name="Group 6">
            <a:extLst>
              <a:ext uri="{FF2B5EF4-FFF2-40B4-BE49-F238E27FC236}">
                <a16:creationId xmlns:a16="http://schemas.microsoft.com/office/drawing/2014/main" id="{7CE2D70D-02C1-4A77-EC68-A12B099725C6}"/>
              </a:ext>
            </a:extLst>
          </p:cNvPr>
          <p:cNvGrpSpPr/>
          <p:nvPr/>
        </p:nvGrpSpPr>
        <p:grpSpPr>
          <a:xfrm>
            <a:off x="7873453" y="2929419"/>
            <a:ext cx="2817746" cy="3242781"/>
            <a:chOff x="7873453" y="2929419"/>
            <a:chExt cx="2817746" cy="3242781"/>
          </a:xfrm>
        </p:grpSpPr>
        <p:cxnSp>
          <p:nvCxnSpPr>
            <p:cNvPr id="17" name="Straight Arrow Connector 16">
              <a:extLst>
                <a:ext uri="{FF2B5EF4-FFF2-40B4-BE49-F238E27FC236}">
                  <a16:creationId xmlns:a16="http://schemas.microsoft.com/office/drawing/2014/main" id="{8FB53B10-CC2E-F54C-88AC-FCC718E5A64E}"/>
                </a:ext>
              </a:extLst>
            </p:cNvPr>
            <p:cNvCxnSpPr>
              <a:cxnSpLocks/>
            </p:cNvCxnSpPr>
            <p:nvPr/>
          </p:nvCxnSpPr>
          <p:spPr>
            <a:xfrm flipV="1">
              <a:off x="7873453" y="2929419"/>
              <a:ext cx="2817746" cy="3242781"/>
            </a:xfrm>
            <a:prstGeom prst="straightConnector1">
              <a:avLst/>
            </a:prstGeom>
            <a:ln w="38100">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A6E7863B-6F15-290A-1614-EDF56BEB311F}"/>
                </a:ext>
              </a:extLst>
            </p:cNvPr>
            <p:cNvSpPr txBox="1"/>
            <p:nvPr/>
          </p:nvSpPr>
          <p:spPr>
            <a:xfrm>
              <a:off x="7890185" y="3391577"/>
              <a:ext cx="1985335" cy="923330"/>
            </a:xfrm>
            <a:prstGeom prst="rect">
              <a:avLst/>
            </a:prstGeom>
            <a:noFill/>
          </p:spPr>
          <p:txBody>
            <a:bodyPr wrap="square" rtlCol="0">
              <a:spAutoFit/>
            </a:bodyPr>
            <a:lstStyle/>
            <a:p>
              <a:pPr algn="ctr"/>
              <a:r>
                <a:rPr lang="zh-CN" altLang="en-US"/>
                <a:t>向</a:t>
              </a:r>
              <a:r>
                <a:rPr lang="en-HK" altLang="zh-CN"/>
                <a:t>Youtube</a:t>
              </a:r>
              <a:r>
                <a:rPr lang="zh-CN" altLang="en-US"/>
                <a:t>的電腦發出</a:t>
              </a:r>
              <a:r>
                <a:rPr lang="zh-CN" altLang="en-US">
                  <a:solidFill>
                    <a:schemeClr val="accent1">
                      <a:lumMod val="75000"/>
                    </a:schemeClr>
                  </a:solidFill>
                </a:rPr>
                <a:t>「請求」 </a:t>
              </a:r>
              <a:r>
                <a:rPr lang="en-US" altLang="zh-CN">
                  <a:solidFill>
                    <a:schemeClr val="accent1">
                      <a:lumMod val="75000"/>
                    </a:schemeClr>
                  </a:solidFill>
                </a:rPr>
                <a:t>(</a:t>
              </a:r>
              <a:r>
                <a:rPr lang="en-HK" altLang="zh-CN">
                  <a:solidFill>
                    <a:schemeClr val="accent1">
                      <a:lumMod val="75000"/>
                    </a:schemeClr>
                  </a:solidFill>
                </a:rPr>
                <a:t>request)</a:t>
              </a:r>
              <a:endParaRPr lang="en-HK">
                <a:solidFill>
                  <a:schemeClr val="accent1">
                    <a:lumMod val="75000"/>
                  </a:schemeClr>
                </a:solidFill>
              </a:endParaRPr>
            </a:p>
          </p:txBody>
        </p:sp>
        <p:cxnSp>
          <p:nvCxnSpPr>
            <p:cNvPr id="30" name="Straight Connector 29">
              <a:extLst>
                <a:ext uri="{FF2B5EF4-FFF2-40B4-BE49-F238E27FC236}">
                  <a16:creationId xmlns:a16="http://schemas.microsoft.com/office/drawing/2014/main" id="{63ADF1B7-9E1A-18B9-C3D5-EFDFBB092B95}"/>
                </a:ext>
              </a:extLst>
            </p:cNvPr>
            <p:cNvCxnSpPr>
              <a:cxnSpLocks/>
            </p:cNvCxnSpPr>
            <p:nvPr/>
          </p:nvCxnSpPr>
          <p:spPr>
            <a:xfrm>
              <a:off x="8831863" y="4219442"/>
              <a:ext cx="345368" cy="401472"/>
            </a:xfrm>
            <a:prstGeom prst="line">
              <a:avLst/>
            </a:prstGeom>
          </p:spPr>
          <p:style>
            <a:lnRef idx="1">
              <a:schemeClr val="dk1"/>
            </a:lnRef>
            <a:fillRef idx="0">
              <a:schemeClr val="dk1"/>
            </a:fillRef>
            <a:effectRef idx="0">
              <a:schemeClr val="dk1"/>
            </a:effectRef>
            <a:fontRef idx="minor">
              <a:schemeClr val="tx1"/>
            </a:fontRef>
          </p:style>
        </p:cxnSp>
      </p:grpSp>
      <p:grpSp>
        <p:nvGrpSpPr>
          <p:cNvPr id="12" name="Group 11">
            <a:extLst>
              <a:ext uri="{FF2B5EF4-FFF2-40B4-BE49-F238E27FC236}">
                <a16:creationId xmlns:a16="http://schemas.microsoft.com/office/drawing/2014/main" id="{646D6546-6F78-1687-833D-90F7A24D206A}"/>
              </a:ext>
            </a:extLst>
          </p:cNvPr>
          <p:cNvGrpSpPr/>
          <p:nvPr/>
        </p:nvGrpSpPr>
        <p:grpSpPr>
          <a:xfrm>
            <a:off x="7978707" y="3429000"/>
            <a:ext cx="3647979" cy="3147442"/>
            <a:chOff x="7978707" y="3429000"/>
            <a:chExt cx="3647979" cy="3147442"/>
          </a:xfrm>
        </p:grpSpPr>
        <p:cxnSp>
          <p:nvCxnSpPr>
            <p:cNvPr id="18" name="Straight Arrow Connector 17">
              <a:extLst>
                <a:ext uri="{FF2B5EF4-FFF2-40B4-BE49-F238E27FC236}">
                  <a16:creationId xmlns:a16="http://schemas.microsoft.com/office/drawing/2014/main" id="{1BF94FFF-ADC2-F8F9-77D0-BF777F17862D}"/>
                </a:ext>
              </a:extLst>
            </p:cNvPr>
            <p:cNvCxnSpPr>
              <a:cxnSpLocks/>
              <a:stCxn id="8" idx="2"/>
            </p:cNvCxnSpPr>
            <p:nvPr/>
          </p:nvCxnSpPr>
          <p:spPr>
            <a:xfrm flipH="1">
              <a:off x="7978707" y="3429000"/>
              <a:ext cx="2994093" cy="297020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162C3C98-C97F-31D4-8372-BF7A2C1F6E24}"/>
                </a:ext>
              </a:extLst>
            </p:cNvPr>
            <p:cNvSpPr txBox="1"/>
            <p:nvPr/>
          </p:nvSpPr>
          <p:spPr>
            <a:xfrm>
              <a:off x="10196082" y="4845446"/>
              <a:ext cx="1430604" cy="923330"/>
            </a:xfrm>
            <a:prstGeom prst="rect">
              <a:avLst/>
            </a:prstGeom>
            <a:noFill/>
          </p:spPr>
          <p:txBody>
            <a:bodyPr wrap="square" rtlCol="0">
              <a:spAutoFit/>
            </a:bodyPr>
            <a:lstStyle/>
            <a:p>
              <a:r>
                <a:rPr lang="zh-TW" altLang="en-US"/>
                <a:t>向我的電腦傳輸</a:t>
              </a:r>
              <a:r>
                <a:rPr lang="zh-TW" altLang="en-US">
                  <a:solidFill>
                    <a:schemeClr val="accent1">
                      <a:lumMod val="75000"/>
                    </a:schemeClr>
                  </a:solidFill>
                </a:rPr>
                <a:t>“回應” </a:t>
              </a:r>
              <a:r>
                <a:rPr lang="en-HK" altLang="zh-TW">
                  <a:solidFill>
                    <a:schemeClr val="accent1">
                      <a:lumMod val="75000"/>
                    </a:schemeClr>
                  </a:solidFill>
                </a:rPr>
                <a:t>(response)</a:t>
              </a:r>
              <a:endParaRPr lang="en-HK">
                <a:solidFill>
                  <a:schemeClr val="accent1">
                    <a:lumMod val="75000"/>
                  </a:schemeClr>
                </a:solidFill>
              </a:endParaRPr>
            </a:p>
          </p:txBody>
        </p:sp>
        <p:cxnSp>
          <p:nvCxnSpPr>
            <p:cNvPr id="32" name="Straight Connector 31">
              <a:extLst>
                <a:ext uri="{FF2B5EF4-FFF2-40B4-BE49-F238E27FC236}">
                  <a16:creationId xmlns:a16="http://schemas.microsoft.com/office/drawing/2014/main" id="{3304DBB7-D91E-25EE-81D7-D9777C6C8C07}"/>
                </a:ext>
              </a:extLst>
            </p:cNvPr>
            <p:cNvCxnSpPr>
              <a:cxnSpLocks/>
            </p:cNvCxnSpPr>
            <p:nvPr/>
          </p:nvCxnSpPr>
          <p:spPr>
            <a:xfrm>
              <a:off x="9703358" y="4777065"/>
              <a:ext cx="492724" cy="419506"/>
            </a:xfrm>
            <a:prstGeom prst="line">
              <a:avLst/>
            </a:prstGeom>
          </p:spPr>
          <p:style>
            <a:lnRef idx="1">
              <a:schemeClr val="dk1"/>
            </a:lnRef>
            <a:fillRef idx="0">
              <a:schemeClr val="dk1"/>
            </a:fillRef>
            <a:effectRef idx="0">
              <a:schemeClr val="dk1"/>
            </a:effectRef>
            <a:fontRef idx="minor">
              <a:schemeClr val="tx1"/>
            </a:fontRef>
          </p:style>
        </p:cxnSp>
        <p:grpSp>
          <p:nvGrpSpPr>
            <p:cNvPr id="38" name="Group 37">
              <a:extLst>
                <a:ext uri="{FF2B5EF4-FFF2-40B4-BE49-F238E27FC236}">
                  <a16:creationId xmlns:a16="http://schemas.microsoft.com/office/drawing/2014/main" id="{2E59A6E7-0591-B084-8BE7-3B28A33FF0A2}"/>
                </a:ext>
              </a:extLst>
            </p:cNvPr>
            <p:cNvGrpSpPr/>
            <p:nvPr/>
          </p:nvGrpSpPr>
          <p:grpSpPr>
            <a:xfrm>
              <a:off x="10474505" y="5715000"/>
              <a:ext cx="557545" cy="861442"/>
              <a:chOff x="10474505" y="5715000"/>
              <a:chExt cx="557545" cy="861442"/>
            </a:xfrm>
          </p:grpSpPr>
          <p:pic>
            <p:nvPicPr>
              <p:cNvPr id="35" name="Graphic 34" descr="Presentation with media with solid fill">
                <a:extLst>
                  <a:ext uri="{FF2B5EF4-FFF2-40B4-BE49-F238E27FC236}">
                    <a16:creationId xmlns:a16="http://schemas.microsoft.com/office/drawing/2014/main" id="{B3AC0915-E0B5-79C8-4DA1-BFBFAFB9B72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474505" y="5715000"/>
                <a:ext cx="557545" cy="557545"/>
              </a:xfrm>
              <a:prstGeom prst="rect">
                <a:avLst/>
              </a:prstGeom>
            </p:spPr>
          </p:pic>
          <p:pic>
            <p:nvPicPr>
              <p:cNvPr id="37" name="Graphic 36" descr="Binary with solid fill">
                <a:extLst>
                  <a:ext uri="{FF2B5EF4-FFF2-40B4-BE49-F238E27FC236}">
                    <a16:creationId xmlns:a16="http://schemas.microsoft.com/office/drawing/2014/main" id="{07CACAC0-C1E9-CF63-0948-B659E468C80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576038" y="6221964"/>
                <a:ext cx="354478" cy="354478"/>
              </a:xfrm>
              <a:prstGeom prst="rect">
                <a:avLst/>
              </a:prstGeom>
            </p:spPr>
          </p:pic>
        </p:grpSp>
      </p:grpSp>
    </p:spTree>
    <p:extLst>
      <p:ext uri="{BB962C8B-B14F-4D97-AF65-F5344CB8AC3E}">
        <p14:creationId xmlns:p14="http://schemas.microsoft.com/office/powerpoint/2010/main" val="1163930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0"/>
                                        <p:tgtEl>
                                          <p:spTgt spid="7"/>
                                        </p:tgtEl>
                                      </p:cBhvr>
                                    </p:animEffect>
                                  </p:childTnLst>
                                </p:cTn>
                              </p:par>
                            </p:childTnLst>
                          </p:cTn>
                        </p:par>
                        <p:par>
                          <p:cTn id="8" fill="hold">
                            <p:stCondLst>
                              <p:cond delay="5000"/>
                            </p:stCondLst>
                            <p:childTnLst>
                              <p:par>
                                <p:cTn id="9" presetID="1" presetClass="entr" presetSubtype="0" fill="hold" nodeType="afterEffect">
                                  <p:stCondLst>
                                    <p:cond delay="1000"/>
                                  </p:stCondLst>
                                  <p:childTnLst>
                                    <p:set>
                                      <p:cBhvr>
                                        <p:cTn id="10" dur="1" fill="hold">
                                          <p:stCondLst>
                                            <p:cond delay="0"/>
                                          </p:stCondLst>
                                        </p:cTn>
                                        <p:tgtEl>
                                          <p:spTgt spid="11"/>
                                        </p:tgtEl>
                                        <p:attrNameLst>
                                          <p:attrName>style.visibility</p:attrName>
                                        </p:attrNameLst>
                                      </p:cBhvr>
                                      <p:to>
                                        <p:strVal val="visible"/>
                                      </p:to>
                                    </p:set>
                                  </p:childTnLst>
                                </p:cTn>
                              </p:par>
                            </p:childTnLst>
                          </p:cTn>
                        </p:par>
                        <p:par>
                          <p:cTn id="11" fill="hold">
                            <p:stCondLst>
                              <p:cond delay="6000"/>
                            </p:stCondLst>
                            <p:childTnLst>
                              <p:par>
                                <p:cTn id="12" presetID="53" presetClass="entr" presetSubtype="16" fill="hold" grpId="0" nodeType="afterEffect">
                                  <p:stCondLst>
                                    <p:cond delay="1000"/>
                                  </p:stCondLst>
                                  <p:childTnLst>
                                    <p:set>
                                      <p:cBhvr>
                                        <p:cTn id="13" dur="1" fill="hold">
                                          <p:stCondLst>
                                            <p:cond delay="0"/>
                                          </p:stCondLst>
                                        </p:cTn>
                                        <p:tgtEl>
                                          <p:spTgt spid="15"/>
                                        </p:tgtEl>
                                        <p:attrNameLst>
                                          <p:attrName>style.visibility</p:attrName>
                                        </p:attrNameLst>
                                      </p:cBhvr>
                                      <p:to>
                                        <p:strVal val="visible"/>
                                      </p:to>
                                    </p:set>
                                    <p:anim calcmode="lin" valueType="num">
                                      <p:cBhvr>
                                        <p:cTn id="14" dur="3000" fill="hold"/>
                                        <p:tgtEl>
                                          <p:spTgt spid="15"/>
                                        </p:tgtEl>
                                        <p:attrNameLst>
                                          <p:attrName>ppt_w</p:attrName>
                                        </p:attrNameLst>
                                      </p:cBhvr>
                                      <p:tavLst>
                                        <p:tav tm="0">
                                          <p:val>
                                            <p:fltVal val="0"/>
                                          </p:val>
                                        </p:tav>
                                        <p:tav tm="100000">
                                          <p:val>
                                            <p:strVal val="#ppt_w"/>
                                          </p:val>
                                        </p:tav>
                                      </p:tavLst>
                                    </p:anim>
                                    <p:anim calcmode="lin" valueType="num">
                                      <p:cBhvr>
                                        <p:cTn id="15" dur="3000" fill="hold"/>
                                        <p:tgtEl>
                                          <p:spTgt spid="15"/>
                                        </p:tgtEl>
                                        <p:attrNameLst>
                                          <p:attrName>ppt_h</p:attrName>
                                        </p:attrNameLst>
                                      </p:cBhvr>
                                      <p:tavLst>
                                        <p:tav tm="0">
                                          <p:val>
                                            <p:fltVal val="0"/>
                                          </p:val>
                                        </p:tav>
                                        <p:tav tm="100000">
                                          <p:val>
                                            <p:strVal val="#ppt_h"/>
                                          </p:val>
                                        </p:tav>
                                      </p:tavLst>
                                    </p:anim>
                                    <p:animEffect transition="in" filter="fade">
                                      <p:cBhvr>
                                        <p:cTn id="16" dur="3000"/>
                                        <p:tgtEl>
                                          <p:spTgt spid="15"/>
                                        </p:tgtEl>
                                      </p:cBhvr>
                                    </p:animEffect>
                                  </p:childTnLst>
                                </p:cTn>
                              </p:par>
                            </p:childTnLst>
                          </p:cTn>
                        </p:par>
                        <p:par>
                          <p:cTn id="17" fill="hold">
                            <p:stCondLst>
                              <p:cond delay="10000"/>
                            </p:stCondLst>
                            <p:childTnLst>
                              <p:par>
                                <p:cTn id="18" presetID="22" presetClass="entr" presetSubtype="1" fill="hold" nodeType="afterEffect">
                                  <p:stCondLst>
                                    <p:cond delay="500"/>
                                  </p:stCondLst>
                                  <p:childTnLst>
                                    <p:set>
                                      <p:cBhvr>
                                        <p:cTn id="19" dur="1" fill="hold">
                                          <p:stCondLst>
                                            <p:cond delay="0"/>
                                          </p:stCondLst>
                                        </p:cTn>
                                        <p:tgtEl>
                                          <p:spTgt spid="12"/>
                                        </p:tgtEl>
                                        <p:attrNameLst>
                                          <p:attrName>style.visibility</p:attrName>
                                        </p:attrNameLst>
                                      </p:cBhvr>
                                      <p:to>
                                        <p:strVal val="visible"/>
                                      </p:to>
                                    </p:set>
                                    <p:animEffect transition="in" filter="wipe(up)">
                                      <p:cBhvr>
                                        <p:cTn id="20" dur="5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76F3C-846C-F3A4-A208-ED61172750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EFA7ED-FC07-2B4B-A11B-9410054782EB}"/>
              </a:ext>
            </a:extLst>
          </p:cNvPr>
          <p:cNvSpPr>
            <a:spLocks noGrp="1"/>
          </p:cNvSpPr>
          <p:nvPr>
            <p:ph type="title"/>
          </p:nvPr>
        </p:nvSpPr>
        <p:spPr>
          <a:xfrm>
            <a:off x="1371600" y="633479"/>
            <a:ext cx="9601200" cy="1485900"/>
          </a:xfrm>
        </p:spPr>
        <p:txBody>
          <a:bodyPr/>
          <a:lstStyle/>
          <a:p>
            <a:r>
              <a:rPr lang="en-US" b="1" dirty="0" err="1">
                <a:latin typeface="DengXian" panose="02010600030101010101" pitchFamily="2" charset="-122"/>
                <a:ea typeface="DengXian" panose="02010600030101010101" pitchFamily="2" charset="-122"/>
              </a:rPr>
              <a:t>什麼是互聯網</a:t>
            </a:r>
            <a:r>
              <a:rPr lang="en-US" b="1" dirty="0">
                <a:latin typeface="DengXian" panose="02010600030101010101" pitchFamily="2" charset="-122"/>
                <a:ea typeface="DengXian" panose="02010600030101010101" pitchFamily="2" charset="-122"/>
              </a:rPr>
              <a:t>?</a:t>
            </a:r>
          </a:p>
        </p:txBody>
      </p:sp>
      <p:sp>
        <p:nvSpPr>
          <p:cNvPr id="3" name="Content Placeholder 2">
            <a:extLst>
              <a:ext uri="{FF2B5EF4-FFF2-40B4-BE49-F238E27FC236}">
                <a16:creationId xmlns:a16="http://schemas.microsoft.com/office/drawing/2014/main" id="{7DA58662-153E-CA9A-4667-EAFA4273E02D}"/>
              </a:ext>
            </a:extLst>
          </p:cNvPr>
          <p:cNvSpPr>
            <a:spLocks noGrp="1"/>
          </p:cNvSpPr>
          <p:nvPr>
            <p:ph idx="1"/>
          </p:nvPr>
        </p:nvSpPr>
        <p:spPr>
          <a:xfrm>
            <a:off x="1321963" y="2464550"/>
            <a:ext cx="5248620" cy="3581400"/>
          </a:xfrm>
        </p:spPr>
        <p:txBody>
          <a:bodyPr>
            <a:noAutofit/>
          </a:bodyPr>
          <a:lstStyle/>
          <a:p>
            <a:pPr>
              <a:lnSpc>
                <a:spcPct val="120000"/>
              </a:lnSpc>
            </a:pPr>
            <a:r>
              <a:rPr lang="zh-TW" altLang="en-US" sz="2400" dirty="0">
                <a:latin typeface="DengXian" panose="02010600030101010101" pitchFamily="2" charset="-122"/>
                <a:ea typeface="DengXian" panose="02010600030101010101" pitchFamily="2" charset="-122"/>
              </a:rPr>
              <a:t>互聯網是全球範圍內</a:t>
            </a:r>
            <a:r>
              <a:rPr lang="zh-TW" altLang="en-US" sz="2400" u="sng" dirty="0">
                <a:solidFill>
                  <a:srgbClr val="FFCE2B"/>
                </a:solidFill>
                <a:latin typeface="DengXian" panose="02010600030101010101" pitchFamily="2" charset="-122"/>
                <a:ea typeface="DengXian" panose="02010600030101010101" pitchFamily="2" charset="-122"/>
              </a:rPr>
              <a:t>電腦互相溝通</a:t>
            </a:r>
            <a:r>
              <a:rPr lang="zh-TW" altLang="en-US" sz="2400" dirty="0">
                <a:latin typeface="DengXian" panose="02010600030101010101" pitchFamily="2" charset="-122"/>
                <a:ea typeface="DengXian" panose="02010600030101010101" pitchFamily="2" charset="-122"/>
              </a:rPr>
              <a:t>的網絡系統。</a:t>
            </a:r>
          </a:p>
          <a:p>
            <a:pPr>
              <a:lnSpc>
                <a:spcPct val="120000"/>
              </a:lnSpc>
            </a:pPr>
            <a:r>
              <a:rPr lang="zh-TW" altLang="en-US" sz="2400" dirty="0">
                <a:latin typeface="DengXian" panose="02010600030101010101" pitchFamily="2" charset="-122"/>
                <a:ea typeface="DengXian" panose="02010600030101010101" pitchFamily="2" charset="-122"/>
              </a:rPr>
              <a:t>當你用電腦、手機或平板電腦（這些都是「電腦設備」）在網上觀看影片、玩遊戲或傳送訊息時，世界某處總有一部電腦正與你的設備溝通、傳送資料。</a:t>
            </a:r>
            <a:endParaRPr lang="en-US" sz="2400" dirty="0">
              <a:latin typeface="DengXian" panose="02010600030101010101" pitchFamily="2" charset="-122"/>
              <a:ea typeface="DengXian" panose="02010600030101010101" pitchFamily="2" charset="-122"/>
            </a:endParaRPr>
          </a:p>
        </p:txBody>
      </p:sp>
      <p:sp>
        <p:nvSpPr>
          <p:cNvPr id="4" name="Slide Number Placeholder 3">
            <a:extLst>
              <a:ext uri="{FF2B5EF4-FFF2-40B4-BE49-F238E27FC236}">
                <a16:creationId xmlns:a16="http://schemas.microsoft.com/office/drawing/2014/main" id="{CF7E3114-260C-C65E-5E24-E6CC0D536ADE}"/>
              </a:ext>
            </a:extLst>
          </p:cNvPr>
          <p:cNvSpPr>
            <a:spLocks noGrp="1"/>
          </p:cNvSpPr>
          <p:nvPr>
            <p:ph type="sldNum" sz="quarter" idx="12"/>
          </p:nvPr>
        </p:nvSpPr>
        <p:spPr/>
        <p:txBody>
          <a:bodyPr/>
          <a:lstStyle/>
          <a:p>
            <a:fld id="{14B07A3D-2F58-EF4D-A265-F014B879E6ED}" type="slidenum">
              <a:rPr lang="en-US" smtClean="0">
                <a:latin typeface="DengXian" panose="02010600030101010101" pitchFamily="2" charset="-122"/>
                <a:ea typeface="DengXian" panose="02010600030101010101" pitchFamily="2" charset="-122"/>
              </a:rPr>
              <a:pPr/>
              <a:t>12</a:t>
            </a:fld>
            <a:endParaRPr lang="en-US">
              <a:latin typeface="DengXian" panose="02010600030101010101" pitchFamily="2" charset="-122"/>
              <a:ea typeface="DengXian" panose="02010600030101010101" pitchFamily="2" charset="-122"/>
            </a:endParaRPr>
          </a:p>
        </p:txBody>
      </p:sp>
      <p:pic>
        <p:nvPicPr>
          <p:cNvPr id="10" name="Graphic 9" descr="Programmer female with solid fill">
            <a:extLst>
              <a:ext uri="{FF2B5EF4-FFF2-40B4-BE49-F238E27FC236}">
                <a16:creationId xmlns:a16="http://schemas.microsoft.com/office/drawing/2014/main" id="{ACDAFADC-687F-0524-9601-1E39C59098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65219" y="5547250"/>
            <a:ext cx="914400" cy="914400"/>
          </a:xfrm>
          <a:prstGeom prst="rect">
            <a:avLst/>
          </a:prstGeom>
        </p:spPr>
      </p:pic>
      <p:grpSp>
        <p:nvGrpSpPr>
          <p:cNvPr id="11" name="Group 10">
            <a:extLst>
              <a:ext uri="{FF2B5EF4-FFF2-40B4-BE49-F238E27FC236}">
                <a16:creationId xmlns:a16="http://schemas.microsoft.com/office/drawing/2014/main" id="{5685F605-E67B-52E2-A8A2-B36EED8BFE12}"/>
              </a:ext>
            </a:extLst>
          </p:cNvPr>
          <p:cNvGrpSpPr/>
          <p:nvPr/>
        </p:nvGrpSpPr>
        <p:grpSpPr>
          <a:xfrm>
            <a:off x="10203656" y="2096107"/>
            <a:ext cx="1538288" cy="1332893"/>
            <a:chOff x="10203656" y="2096107"/>
            <a:chExt cx="1538288" cy="1332893"/>
          </a:xfrm>
        </p:grpSpPr>
        <p:pic>
          <p:nvPicPr>
            <p:cNvPr id="8" name="Graphic 7" descr="Server with solid fill">
              <a:extLst>
                <a:ext uri="{FF2B5EF4-FFF2-40B4-BE49-F238E27FC236}">
                  <a16:creationId xmlns:a16="http://schemas.microsoft.com/office/drawing/2014/main" id="{682EB1B7-167A-1569-6E43-8E8715379C2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515600" y="2514600"/>
              <a:ext cx="914400" cy="914400"/>
            </a:xfrm>
            <a:prstGeom prst="rect">
              <a:avLst/>
            </a:prstGeom>
          </p:spPr>
        </p:pic>
        <p:pic>
          <p:nvPicPr>
            <p:cNvPr id="13" name="Picture 12" descr="A black text on a checkered background&#10;&#10;Description automatically generated">
              <a:extLst>
                <a:ext uri="{FF2B5EF4-FFF2-40B4-BE49-F238E27FC236}">
                  <a16:creationId xmlns:a16="http://schemas.microsoft.com/office/drawing/2014/main" id="{D647EDC4-5463-7C62-52C0-2B0832C352FA}"/>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9923" b="89820" l="3974" r="95613">
                          <a14:foregroundMark x1="7575" y1="32732" x2="7409" y2="47552"/>
                          <a14:foregroundMark x1="3974" y1="51031" x2="3974" y2="51031"/>
                          <a14:foregroundMark x1="18129" y1="51160" x2="18129" y2="51160"/>
                          <a14:foregroundMark x1="16474" y1="55412" x2="16267" y2="45876"/>
                          <a14:foregroundMark x1="37583" y1="26675" x2="38742" y2="41495"/>
                          <a14:foregroundMark x1="18584" y1="49742" x2="16391" y2="49227"/>
                          <a14:foregroundMark x1="43584" y1="28351" x2="40480" y2="50258"/>
                          <a14:foregroundMark x1="47103" y1="43943" x2="53104" y2="46907"/>
                          <a14:foregroundMark x1="52680" y1="50515" x2="50786" y2="66624"/>
                          <a14:foregroundMark x1="53104" y1="46907" x2="52680" y2="50515"/>
                          <a14:foregroundMark x1="48013" y1="68153" x2="46813" y2="68814"/>
                          <a14:foregroundMark x1="50786" y1="66624" x2="48858" y2="67687"/>
                          <a14:foregroundMark x1="46813" y1="68814" x2="45820" y2="51546"/>
                          <a14:foregroundMark x1="45820" y1="51546" x2="46026" y2="49227"/>
                          <a14:foregroundMark x1="56167" y1="42268" x2="56084" y2="65722"/>
                          <a14:foregroundMark x1="56084" y1="65722" x2="57036" y2="76546"/>
                          <a14:foregroundMark x1="61258" y1="76031" x2="61258" y2="76031"/>
                          <a14:foregroundMark x1="63369" y1="24227" x2="67964" y2="25387"/>
                          <a14:foregroundMark x1="70861" y1="41753" x2="71026" y2="62887"/>
                          <a14:foregroundMark x1="71026" y1="62887" x2="72558" y2="76546"/>
                          <a14:foregroundMark x1="72558" y1="76546" x2="72558" y2="76546"/>
                          <a14:foregroundMark x1="81623" y1="26933" x2="82161" y2="67268"/>
                          <a14:foregroundMark x1="82161" y1="67268" x2="81498" y2="73582"/>
                          <a14:foregroundMark x1="92839" y1="56107" x2="95820" y2="51418"/>
                          <a14:foregroundMark x1="91887" y1="57603" x2="92830" y2="56120"/>
                          <a14:foregroundMark x1="95820" y1="51418" x2="92881" y2="41237"/>
                          <a14:foregroundMark x1="92881" y1="41237" x2="90811" y2="54124"/>
                          <a14:foregroundMark x1="90811" y1="54124" x2="91018" y2="72294"/>
                          <a14:foregroundMark x1="91018" y1="72294" x2="95157" y2="73582"/>
                          <a14:foregroundMark x1="95157" y1="73582" x2="95613" y2="71649"/>
                          <a14:foregroundMark x1="15646" y1="57732" x2="15646" y2="41237"/>
                          <a14:backgroundMark x1="48137" y1="69459" x2="48137" y2="69459"/>
                          <a14:backgroundMark x1="47889" y1="68943" x2="48924" y2="67268"/>
                          <a14:backgroundMark x1="47517" y1="69974" x2="47517" y2="69974"/>
                          <a14:backgroundMark x1="49048" y1="68041" x2="49048" y2="68041"/>
                          <a14:backgroundMark x1="52897" y1="50515" x2="52897" y2="50515"/>
                          <a14:backgroundMark x1="52897" y1="46649" x2="52897" y2="46649"/>
                          <a14:backgroundMark x1="52732" y1="48840" x2="52732" y2="46778"/>
                          <a14:backgroundMark x1="48427" y1="44588" x2="48427" y2="44588"/>
                          <a14:backgroundMark x1="93046" y1="54124" x2="93212" y2="47809"/>
                          <a14:backgroundMark x1="93419" y1="73067" x2="93419" y2="73067"/>
                        </a14:backgroundRemoval>
                      </a14:imgEffect>
                    </a14:imgLayer>
                  </a14:imgProps>
                </a:ext>
              </a:extLst>
            </a:blip>
            <a:stretch>
              <a:fillRect/>
            </a:stretch>
          </p:blipFill>
          <p:spPr>
            <a:xfrm>
              <a:off x="10203656" y="2096107"/>
              <a:ext cx="1538288" cy="494086"/>
            </a:xfrm>
            <a:prstGeom prst="rect">
              <a:avLst/>
            </a:prstGeom>
          </p:spPr>
        </p:pic>
      </p:grpSp>
      <p:sp>
        <p:nvSpPr>
          <p:cNvPr id="14" name="Cloud 13">
            <a:extLst>
              <a:ext uri="{FF2B5EF4-FFF2-40B4-BE49-F238E27FC236}">
                <a16:creationId xmlns:a16="http://schemas.microsoft.com/office/drawing/2014/main" id="{3CDF2631-B05A-E46B-8BCA-5B122CE7B4C5}"/>
              </a:ext>
            </a:extLst>
          </p:cNvPr>
          <p:cNvSpPr/>
          <p:nvPr/>
        </p:nvSpPr>
        <p:spPr>
          <a:xfrm>
            <a:off x="6948523" y="4384712"/>
            <a:ext cx="2016033" cy="1209675"/>
          </a:xfrm>
          <a:prstGeom prst="cloud">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2000" b="1" dirty="0">
                <a:solidFill>
                  <a:srgbClr val="00B0F0"/>
                </a:solidFill>
                <a:latin typeface="DengXian" panose="02010600030101010101" pitchFamily="2" charset="-122"/>
                <a:ea typeface="DengXian" panose="02010600030101010101" pitchFamily="2" charset="-122"/>
              </a:rPr>
              <a:t>1. </a:t>
            </a:r>
            <a:r>
              <a:rPr lang="zh-TW" altLang="en-US" dirty="0">
                <a:latin typeface="DengXian" panose="02010600030101010101" pitchFamily="2" charset="-122"/>
                <a:ea typeface="DengXian" panose="02010600030101010101" pitchFamily="2" charset="-122"/>
              </a:rPr>
              <a:t>我想看</a:t>
            </a:r>
            <a:endParaRPr lang="en-HK" altLang="zh-TW" dirty="0">
              <a:latin typeface="DengXian" panose="02010600030101010101" pitchFamily="2" charset="-122"/>
              <a:ea typeface="DengXian" panose="02010600030101010101" pitchFamily="2" charset="-122"/>
            </a:endParaRPr>
          </a:p>
          <a:p>
            <a:pPr algn="ctr"/>
            <a:r>
              <a:rPr lang="zh-TW" altLang="en-US" dirty="0">
                <a:latin typeface="DengXian" panose="02010600030101010101" pitchFamily="2" charset="-122"/>
                <a:ea typeface="DengXian" panose="02010600030101010101" pitchFamily="2" charset="-122"/>
              </a:rPr>
              <a:t>這部影片</a:t>
            </a:r>
            <a:endParaRPr lang="en-HK" dirty="0">
              <a:latin typeface="DengXian" panose="02010600030101010101" pitchFamily="2" charset="-122"/>
              <a:ea typeface="DengXian" panose="02010600030101010101" pitchFamily="2" charset="-122"/>
            </a:endParaRPr>
          </a:p>
        </p:txBody>
      </p:sp>
      <p:sp>
        <p:nvSpPr>
          <p:cNvPr id="15" name="Cloud 14">
            <a:extLst>
              <a:ext uri="{FF2B5EF4-FFF2-40B4-BE49-F238E27FC236}">
                <a16:creationId xmlns:a16="http://schemas.microsoft.com/office/drawing/2014/main" id="{161AEC62-64AA-DA31-DB07-CC74BBD84B96}"/>
              </a:ext>
            </a:extLst>
          </p:cNvPr>
          <p:cNvSpPr/>
          <p:nvPr/>
        </p:nvSpPr>
        <p:spPr>
          <a:xfrm>
            <a:off x="10515600" y="1257300"/>
            <a:ext cx="1226344" cy="802565"/>
          </a:xfrm>
          <a:prstGeom prst="cloud">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rgbClr val="00B0F0"/>
                </a:solidFill>
                <a:latin typeface="DengXian" panose="02010600030101010101" pitchFamily="2" charset="-122"/>
                <a:ea typeface="DengXian" panose="02010600030101010101" pitchFamily="2" charset="-122"/>
              </a:rPr>
              <a:t> 3. </a:t>
            </a:r>
            <a:r>
              <a:rPr lang="zh-TW" altLang="en-US" dirty="0">
                <a:latin typeface="DengXian" panose="02010600030101010101" pitchFamily="2" charset="-122"/>
                <a:ea typeface="DengXian" panose="02010600030101010101" pitchFamily="2" charset="-122"/>
                <a:cs typeface="Helvetica" panose="020B0604020202020204" pitchFamily="34" charset="0"/>
              </a:rPr>
              <a:t>好</a:t>
            </a:r>
            <a:r>
              <a:rPr lang="zh-CN" altLang="en-US" dirty="0">
                <a:latin typeface="DengXian" panose="02010600030101010101" pitchFamily="2" charset="-122"/>
                <a:ea typeface="DengXian" panose="02010600030101010101" pitchFamily="2" charset="-122"/>
              </a:rPr>
              <a:t>！</a:t>
            </a:r>
            <a:endParaRPr lang="en-HK" dirty="0">
              <a:latin typeface="DengXian" panose="02010600030101010101" pitchFamily="2" charset="-122"/>
              <a:ea typeface="DengXian" panose="02010600030101010101" pitchFamily="2" charset="-122"/>
            </a:endParaRPr>
          </a:p>
        </p:txBody>
      </p:sp>
      <p:grpSp>
        <p:nvGrpSpPr>
          <p:cNvPr id="7" name="Group 6">
            <a:extLst>
              <a:ext uri="{FF2B5EF4-FFF2-40B4-BE49-F238E27FC236}">
                <a16:creationId xmlns:a16="http://schemas.microsoft.com/office/drawing/2014/main" id="{B87E4110-2789-D49E-36AB-06A97073B0DC}"/>
              </a:ext>
            </a:extLst>
          </p:cNvPr>
          <p:cNvGrpSpPr/>
          <p:nvPr/>
        </p:nvGrpSpPr>
        <p:grpSpPr>
          <a:xfrm>
            <a:off x="7873453" y="2929419"/>
            <a:ext cx="2817746" cy="3242781"/>
            <a:chOff x="7873453" y="2929419"/>
            <a:chExt cx="2817746" cy="3242781"/>
          </a:xfrm>
        </p:grpSpPr>
        <p:cxnSp>
          <p:nvCxnSpPr>
            <p:cNvPr id="17" name="Straight Arrow Connector 16">
              <a:extLst>
                <a:ext uri="{FF2B5EF4-FFF2-40B4-BE49-F238E27FC236}">
                  <a16:creationId xmlns:a16="http://schemas.microsoft.com/office/drawing/2014/main" id="{446F848A-6C63-AB2A-021B-FFD2EB659178}"/>
                </a:ext>
              </a:extLst>
            </p:cNvPr>
            <p:cNvCxnSpPr>
              <a:cxnSpLocks/>
            </p:cNvCxnSpPr>
            <p:nvPr/>
          </p:nvCxnSpPr>
          <p:spPr>
            <a:xfrm flipV="1">
              <a:off x="7873453" y="2929419"/>
              <a:ext cx="2817746" cy="3242781"/>
            </a:xfrm>
            <a:prstGeom prst="straightConnector1">
              <a:avLst/>
            </a:prstGeom>
            <a:ln w="38100">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88DFD6E4-F4E9-FC68-71A8-D9CAA84D4475}"/>
                </a:ext>
              </a:extLst>
            </p:cNvPr>
            <p:cNvSpPr txBox="1"/>
            <p:nvPr/>
          </p:nvSpPr>
          <p:spPr>
            <a:xfrm>
              <a:off x="7890185" y="3391577"/>
              <a:ext cx="1985335" cy="954107"/>
            </a:xfrm>
            <a:prstGeom prst="rect">
              <a:avLst/>
            </a:prstGeom>
            <a:noFill/>
          </p:spPr>
          <p:txBody>
            <a:bodyPr wrap="square" rtlCol="0">
              <a:spAutoFit/>
            </a:bodyPr>
            <a:lstStyle/>
            <a:p>
              <a:pPr algn="ctr"/>
              <a:r>
                <a:rPr lang="en-US" altLang="zh-CN" sz="2000" b="1" dirty="0">
                  <a:solidFill>
                    <a:srgbClr val="00B0F0"/>
                  </a:solidFill>
                  <a:latin typeface="DengXian" panose="02010600030101010101" pitchFamily="2" charset="-122"/>
                  <a:ea typeface="DengXian" panose="02010600030101010101" pitchFamily="2" charset="-122"/>
                </a:rPr>
                <a:t>2. </a:t>
              </a:r>
              <a:r>
                <a:rPr lang="zh-CN" altLang="en-US" dirty="0">
                  <a:latin typeface="DengXian" panose="02010600030101010101" pitchFamily="2" charset="-122"/>
                  <a:ea typeface="DengXian" panose="02010600030101010101" pitchFamily="2" charset="-122"/>
                </a:rPr>
                <a:t>向</a:t>
              </a:r>
              <a:r>
                <a:rPr lang="en-HK" altLang="zh-CN" dirty="0" err="1">
                  <a:latin typeface="DengXian" panose="02010600030101010101" pitchFamily="2" charset="-122"/>
                  <a:ea typeface="DengXian" panose="02010600030101010101" pitchFamily="2" charset="-122"/>
                </a:rPr>
                <a:t>Youtube</a:t>
              </a:r>
              <a:r>
                <a:rPr lang="zh-CN" altLang="en-US" dirty="0">
                  <a:latin typeface="DengXian" panose="02010600030101010101" pitchFamily="2" charset="-122"/>
                  <a:ea typeface="DengXian" panose="02010600030101010101" pitchFamily="2" charset="-122"/>
                </a:rPr>
                <a:t>的電腦發出</a:t>
              </a:r>
              <a:r>
                <a:rPr lang="zh-CN" altLang="en-US" dirty="0">
                  <a:solidFill>
                    <a:schemeClr val="accent1">
                      <a:lumMod val="75000"/>
                    </a:schemeClr>
                  </a:solidFill>
                  <a:latin typeface="DengXian" panose="02010600030101010101" pitchFamily="2" charset="-122"/>
                  <a:ea typeface="DengXian" panose="02010600030101010101" pitchFamily="2" charset="-122"/>
                </a:rPr>
                <a:t>「請求」 </a:t>
              </a:r>
              <a:r>
                <a:rPr lang="en-US" altLang="zh-CN" dirty="0">
                  <a:solidFill>
                    <a:schemeClr val="accent1">
                      <a:lumMod val="75000"/>
                    </a:schemeClr>
                  </a:solidFill>
                  <a:latin typeface="DengXian" panose="02010600030101010101" pitchFamily="2" charset="-122"/>
                  <a:ea typeface="DengXian" panose="02010600030101010101" pitchFamily="2" charset="-122"/>
                </a:rPr>
                <a:t>(</a:t>
              </a:r>
              <a:r>
                <a:rPr lang="en-HK" altLang="zh-CN" dirty="0">
                  <a:solidFill>
                    <a:schemeClr val="accent1">
                      <a:lumMod val="75000"/>
                    </a:schemeClr>
                  </a:solidFill>
                  <a:latin typeface="DengXian" panose="02010600030101010101" pitchFamily="2" charset="-122"/>
                  <a:ea typeface="DengXian" panose="02010600030101010101" pitchFamily="2" charset="-122"/>
                </a:rPr>
                <a:t>request)</a:t>
              </a:r>
              <a:endParaRPr lang="en-HK" dirty="0">
                <a:solidFill>
                  <a:schemeClr val="accent1">
                    <a:lumMod val="75000"/>
                  </a:schemeClr>
                </a:solidFill>
                <a:latin typeface="DengXian" panose="02010600030101010101" pitchFamily="2" charset="-122"/>
                <a:ea typeface="DengXian" panose="02010600030101010101" pitchFamily="2" charset="-122"/>
              </a:endParaRPr>
            </a:p>
          </p:txBody>
        </p:sp>
        <p:cxnSp>
          <p:nvCxnSpPr>
            <p:cNvPr id="30" name="Straight Connector 29">
              <a:extLst>
                <a:ext uri="{FF2B5EF4-FFF2-40B4-BE49-F238E27FC236}">
                  <a16:creationId xmlns:a16="http://schemas.microsoft.com/office/drawing/2014/main" id="{D319B143-9C4C-1BAA-FE71-3B903CAA3749}"/>
                </a:ext>
              </a:extLst>
            </p:cNvPr>
            <p:cNvCxnSpPr>
              <a:cxnSpLocks/>
              <a:stCxn id="22" idx="2"/>
            </p:cNvCxnSpPr>
            <p:nvPr/>
          </p:nvCxnSpPr>
          <p:spPr>
            <a:xfrm>
              <a:off x="8882853" y="4345684"/>
              <a:ext cx="294378" cy="275230"/>
            </a:xfrm>
            <a:prstGeom prst="line">
              <a:avLst/>
            </a:prstGeom>
          </p:spPr>
          <p:style>
            <a:lnRef idx="1">
              <a:schemeClr val="dk1"/>
            </a:lnRef>
            <a:fillRef idx="0">
              <a:schemeClr val="dk1"/>
            </a:fillRef>
            <a:effectRef idx="0">
              <a:schemeClr val="dk1"/>
            </a:effectRef>
            <a:fontRef idx="minor">
              <a:schemeClr val="tx1"/>
            </a:fontRef>
          </p:style>
        </p:cxnSp>
      </p:grpSp>
      <p:grpSp>
        <p:nvGrpSpPr>
          <p:cNvPr id="12" name="Group 11">
            <a:extLst>
              <a:ext uri="{FF2B5EF4-FFF2-40B4-BE49-F238E27FC236}">
                <a16:creationId xmlns:a16="http://schemas.microsoft.com/office/drawing/2014/main" id="{0BE4E3D8-2313-A1C2-A64B-7EC9333124B2}"/>
              </a:ext>
            </a:extLst>
          </p:cNvPr>
          <p:cNvGrpSpPr/>
          <p:nvPr/>
        </p:nvGrpSpPr>
        <p:grpSpPr>
          <a:xfrm>
            <a:off x="7978707" y="3429000"/>
            <a:ext cx="3647979" cy="3147442"/>
            <a:chOff x="7978707" y="3429000"/>
            <a:chExt cx="3647979" cy="3147442"/>
          </a:xfrm>
        </p:grpSpPr>
        <p:cxnSp>
          <p:nvCxnSpPr>
            <p:cNvPr id="18" name="Straight Arrow Connector 17">
              <a:extLst>
                <a:ext uri="{FF2B5EF4-FFF2-40B4-BE49-F238E27FC236}">
                  <a16:creationId xmlns:a16="http://schemas.microsoft.com/office/drawing/2014/main" id="{D889E6F4-4F90-A0DC-A6A0-69028632A204}"/>
                </a:ext>
              </a:extLst>
            </p:cNvPr>
            <p:cNvCxnSpPr>
              <a:cxnSpLocks/>
              <a:stCxn id="8" idx="2"/>
            </p:cNvCxnSpPr>
            <p:nvPr/>
          </p:nvCxnSpPr>
          <p:spPr>
            <a:xfrm flipH="1">
              <a:off x="7978707" y="3429000"/>
              <a:ext cx="2994093" cy="297020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22443CC7-083A-ECFF-0282-377A4F9AF3FA}"/>
                </a:ext>
              </a:extLst>
            </p:cNvPr>
            <p:cNvSpPr txBox="1"/>
            <p:nvPr/>
          </p:nvSpPr>
          <p:spPr>
            <a:xfrm>
              <a:off x="10196082" y="4845446"/>
              <a:ext cx="1430604" cy="954107"/>
            </a:xfrm>
            <a:prstGeom prst="rect">
              <a:avLst/>
            </a:prstGeom>
            <a:noFill/>
          </p:spPr>
          <p:txBody>
            <a:bodyPr wrap="square" rtlCol="0">
              <a:spAutoFit/>
            </a:bodyPr>
            <a:lstStyle/>
            <a:p>
              <a:r>
                <a:rPr lang="en-US" altLang="zh-CN" sz="2000" b="1" dirty="0">
                  <a:solidFill>
                    <a:srgbClr val="00B0F0"/>
                  </a:solidFill>
                  <a:latin typeface="DengXian" panose="02010600030101010101" pitchFamily="2" charset="-122"/>
                  <a:ea typeface="DengXian" panose="02010600030101010101" pitchFamily="2" charset="-122"/>
                </a:rPr>
                <a:t>4. </a:t>
              </a:r>
              <a:r>
                <a:rPr lang="zh-TW" altLang="en-US" dirty="0">
                  <a:latin typeface="DengXian" panose="02010600030101010101" pitchFamily="2" charset="-122"/>
                  <a:ea typeface="DengXian" panose="02010600030101010101" pitchFamily="2" charset="-122"/>
                </a:rPr>
                <a:t>向我的電腦傳輸</a:t>
              </a:r>
              <a:r>
                <a:rPr lang="zh-TW" altLang="en-US" dirty="0">
                  <a:solidFill>
                    <a:schemeClr val="accent1">
                      <a:lumMod val="75000"/>
                    </a:schemeClr>
                  </a:solidFill>
                  <a:latin typeface="DengXian" panose="02010600030101010101" pitchFamily="2" charset="-122"/>
                  <a:ea typeface="DengXian" panose="02010600030101010101" pitchFamily="2" charset="-122"/>
                </a:rPr>
                <a:t>“回應” </a:t>
              </a:r>
              <a:r>
                <a:rPr lang="en-HK" altLang="zh-TW" dirty="0">
                  <a:solidFill>
                    <a:schemeClr val="accent1">
                      <a:lumMod val="75000"/>
                    </a:schemeClr>
                  </a:solidFill>
                  <a:latin typeface="DengXian" panose="02010600030101010101" pitchFamily="2" charset="-122"/>
                  <a:ea typeface="DengXian" panose="02010600030101010101" pitchFamily="2" charset="-122"/>
                </a:rPr>
                <a:t>(response)</a:t>
              </a:r>
              <a:endParaRPr lang="en-HK" dirty="0">
                <a:solidFill>
                  <a:schemeClr val="accent1">
                    <a:lumMod val="75000"/>
                  </a:schemeClr>
                </a:solidFill>
                <a:latin typeface="DengXian" panose="02010600030101010101" pitchFamily="2" charset="-122"/>
                <a:ea typeface="DengXian" panose="02010600030101010101" pitchFamily="2" charset="-122"/>
              </a:endParaRPr>
            </a:p>
          </p:txBody>
        </p:sp>
        <p:cxnSp>
          <p:nvCxnSpPr>
            <p:cNvPr id="32" name="Straight Connector 31">
              <a:extLst>
                <a:ext uri="{FF2B5EF4-FFF2-40B4-BE49-F238E27FC236}">
                  <a16:creationId xmlns:a16="http://schemas.microsoft.com/office/drawing/2014/main" id="{A78C1865-479F-6A4F-D3BB-BF59D82C005A}"/>
                </a:ext>
              </a:extLst>
            </p:cNvPr>
            <p:cNvCxnSpPr>
              <a:cxnSpLocks/>
            </p:cNvCxnSpPr>
            <p:nvPr/>
          </p:nvCxnSpPr>
          <p:spPr>
            <a:xfrm>
              <a:off x="9703358" y="4777065"/>
              <a:ext cx="492724" cy="419506"/>
            </a:xfrm>
            <a:prstGeom prst="line">
              <a:avLst/>
            </a:prstGeom>
          </p:spPr>
          <p:style>
            <a:lnRef idx="1">
              <a:schemeClr val="dk1"/>
            </a:lnRef>
            <a:fillRef idx="0">
              <a:schemeClr val="dk1"/>
            </a:fillRef>
            <a:effectRef idx="0">
              <a:schemeClr val="dk1"/>
            </a:effectRef>
            <a:fontRef idx="minor">
              <a:schemeClr val="tx1"/>
            </a:fontRef>
          </p:style>
        </p:cxnSp>
        <p:grpSp>
          <p:nvGrpSpPr>
            <p:cNvPr id="38" name="Group 37">
              <a:extLst>
                <a:ext uri="{FF2B5EF4-FFF2-40B4-BE49-F238E27FC236}">
                  <a16:creationId xmlns:a16="http://schemas.microsoft.com/office/drawing/2014/main" id="{A51E3FA8-8A2D-470E-31D4-D81C22995694}"/>
                </a:ext>
              </a:extLst>
            </p:cNvPr>
            <p:cNvGrpSpPr/>
            <p:nvPr/>
          </p:nvGrpSpPr>
          <p:grpSpPr>
            <a:xfrm>
              <a:off x="10474505" y="5715000"/>
              <a:ext cx="557545" cy="861442"/>
              <a:chOff x="10474505" y="5715000"/>
              <a:chExt cx="557545" cy="861442"/>
            </a:xfrm>
          </p:grpSpPr>
          <p:pic>
            <p:nvPicPr>
              <p:cNvPr id="35" name="Graphic 34" descr="Presentation with media with solid fill">
                <a:extLst>
                  <a:ext uri="{FF2B5EF4-FFF2-40B4-BE49-F238E27FC236}">
                    <a16:creationId xmlns:a16="http://schemas.microsoft.com/office/drawing/2014/main" id="{FEBF8F35-D74B-F725-46C1-26BDCE4B7B6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474505" y="5715000"/>
                <a:ext cx="557545" cy="557545"/>
              </a:xfrm>
              <a:prstGeom prst="rect">
                <a:avLst/>
              </a:prstGeom>
            </p:spPr>
          </p:pic>
          <p:pic>
            <p:nvPicPr>
              <p:cNvPr id="37" name="Graphic 36" descr="Binary with solid fill">
                <a:extLst>
                  <a:ext uri="{FF2B5EF4-FFF2-40B4-BE49-F238E27FC236}">
                    <a16:creationId xmlns:a16="http://schemas.microsoft.com/office/drawing/2014/main" id="{DA999C02-1D9A-7DD1-9933-86FBA1A296A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576038" y="6221964"/>
                <a:ext cx="354478" cy="354478"/>
              </a:xfrm>
              <a:prstGeom prst="rect">
                <a:avLst/>
              </a:prstGeom>
            </p:spPr>
          </p:pic>
        </p:grpSp>
      </p:grpSp>
      <p:sp>
        <p:nvSpPr>
          <p:cNvPr id="5" name="Content Placeholder 2">
            <a:extLst>
              <a:ext uri="{FF2B5EF4-FFF2-40B4-BE49-F238E27FC236}">
                <a16:creationId xmlns:a16="http://schemas.microsoft.com/office/drawing/2014/main" id="{4B5BDD1F-DEDA-3E26-7E4F-DF9B56A86D9E}"/>
              </a:ext>
            </a:extLst>
          </p:cNvPr>
          <p:cNvSpPr txBox="1">
            <a:spLocks/>
          </p:cNvSpPr>
          <p:nvPr/>
        </p:nvSpPr>
        <p:spPr>
          <a:xfrm>
            <a:off x="6948524" y="4065372"/>
            <a:ext cx="407865" cy="502821"/>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800" b="0" i="0" kern="1200" baseline="0">
                <a:solidFill>
                  <a:srgbClr val="42413D"/>
                </a:solidFill>
                <a:latin typeface="Helvetica" pitchFamily="2" charset="0"/>
                <a:ea typeface="Noto Sans TC Light" panose="020B0300000000000000" pitchFamily="34" charset="-128"/>
                <a:cs typeface="Helvetica" pitchFamily="2" charset="0"/>
              </a:defRPr>
            </a:lvl1pPr>
            <a:lvl2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400" b="0" i="0" kern="1200" baseline="0">
                <a:solidFill>
                  <a:srgbClr val="42413D"/>
                </a:solidFill>
                <a:latin typeface="Helvetica" pitchFamily="2" charset="0"/>
                <a:ea typeface="Noto Sans TC Light" panose="020B0300000000000000" pitchFamily="34" charset="-128"/>
                <a:cs typeface="Helvetica" pitchFamily="2" charset="0"/>
              </a:defRPr>
            </a:lvl2pPr>
            <a:lvl3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b="0" i="0" kern="1200" baseline="0">
                <a:solidFill>
                  <a:srgbClr val="42413D"/>
                </a:solidFill>
                <a:latin typeface="Helvetica" pitchFamily="2" charset="0"/>
                <a:ea typeface="Noto Sans TC Light" panose="020B0300000000000000" pitchFamily="34" charset="-128"/>
                <a:cs typeface="Helvetica" pitchFamily="2" charset="0"/>
              </a:defRPr>
            </a:lvl3pPr>
            <a:lvl4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b="0" i="0" kern="1200" baseline="0">
                <a:solidFill>
                  <a:srgbClr val="42413D"/>
                </a:solidFill>
                <a:latin typeface="Helvetica" pitchFamily="2" charset="0"/>
                <a:ea typeface="Noto Sans TC Light" panose="020B0300000000000000" pitchFamily="34" charset="-128"/>
                <a:cs typeface="Helvetica" pitchFamily="2" charset="0"/>
              </a:defRPr>
            </a:lvl4pPr>
            <a:lvl5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b="0" i="0" kern="1200" baseline="0">
                <a:solidFill>
                  <a:srgbClr val="42413D"/>
                </a:solidFill>
                <a:latin typeface="Helvetica" pitchFamily="2" charset="0"/>
                <a:ea typeface="Noto Sans TC Light" panose="020B0300000000000000" pitchFamily="34" charset="-128"/>
                <a:cs typeface="Helvetica" pitchFamily="2" charset="0"/>
              </a:defRPr>
            </a:lvl5pPr>
            <a:lvl6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nSpc>
                <a:spcPct val="120000"/>
              </a:lnSpc>
              <a:buNone/>
            </a:pPr>
            <a:endParaRPr lang="en-US" sz="2400" b="1" dirty="0">
              <a:solidFill>
                <a:srgbClr val="00B0F0"/>
              </a:solidFill>
              <a:latin typeface="DengXian" panose="02010600030101010101" pitchFamily="2" charset="-122"/>
              <a:ea typeface="DengXian" panose="02010600030101010101" pitchFamily="2" charset="-122"/>
            </a:endParaRPr>
          </a:p>
        </p:txBody>
      </p:sp>
      <p:sp>
        <p:nvSpPr>
          <p:cNvPr id="9" name="Content Placeholder 2">
            <a:extLst>
              <a:ext uri="{FF2B5EF4-FFF2-40B4-BE49-F238E27FC236}">
                <a16:creationId xmlns:a16="http://schemas.microsoft.com/office/drawing/2014/main" id="{6B4099E2-1F74-A35D-B00A-1457D3D8BEED}"/>
              </a:ext>
            </a:extLst>
          </p:cNvPr>
          <p:cNvSpPr txBox="1">
            <a:spLocks/>
          </p:cNvSpPr>
          <p:nvPr/>
        </p:nvSpPr>
        <p:spPr>
          <a:xfrm>
            <a:off x="7730514" y="3321772"/>
            <a:ext cx="407865" cy="502821"/>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800" b="0" i="0" kern="1200" baseline="0">
                <a:solidFill>
                  <a:srgbClr val="42413D"/>
                </a:solidFill>
                <a:latin typeface="Helvetica" pitchFamily="2" charset="0"/>
                <a:ea typeface="Noto Sans TC Light" panose="020B0300000000000000" pitchFamily="34" charset="-128"/>
                <a:cs typeface="Helvetica" pitchFamily="2" charset="0"/>
              </a:defRPr>
            </a:lvl1pPr>
            <a:lvl2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400" b="0" i="0" kern="1200" baseline="0">
                <a:solidFill>
                  <a:srgbClr val="42413D"/>
                </a:solidFill>
                <a:latin typeface="Helvetica" pitchFamily="2" charset="0"/>
                <a:ea typeface="Noto Sans TC Light" panose="020B0300000000000000" pitchFamily="34" charset="-128"/>
                <a:cs typeface="Helvetica" pitchFamily="2" charset="0"/>
              </a:defRPr>
            </a:lvl2pPr>
            <a:lvl3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b="0" i="0" kern="1200" baseline="0">
                <a:solidFill>
                  <a:srgbClr val="42413D"/>
                </a:solidFill>
                <a:latin typeface="Helvetica" pitchFamily="2" charset="0"/>
                <a:ea typeface="Noto Sans TC Light" panose="020B0300000000000000" pitchFamily="34" charset="-128"/>
                <a:cs typeface="Helvetica" pitchFamily="2" charset="0"/>
              </a:defRPr>
            </a:lvl3pPr>
            <a:lvl4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b="0" i="0" kern="1200" baseline="0">
                <a:solidFill>
                  <a:srgbClr val="42413D"/>
                </a:solidFill>
                <a:latin typeface="Helvetica" pitchFamily="2" charset="0"/>
                <a:ea typeface="Noto Sans TC Light" panose="020B0300000000000000" pitchFamily="34" charset="-128"/>
                <a:cs typeface="Helvetica" pitchFamily="2" charset="0"/>
              </a:defRPr>
            </a:lvl4pPr>
            <a:lvl5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b="0" i="0" kern="1200" baseline="0">
                <a:solidFill>
                  <a:srgbClr val="42413D"/>
                </a:solidFill>
                <a:latin typeface="Helvetica" pitchFamily="2" charset="0"/>
                <a:ea typeface="Noto Sans TC Light" panose="020B0300000000000000" pitchFamily="34" charset="-128"/>
                <a:cs typeface="Helvetica" pitchFamily="2" charset="0"/>
              </a:defRPr>
            </a:lvl5pPr>
            <a:lvl6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nSpc>
                <a:spcPct val="120000"/>
              </a:lnSpc>
              <a:buNone/>
            </a:pPr>
            <a:endParaRPr lang="en-US" sz="2400" b="1" dirty="0">
              <a:solidFill>
                <a:srgbClr val="00B0F0"/>
              </a:solidFill>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2160187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0"/>
                                        <p:tgtEl>
                                          <p:spTgt spid="7"/>
                                        </p:tgtEl>
                                      </p:cBhvr>
                                    </p:animEffect>
                                  </p:childTnLst>
                                </p:cTn>
                              </p:par>
                            </p:childTnLst>
                          </p:cTn>
                        </p:par>
                        <p:par>
                          <p:cTn id="8" fill="hold">
                            <p:stCondLst>
                              <p:cond delay="5000"/>
                            </p:stCondLst>
                            <p:childTnLst>
                              <p:par>
                                <p:cTn id="9" presetID="1" presetClass="entr" presetSubtype="0" fill="hold" nodeType="afterEffect">
                                  <p:stCondLst>
                                    <p:cond delay="1000"/>
                                  </p:stCondLst>
                                  <p:childTnLst>
                                    <p:set>
                                      <p:cBhvr>
                                        <p:cTn id="10" dur="1" fill="hold">
                                          <p:stCondLst>
                                            <p:cond delay="0"/>
                                          </p:stCondLst>
                                        </p:cTn>
                                        <p:tgtEl>
                                          <p:spTgt spid="11"/>
                                        </p:tgtEl>
                                        <p:attrNameLst>
                                          <p:attrName>style.visibility</p:attrName>
                                        </p:attrNameLst>
                                      </p:cBhvr>
                                      <p:to>
                                        <p:strVal val="visible"/>
                                      </p:to>
                                    </p:set>
                                  </p:childTnLst>
                                </p:cTn>
                              </p:par>
                            </p:childTnLst>
                          </p:cTn>
                        </p:par>
                        <p:par>
                          <p:cTn id="11" fill="hold">
                            <p:stCondLst>
                              <p:cond delay="6000"/>
                            </p:stCondLst>
                            <p:childTnLst>
                              <p:par>
                                <p:cTn id="12" presetID="53" presetClass="entr" presetSubtype="16" fill="hold" grpId="0" nodeType="afterEffect">
                                  <p:stCondLst>
                                    <p:cond delay="1000"/>
                                  </p:stCondLst>
                                  <p:childTnLst>
                                    <p:set>
                                      <p:cBhvr>
                                        <p:cTn id="13" dur="1" fill="hold">
                                          <p:stCondLst>
                                            <p:cond delay="0"/>
                                          </p:stCondLst>
                                        </p:cTn>
                                        <p:tgtEl>
                                          <p:spTgt spid="15"/>
                                        </p:tgtEl>
                                        <p:attrNameLst>
                                          <p:attrName>style.visibility</p:attrName>
                                        </p:attrNameLst>
                                      </p:cBhvr>
                                      <p:to>
                                        <p:strVal val="visible"/>
                                      </p:to>
                                    </p:set>
                                    <p:anim calcmode="lin" valueType="num">
                                      <p:cBhvr>
                                        <p:cTn id="14" dur="3000" fill="hold"/>
                                        <p:tgtEl>
                                          <p:spTgt spid="15"/>
                                        </p:tgtEl>
                                        <p:attrNameLst>
                                          <p:attrName>ppt_w</p:attrName>
                                        </p:attrNameLst>
                                      </p:cBhvr>
                                      <p:tavLst>
                                        <p:tav tm="0">
                                          <p:val>
                                            <p:fltVal val="0"/>
                                          </p:val>
                                        </p:tav>
                                        <p:tav tm="100000">
                                          <p:val>
                                            <p:strVal val="#ppt_w"/>
                                          </p:val>
                                        </p:tav>
                                      </p:tavLst>
                                    </p:anim>
                                    <p:anim calcmode="lin" valueType="num">
                                      <p:cBhvr>
                                        <p:cTn id="15" dur="3000" fill="hold"/>
                                        <p:tgtEl>
                                          <p:spTgt spid="15"/>
                                        </p:tgtEl>
                                        <p:attrNameLst>
                                          <p:attrName>ppt_h</p:attrName>
                                        </p:attrNameLst>
                                      </p:cBhvr>
                                      <p:tavLst>
                                        <p:tav tm="0">
                                          <p:val>
                                            <p:fltVal val="0"/>
                                          </p:val>
                                        </p:tav>
                                        <p:tav tm="100000">
                                          <p:val>
                                            <p:strVal val="#ppt_h"/>
                                          </p:val>
                                        </p:tav>
                                      </p:tavLst>
                                    </p:anim>
                                    <p:animEffect transition="in" filter="fade">
                                      <p:cBhvr>
                                        <p:cTn id="16" dur="3000"/>
                                        <p:tgtEl>
                                          <p:spTgt spid="15"/>
                                        </p:tgtEl>
                                      </p:cBhvr>
                                    </p:animEffect>
                                  </p:childTnLst>
                                </p:cTn>
                              </p:par>
                            </p:childTnLst>
                          </p:cTn>
                        </p:par>
                        <p:par>
                          <p:cTn id="17" fill="hold">
                            <p:stCondLst>
                              <p:cond delay="10000"/>
                            </p:stCondLst>
                            <p:childTnLst>
                              <p:par>
                                <p:cTn id="18" presetID="22" presetClass="entr" presetSubtype="1" fill="hold" nodeType="afterEffect">
                                  <p:stCondLst>
                                    <p:cond delay="500"/>
                                  </p:stCondLst>
                                  <p:childTnLst>
                                    <p:set>
                                      <p:cBhvr>
                                        <p:cTn id="19" dur="1" fill="hold">
                                          <p:stCondLst>
                                            <p:cond delay="0"/>
                                          </p:stCondLst>
                                        </p:cTn>
                                        <p:tgtEl>
                                          <p:spTgt spid="12"/>
                                        </p:tgtEl>
                                        <p:attrNameLst>
                                          <p:attrName>style.visibility</p:attrName>
                                        </p:attrNameLst>
                                      </p:cBhvr>
                                      <p:to>
                                        <p:strVal val="visible"/>
                                      </p:to>
                                    </p:set>
                                    <p:animEffect transition="in" filter="wipe(up)">
                                      <p:cBhvr>
                                        <p:cTn id="20" dur="5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E9486-AE64-A34D-8C34-BA7D6F7F6B24}"/>
              </a:ext>
            </a:extLst>
          </p:cNvPr>
          <p:cNvSpPr>
            <a:spLocks noGrp="1"/>
          </p:cNvSpPr>
          <p:nvPr>
            <p:ph type="title"/>
          </p:nvPr>
        </p:nvSpPr>
        <p:spPr/>
        <p:txBody>
          <a:bodyPr/>
          <a:lstStyle/>
          <a:p>
            <a:r>
              <a:rPr lang="en-US" dirty="0" err="1"/>
              <a:t>什麼是互聯網</a:t>
            </a:r>
            <a:r>
              <a:rPr lang="en-US" dirty="0"/>
              <a:t>?</a:t>
            </a:r>
          </a:p>
        </p:txBody>
      </p:sp>
      <p:sp>
        <p:nvSpPr>
          <p:cNvPr id="4" name="Slide Number Placeholder 3">
            <a:extLst>
              <a:ext uri="{FF2B5EF4-FFF2-40B4-BE49-F238E27FC236}">
                <a16:creationId xmlns:a16="http://schemas.microsoft.com/office/drawing/2014/main" id="{3BA3A28A-C55A-A04F-ADB8-992D3A24C250}"/>
              </a:ext>
            </a:extLst>
          </p:cNvPr>
          <p:cNvSpPr>
            <a:spLocks noGrp="1"/>
          </p:cNvSpPr>
          <p:nvPr>
            <p:ph type="sldNum" sz="quarter" idx="12"/>
          </p:nvPr>
        </p:nvSpPr>
        <p:spPr/>
        <p:txBody>
          <a:bodyPr/>
          <a:lstStyle/>
          <a:p>
            <a:fld id="{14B07A3D-2F58-EF4D-A265-F014B879E6ED}" type="slidenum">
              <a:rPr lang="en-US" smtClean="0"/>
              <a:pPr/>
              <a:t>13</a:t>
            </a:fld>
            <a:endParaRPr lang="en-US"/>
          </a:p>
        </p:txBody>
      </p:sp>
      <p:sp>
        <p:nvSpPr>
          <p:cNvPr id="7" name="Content Placeholder 2">
            <a:extLst>
              <a:ext uri="{FF2B5EF4-FFF2-40B4-BE49-F238E27FC236}">
                <a16:creationId xmlns:a16="http://schemas.microsoft.com/office/drawing/2014/main" id="{BBAF120B-4BAF-09A3-1C46-666A0C0D08A8}"/>
              </a:ext>
            </a:extLst>
          </p:cNvPr>
          <p:cNvSpPr>
            <a:spLocks noGrp="1"/>
          </p:cNvSpPr>
          <p:nvPr>
            <p:ph idx="1"/>
          </p:nvPr>
        </p:nvSpPr>
        <p:spPr>
          <a:xfrm>
            <a:off x="1371600" y="2286000"/>
            <a:ext cx="6021009" cy="3581400"/>
          </a:xfrm>
        </p:spPr>
        <p:txBody>
          <a:bodyPr>
            <a:noAutofit/>
          </a:bodyPr>
          <a:lstStyle/>
          <a:p>
            <a:pPr>
              <a:lnSpc>
                <a:spcPct val="120000"/>
              </a:lnSpc>
            </a:pPr>
            <a:r>
              <a:rPr lang="en-HK" sz="2400" dirty="0">
                <a:latin typeface="DengXian" panose="02010600030101010101" pitchFamily="2" charset="-122"/>
                <a:ea typeface="DengXian" panose="02010600030101010101" pitchFamily="2" charset="-122"/>
              </a:rPr>
              <a:t>全球有很多“互聯網服務“，單是網站就有2億個。 互聯網用戶就有40到50億人。 </a:t>
            </a:r>
          </a:p>
          <a:p>
            <a:pPr>
              <a:lnSpc>
                <a:spcPct val="120000"/>
              </a:lnSpc>
            </a:pPr>
            <a:r>
              <a:rPr lang="en-HK" sz="2400" dirty="0">
                <a:latin typeface="DengXian" panose="02010600030101010101" pitchFamily="2" charset="-122"/>
                <a:ea typeface="DengXian" panose="02010600030101010101" pitchFamily="2" charset="-122"/>
              </a:rPr>
              <a:t>要把這40-50億用戶的電腦逐一用「點對點」的方式連結到每個互聯網服務服務是不可行的</a:t>
            </a:r>
          </a:p>
          <a:p>
            <a:pPr>
              <a:lnSpc>
                <a:spcPct val="120000"/>
              </a:lnSpc>
            </a:pPr>
            <a:r>
              <a:rPr lang="zh-TW" altLang="en-US" sz="2400" dirty="0">
                <a:latin typeface="DengXian" panose="02010600030101010101" pitchFamily="2" charset="-122"/>
                <a:ea typeface="DengXian" panose="02010600030101010101" pitchFamily="2" charset="-122"/>
              </a:rPr>
              <a:t>當</a:t>
            </a:r>
            <a:r>
              <a:rPr lang="en-US" altLang="zh-TW" sz="2400" dirty="0">
                <a:latin typeface="DengXian" panose="02010600030101010101" pitchFamily="2" charset="-122"/>
                <a:ea typeface="DengXian" panose="02010600030101010101" pitchFamily="2" charset="-122"/>
              </a:rPr>
              <a:t>A</a:t>
            </a:r>
            <a:r>
              <a:rPr lang="zh-TW" altLang="en-US" sz="2400" dirty="0">
                <a:latin typeface="DengXian" panose="02010600030101010101" pitchFamily="2" charset="-122"/>
                <a:ea typeface="DengXian" panose="02010600030101010101" pitchFamily="2" charset="-122"/>
              </a:rPr>
              <a:t>同學要發電郵給</a:t>
            </a:r>
            <a:r>
              <a:rPr lang="en-US" altLang="zh-TW" sz="2400" dirty="0">
                <a:latin typeface="DengXian" panose="02010600030101010101" pitchFamily="2" charset="-122"/>
                <a:ea typeface="DengXian" panose="02010600030101010101" pitchFamily="2" charset="-122"/>
              </a:rPr>
              <a:t>B</a:t>
            </a:r>
            <a:r>
              <a:rPr lang="zh-TW" altLang="en-US" sz="2400" dirty="0">
                <a:latin typeface="DengXian" panose="02010600030101010101" pitchFamily="2" charset="-122"/>
                <a:ea typeface="DengXian" panose="02010600030101010101" pitchFamily="2" charset="-122"/>
              </a:rPr>
              <a:t>同學，用「點對點」方法連結更加不可能，因為全球用戶達到</a:t>
            </a:r>
            <a:r>
              <a:rPr lang="en-US" altLang="zh-TW" sz="2400" dirty="0">
                <a:latin typeface="DengXian" panose="02010600030101010101" pitchFamily="2" charset="-122"/>
                <a:ea typeface="DengXian" panose="02010600030101010101" pitchFamily="2" charset="-122"/>
              </a:rPr>
              <a:t>40-50</a:t>
            </a:r>
            <a:r>
              <a:rPr lang="zh-TW" altLang="en-US" sz="2400" dirty="0">
                <a:latin typeface="DengXian" panose="02010600030101010101" pitchFamily="2" charset="-122"/>
                <a:ea typeface="DengXian" panose="02010600030101010101" pitchFamily="2" charset="-122"/>
              </a:rPr>
              <a:t>億人</a:t>
            </a:r>
            <a:endParaRPr lang="en-HK" sz="2400" dirty="0">
              <a:latin typeface="DengXian" panose="02010600030101010101" pitchFamily="2" charset="-122"/>
              <a:ea typeface="DengXian" panose="02010600030101010101" pitchFamily="2" charset="-122"/>
            </a:endParaRPr>
          </a:p>
          <a:p>
            <a:pPr>
              <a:lnSpc>
                <a:spcPct val="120000"/>
              </a:lnSpc>
            </a:pPr>
            <a:endParaRPr lang="en-HK" sz="2400" dirty="0">
              <a:latin typeface="DengXian" panose="02010600030101010101" pitchFamily="2" charset="-122"/>
              <a:ea typeface="DengXian" panose="02010600030101010101" pitchFamily="2" charset="-122"/>
            </a:endParaRPr>
          </a:p>
        </p:txBody>
      </p:sp>
      <p:pic>
        <p:nvPicPr>
          <p:cNvPr id="12" name="Graphic 11" descr="Server with solid fill">
            <a:extLst>
              <a:ext uri="{FF2B5EF4-FFF2-40B4-BE49-F238E27FC236}">
                <a16:creationId xmlns:a16="http://schemas.microsoft.com/office/drawing/2014/main" id="{1A97296F-7FF2-5211-0C34-9611CA2F9D2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526334" y="1640719"/>
            <a:ext cx="588131" cy="588131"/>
          </a:xfrm>
          <a:prstGeom prst="rect">
            <a:avLst/>
          </a:prstGeom>
        </p:spPr>
      </p:pic>
      <p:pic>
        <p:nvPicPr>
          <p:cNvPr id="16" name="Graphic 15" descr="Programmer female with solid fill">
            <a:extLst>
              <a:ext uri="{FF2B5EF4-FFF2-40B4-BE49-F238E27FC236}">
                <a16:creationId xmlns:a16="http://schemas.microsoft.com/office/drawing/2014/main" id="{F82E0073-4AA4-0592-3146-25DFADCE2D3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79544" y="1791909"/>
            <a:ext cx="359531" cy="359531"/>
          </a:xfrm>
          <a:prstGeom prst="rect">
            <a:avLst/>
          </a:prstGeom>
        </p:spPr>
      </p:pic>
      <p:pic>
        <p:nvPicPr>
          <p:cNvPr id="43" name="Graphic 42" descr="Programmer female with solid fill">
            <a:extLst>
              <a:ext uri="{FF2B5EF4-FFF2-40B4-BE49-F238E27FC236}">
                <a16:creationId xmlns:a16="http://schemas.microsoft.com/office/drawing/2014/main" id="{28D55365-6EDB-D213-5E06-009DE10FE09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79544" y="2151440"/>
            <a:ext cx="359531" cy="359531"/>
          </a:xfrm>
          <a:prstGeom prst="rect">
            <a:avLst/>
          </a:prstGeom>
        </p:spPr>
      </p:pic>
      <p:pic>
        <p:nvPicPr>
          <p:cNvPr id="44" name="Graphic 43" descr="Programmer female with solid fill">
            <a:extLst>
              <a:ext uri="{FF2B5EF4-FFF2-40B4-BE49-F238E27FC236}">
                <a16:creationId xmlns:a16="http://schemas.microsoft.com/office/drawing/2014/main" id="{C741176D-E39D-07C6-86EF-571BADF100F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79544" y="2537127"/>
            <a:ext cx="359531" cy="359531"/>
          </a:xfrm>
          <a:prstGeom prst="rect">
            <a:avLst/>
          </a:prstGeom>
        </p:spPr>
      </p:pic>
      <p:pic>
        <p:nvPicPr>
          <p:cNvPr id="45" name="Graphic 44" descr="Programmer female with solid fill">
            <a:extLst>
              <a:ext uri="{FF2B5EF4-FFF2-40B4-BE49-F238E27FC236}">
                <a16:creationId xmlns:a16="http://schemas.microsoft.com/office/drawing/2014/main" id="{3CC43E38-E346-B3E1-A394-B86CA09F296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79544" y="2896658"/>
            <a:ext cx="359531" cy="359531"/>
          </a:xfrm>
          <a:prstGeom prst="rect">
            <a:avLst/>
          </a:prstGeom>
        </p:spPr>
      </p:pic>
      <p:pic>
        <p:nvPicPr>
          <p:cNvPr id="46" name="Graphic 45" descr="Programmer female with solid fill">
            <a:extLst>
              <a:ext uri="{FF2B5EF4-FFF2-40B4-BE49-F238E27FC236}">
                <a16:creationId xmlns:a16="http://schemas.microsoft.com/office/drawing/2014/main" id="{F7B0A1A6-D453-5674-4E49-2931DBECE6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79544" y="3277809"/>
            <a:ext cx="359531" cy="359531"/>
          </a:xfrm>
          <a:prstGeom prst="rect">
            <a:avLst/>
          </a:prstGeom>
        </p:spPr>
      </p:pic>
      <p:pic>
        <p:nvPicPr>
          <p:cNvPr id="47" name="Graphic 46" descr="Programmer female with solid fill">
            <a:extLst>
              <a:ext uri="{FF2B5EF4-FFF2-40B4-BE49-F238E27FC236}">
                <a16:creationId xmlns:a16="http://schemas.microsoft.com/office/drawing/2014/main" id="{D22EB509-9C1A-494F-6F37-F069E581C42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79544" y="3637340"/>
            <a:ext cx="359531" cy="359531"/>
          </a:xfrm>
          <a:prstGeom prst="rect">
            <a:avLst/>
          </a:prstGeom>
        </p:spPr>
      </p:pic>
      <p:pic>
        <p:nvPicPr>
          <p:cNvPr id="48" name="Graphic 47" descr="Programmer female with solid fill">
            <a:extLst>
              <a:ext uri="{FF2B5EF4-FFF2-40B4-BE49-F238E27FC236}">
                <a16:creationId xmlns:a16="http://schemas.microsoft.com/office/drawing/2014/main" id="{3FC84FB2-4134-9B1E-38D6-17AB078D603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79544" y="4023027"/>
            <a:ext cx="359531" cy="359531"/>
          </a:xfrm>
          <a:prstGeom prst="rect">
            <a:avLst/>
          </a:prstGeom>
        </p:spPr>
      </p:pic>
      <p:pic>
        <p:nvPicPr>
          <p:cNvPr id="49" name="Graphic 48" descr="Programmer female with solid fill">
            <a:extLst>
              <a:ext uri="{FF2B5EF4-FFF2-40B4-BE49-F238E27FC236}">
                <a16:creationId xmlns:a16="http://schemas.microsoft.com/office/drawing/2014/main" id="{B0E71584-5C83-EAB3-37DD-1464ABE6D2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79544" y="4382558"/>
            <a:ext cx="359531" cy="359531"/>
          </a:xfrm>
          <a:prstGeom prst="rect">
            <a:avLst/>
          </a:prstGeom>
        </p:spPr>
      </p:pic>
      <p:pic>
        <p:nvPicPr>
          <p:cNvPr id="50" name="Graphic 49" descr="Programmer female with solid fill">
            <a:extLst>
              <a:ext uri="{FF2B5EF4-FFF2-40B4-BE49-F238E27FC236}">
                <a16:creationId xmlns:a16="http://schemas.microsoft.com/office/drawing/2014/main" id="{0FF84B59-5FA0-278E-2755-E435214ECB8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79544" y="4791076"/>
            <a:ext cx="359531" cy="359531"/>
          </a:xfrm>
          <a:prstGeom prst="rect">
            <a:avLst/>
          </a:prstGeom>
        </p:spPr>
      </p:pic>
      <p:pic>
        <p:nvPicPr>
          <p:cNvPr id="51" name="Graphic 50" descr="Programmer female with solid fill">
            <a:extLst>
              <a:ext uri="{FF2B5EF4-FFF2-40B4-BE49-F238E27FC236}">
                <a16:creationId xmlns:a16="http://schemas.microsoft.com/office/drawing/2014/main" id="{5A0A9DA6-0024-4C1F-8ED4-11977124C03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79544" y="5150607"/>
            <a:ext cx="359531" cy="359531"/>
          </a:xfrm>
          <a:prstGeom prst="rect">
            <a:avLst/>
          </a:prstGeom>
        </p:spPr>
      </p:pic>
      <p:pic>
        <p:nvPicPr>
          <p:cNvPr id="52" name="Graphic 51" descr="Programmer female with solid fill">
            <a:extLst>
              <a:ext uri="{FF2B5EF4-FFF2-40B4-BE49-F238E27FC236}">
                <a16:creationId xmlns:a16="http://schemas.microsoft.com/office/drawing/2014/main" id="{663F4143-AD64-9A10-0090-F07E3A7A183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79544" y="5536294"/>
            <a:ext cx="359531" cy="359531"/>
          </a:xfrm>
          <a:prstGeom prst="rect">
            <a:avLst/>
          </a:prstGeom>
        </p:spPr>
      </p:pic>
      <p:pic>
        <p:nvPicPr>
          <p:cNvPr id="53" name="Graphic 52" descr="Programmer female with solid fill">
            <a:extLst>
              <a:ext uri="{FF2B5EF4-FFF2-40B4-BE49-F238E27FC236}">
                <a16:creationId xmlns:a16="http://schemas.microsoft.com/office/drawing/2014/main" id="{CC3F5A82-7F16-695F-A725-611A12EF73F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79544" y="5895825"/>
            <a:ext cx="359531" cy="359531"/>
          </a:xfrm>
          <a:prstGeom prst="rect">
            <a:avLst/>
          </a:prstGeom>
        </p:spPr>
      </p:pic>
      <p:pic>
        <p:nvPicPr>
          <p:cNvPr id="54" name="Graphic 53" descr="Server with solid fill">
            <a:extLst>
              <a:ext uri="{FF2B5EF4-FFF2-40B4-BE49-F238E27FC236}">
                <a16:creationId xmlns:a16="http://schemas.microsoft.com/office/drawing/2014/main" id="{5FAA7401-D281-2BF5-78E2-002B04EBC0B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526334" y="2171700"/>
            <a:ext cx="588131" cy="588131"/>
          </a:xfrm>
          <a:prstGeom prst="rect">
            <a:avLst/>
          </a:prstGeom>
        </p:spPr>
      </p:pic>
      <p:pic>
        <p:nvPicPr>
          <p:cNvPr id="55" name="Graphic 54" descr="Server with solid fill">
            <a:extLst>
              <a:ext uri="{FF2B5EF4-FFF2-40B4-BE49-F238E27FC236}">
                <a16:creationId xmlns:a16="http://schemas.microsoft.com/office/drawing/2014/main" id="{0A853CBA-6A2E-D9B0-A551-C6A4A283C30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526334" y="2768675"/>
            <a:ext cx="588131" cy="588131"/>
          </a:xfrm>
          <a:prstGeom prst="rect">
            <a:avLst/>
          </a:prstGeom>
        </p:spPr>
      </p:pic>
      <p:pic>
        <p:nvPicPr>
          <p:cNvPr id="60" name="Graphic 59" descr="Server with solid fill">
            <a:extLst>
              <a:ext uri="{FF2B5EF4-FFF2-40B4-BE49-F238E27FC236}">
                <a16:creationId xmlns:a16="http://schemas.microsoft.com/office/drawing/2014/main" id="{7E71390D-159B-D3C8-819D-FA279105EE2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526334" y="3356806"/>
            <a:ext cx="588131" cy="588131"/>
          </a:xfrm>
          <a:prstGeom prst="rect">
            <a:avLst/>
          </a:prstGeom>
        </p:spPr>
      </p:pic>
      <p:pic>
        <p:nvPicPr>
          <p:cNvPr id="61" name="Graphic 60" descr="Server with solid fill">
            <a:extLst>
              <a:ext uri="{FF2B5EF4-FFF2-40B4-BE49-F238E27FC236}">
                <a16:creationId xmlns:a16="http://schemas.microsoft.com/office/drawing/2014/main" id="{9FF58B0F-25FF-7045-D218-CEC9450E173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526334" y="3993243"/>
            <a:ext cx="588131" cy="588131"/>
          </a:xfrm>
          <a:prstGeom prst="rect">
            <a:avLst/>
          </a:prstGeom>
        </p:spPr>
      </p:pic>
      <p:pic>
        <p:nvPicPr>
          <p:cNvPr id="62" name="Graphic 61" descr="Server with solid fill">
            <a:extLst>
              <a:ext uri="{FF2B5EF4-FFF2-40B4-BE49-F238E27FC236}">
                <a16:creationId xmlns:a16="http://schemas.microsoft.com/office/drawing/2014/main" id="{C9245125-6A68-BDC0-7435-86149FDE706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526334" y="4533068"/>
            <a:ext cx="588131" cy="588131"/>
          </a:xfrm>
          <a:prstGeom prst="rect">
            <a:avLst/>
          </a:prstGeom>
        </p:spPr>
      </p:pic>
      <p:pic>
        <p:nvPicPr>
          <p:cNvPr id="63" name="Graphic 62" descr="Server with solid fill">
            <a:extLst>
              <a:ext uri="{FF2B5EF4-FFF2-40B4-BE49-F238E27FC236}">
                <a16:creationId xmlns:a16="http://schemas.microsoft.com/office/drawing/2014/main" id="{E8640395-0DA1-EC2B-DD3F-4EF69B5322D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526334" y="5145616"/>
            <a:ext cx="588131" cy="588131"/>
          </a:xfrm>
          <a:prstGeom prst="rect">
            <a:avLst/>
          </a:prstGeom>
        </p:spPr>
      </p:pic>
      <p:pic>
        <p:nvPicPr>
          <p:cNvPr id="64" name="Graphic 63" descr="Server with solid fill">
            <a:extLst>
              <a:ext uri="{FF2B5EF4-FFF2-40B4-BE49-F238E27FC236}">
                <a16:creationId xmlns:a16="http://schemas.microsoft.com/office/drawing/2014/main" id="{5479A630-8191-DF24-8F25-71AA267D68E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526334" y="5667225"/>
            <a:ext cx="588131" cy="588131"/>
          </a:xfrm>
          <a:prstGeom prst="rect">
            <a:avLst/>
          </a:prstGeom>
        </p:spPr>
      </p:pic>
      <p:pic>
        <p:nvPicPr>
          <p:cNvPr id="65" name="Graphic 64" descr="Server with solid fill">
            <a:extLst>
              <a:ext uri="{FF2B5EF4-FFF2-40B4-BE49-F238E27FC236}">
                <a16:creationId xmlns:a16="http://schemas.microsoft.com/office/drawing/2014/main" id="{69C98FBB-F4F2-9BDA-938F-B0EE93FC46D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526334" y="6181725"/>
            <a:ext cx="588131" cy="588131"/>
          </a:xfrm>
          <a:prstGeom prst="rect">
            <a:avLst/>
          </a:prstGeom>
        </p:spPr>
      </p:pic>
      <p:cxnSp>
        <p:nvCxnSpPr>
          <p:cNvPr id="67" name="Straight Connector 66">
            <a:extLst>
              <a:ext uri="{FF2B5EF4-FFF2-40B4-BE49-F238E27FC236}">
                <a16:creationId xmlns:a16="http://schemas.microsoft.com/office/drawing/2014/main" id="{F173E645-F196-232C-C4BD-D74871CE2E0A}"/>
              </a:ext>
            </a:extLst>
          </p:cNvPr>
          <p:cNvCxnSpPr>
            <a:cxnSpLocks/>
            <a:stCxn id="16" idx="3"/>
            <a:endCxn id="12" idx="1"/>
          </p:cNvCxnSpPr>
          <p:nvPr/>
        </p:nvCxnSpPr>
        <p:spPr>
          <a:xfrm flipV="1">
            <a:off x="7839075" y="1934785"/>
            <a:ext cx="2687259" cy="3689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F6C16998-1EB5-0581-E703-E967301CC0A5}"/>
              </a:ext>
            </a:extLst>
          </p:cNvPr>
          <p:cNvCxnSpPr>
            <a:cxnSpLocks/>
            <a:stCxn id="43" idx="3"/>
            <a:endCxn id="54" idx="1"/>
          </p:cNvCxnSpPr>
          <p:nvPr/>
        </p:nvCxnSpPr>
        <p:spPr>
          <a:xfrm>
            <a:off x="7839075" y="2331206"/>
            <a:ext cx="2687259" cy="13456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D679C3F7-961C-B8D7-5F4F-DD1DF5176AAB}"/>
              </a:ext>
            </a:extLst>
          </p:cNvPr>
          <p:cNvCxnSpPr>
            <a:cxnSpLocks/>
            <a:stCxn id="44" idx="3"/>
            <a:endCxn id="55" idx="1"/>
          </p:cNvCxnSpPr>
          <p:nvPr/>
        </p:nvCxnSpPr>
        <p:spPr>
          <a:xfrm>
            <a:off x="7839075" y="2716893"/>
            <a:ext cx="2687259" cy="345848"/>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0245D397-806B-2A42-FC95-F1C8D2B0129C}"/>
              </a:ext>
            </a:extLst>
          </p:cNvPr>
          <p:cNvCxnSpPr>
            <a:cxnSpLocks/>
            <a:stCxn id="45" idx="3"/>
            <a:endCxn id="60" idx="1"/>
          </p:cNvCxnSpPr>
          <p:nvPr/>
        </p:nvCxnSpPr>
        <p:spPr>
          <a:xfrm>
            <a:off x="7839075" y="3076424"/>
            <a:ext cx="2687259" cy="574448"/>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FEEE571B-D092-84B1-F004-097C499D6EB6}"/>
              </a:ext>
            </a:extLst>
          </p:cNvPr>
          <p:cNvCxnSpPr>
            <a:cxnSpLocks/>
            <a:stCxn id="46" idx="3"/>
            <a:endCxn id="61" idx="1"/>
          </p:cNvCxnSpPr>
          <p:nvPr/>
        </p:nvCxnSpPr>
        <p:spPr>
          <a:xfrm>
            <a:off x="7839075" y="3457575"/>
            <a:ext cx="2687259" cy="829734"/>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B89CB91F-5E30-2130-EAA6-5829D7C5E191}"/>
              </a:ext>
            </a:extLst>
          </p:cNvPr>
          <p:cNvCxnSpPr>
            <a:cxnSpLocks/>
            <a:stCxn id="47" idx="3"/>
            <a:endCxn id="62" idx="1"/>
          </p:cNvCxnSpPr>
          <p:nvPr/>
        </p:nvCxnSpPr>
        <p:spPr>
          <a:xfrm>
            <a:off x="7839075" y="3817106"/>
            <a:ext cx="2687259" cy="1010028"/>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09C588D9-5E7E-6EB2-F0DA-BA81A73BBA35}"/>
              </a:ext>
            </a:extLst>
          </p:cNvPr>
          <p:cNvCxnSpPr>
            <a:cxnSpLocks/>
            <a:stCxn id="48" idx="3"/>
            <a:endCxn id="63" idx="1"/>
          </p:cNvCxnSpPr>
          <p:nvPr/>
        </p:nvCxnSpPr>
        <p:spPr>
          <a:xfrm>
            <a:off x="7839075" y="4202793"/>
            <a:ext cx="2687259" cy="1236889"/>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037BAA6B-1AE7-D9D4-579A-2ADB832EF969}"/>
              </a:ext>
            </a:extLst>
          </p:cNvPr>
          <p:cNvCxnSpPr>
            <a:cxnSpLocks/>
            <a:stCxn id="49" idx="3"/>
            <a:endCxn id="64" idx="1"/>
          </p:cNvCxnSpPr>
          <p:nvPr/>
        </p:nvCxnSpPr>
        <p:spPr>
          <a:xfrm>
            <a:off x="7839075" y="4562324"/>
            <a:ext cx="2687259" cy="1398967"/>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2703AE49-0C44-8527-20C1-7B4545CDF378}"/>
              </a:ext>
            </a:extLst>
          </p:cNvPr>
          <p:cNvCxnSpPr>
            <a:cxnSpLocks/>
            <a:stCxn id="50" idx="3"/>
            <a:endCxn id="65" idx="1"/>
          </p:cNvCxnSpPr>
          <p:nvPr/>
        </p:nvCxnSpPr>
        <p:spPr>
          <a:xfrm>
            <a:off x="7839075" y="4970842"/>
            <a:ext cx="2687259" cy="1504949"/>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D19DB427-B9B8-77A4-1F17-AA60AF3AC2A7}"/>
              </a:ext>
            </a:extLst>
          </p:cNvPr>
          <p:cNvCxnSpPr>
            <a:cxnSpLocks/>
            <a:stCxn id="51" idx="3"/>
            <a:endCxn id="65" idx="1"/>
          </p:cNvCxnSpPr>
          <p:nvPr/>
        </p:nvCxnSpPr>
        <p:spPr>
          <a:xfrm>
            <a:off x="7839075" y="5330373"/>
            <a:ext cx="2687259" cy="1145418"/>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E26BA724-334D-0410-6DD0-A5D0F8FC6734}"/>
              </a:ext>
            </a:extLst>
          </p:cNvPr>
          <p:cNvCxnSpPr>
            <a:cxnSpLocks/>
            <a:stCxn id="52" idx="3"/>
            <a:endCxn id="65" idx="1"/>
          </p:cNvCxnSpPr>
          <p:nvPr/>
        </p:nvCxnSpPr>
        <p:spPr>
          <a:xfrm>
            <a:off x="7839075" y="5716060"/>
            <a:ext cx="2687259" cy="759731"/>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3DADB5CA-112B-C8D9-93C6-22FBADE87476}"/>
              </a:ext>
            </a:extLst>
          </p:cNvPr>
          <p:cNvCxnSpPr>
            <a:cxnSpLocks/>
            <a:stCxn id="53" idx="3"/>
            <a:endCxn id="65" idx="1"/>
          </p:cNvCxnSpPr>
          <p:nvPr/>
        </p:nvCxnSpPr>
        <p:spPr>
          <a:xfrm>
            <a:off x="7839075" y="6075591"/>
            <a:ext cx="2687259" cy="40020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320F4803-E492-548A-917F-D1EC8CCBCDC3}"/>
              </a:ext>
            </a:extLst>
          </p:cNvPr>
          <p:cNvCxnSpPr>
            <a:cxnSpLocks/>
            <a:stCxn id="54" idx="1"/>
            <a:endCxn id="16" idx="3"/>
          </p:cNvCxnSpPr>
          <p:nvPr/>
        </p:nvCxnSpPr>
        <p:spPr>
          <a:xfrm flipH="1" flipV="1">
            <a:off x="7839075" y="1971675"/>
            <a:ext cx="2687259" cy="49409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1695645F-F9AA-E359-0D37-CEA33831A176}"/>
              </a:ext>
            </a:extLst>
          </p:cNvPr>
          <p:cNvCxnSpPr>
            <a:cxnSpLocks/>
            <a:stCxn id="12" idx="1"/>
            <a:endCxn id="43" idx="3"/>
          </p:cNvCxnSpPr>
          <p:nvPr/>
        </p:nvCxnSpPr>
        <p:spPr>
          <a:xfrm flipH="1">
            <a:off x="7839075" y="1934785"/>
            <a:ext cx="2687259" cy="39642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E18185B1-8769-2F84-5011-471BC1795838}"/>
              </a:ext>
            </a:extLst>
          </p:cNvPr>
          <p:cNvCxnSpPr>
            <a:cxnSpLocks/>
            <a:endCxn id="43" idx="3"/>
          </p:cNvCxnSpPr>
          <p:nvPr/>
        </p:nvCxnSpPr>
        <p:spPr>
          <a:xfrm flipH="1" flipV="1">
            <a:off x="7839075" y="2331206"/>
            <a:ext cx="2687259" cy="736525"/>
          </a:xfrm>
          <a:prstGeom prst="line">
            <a:avLst/>
          </a:prstGeom>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6CE9270E-E932-7F7E-2795-CB7EC1CAC5FB}"/>
              </a:ext>
            </a:extLst>
          </p:cNvPr>
          <p:cNvCxnSpPr>
            <a:cxnSpLocks/>
            <a:stCxn id="60" idx="1"/>
            <a:endCxn id="44" idx="3"/>
          </p:cNvCxnSpPr>
          <p:nvPr/>
        </p:nvCxnSpPr>
        <p:spPr>
          <a:xfrm flipH="1" flipV="1">
            <a:off x="7839075" y="2716893"/>
            <a:ext cx="2687259" cy="933979"/>
          </a:xfrm>
          <a:prstGeom prst="line">
            <a:avLst/>
          </a:prstGeom>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2ABBB473-80D5-98B0-EC8B-7C9BD8603375}"/>
              </a:ext>
            </a:extLst>
          </p:cNvPr>
          <p:cNvCxnSpPr>
            <a:cxnSpLocks/>
            <a:stCxn id="61" idx="1"/>
            <a:endCxn id="45" idx="3"/>
          </p:cNvCxnSpPr>
          <p:nvPr/>
        </p:nvCxnSpPr>
        <p:spPr>
          <a:xfrm flipH="1" flipV="1">
            <a:off x="7839075" y="3076424"/>
            <a:ext cx="2687259" cy="1210885"/>
          </a:xfrm>
          <a:prstGeom prst="line">
            <a:avLst/>
          </a:prstGeom>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F1F2E4F6-10A2-CB0D-0D62-B22FEAFC7DF7}"/>
              </a:ext>
            </a:extLst>
          </p:cNvPr>
          <p:cNvCxnSpPr>
            <a:cxnSpLocks/>
            <a:stCxn id="62" idx="1"/>
            <a:endCxn id="46" idx="3"/>
          </p:cNvCxnSpPr>
          <p:nvPr/>
        </p:nvCxnSpPr>
        <p:spPr>
          <a:xfrm flipH="1" flipV="1">
            <a:off x="7839075" y="3457575"/>
            <a:ext cx="2687259" cy="1369559"/>
          </a:xfrm>
          <a:prstGeom prst="line">
            <a:avLst/>
          </a:prstGeom>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A4FAE33D-D443-5D66-FD2A-DE54F8B31AAD}"/>
              </a:ext>
            </a:extLst>
          </p:cNvPr>
          <p:cNvCxnSpPr>
            <a:cxnSpLocks/>
            <a:stCxn id="63" idx="1"/>
            <a:endCxn id="47" idx="3"/>
          </p:cNvCxnSpPr>
          <p:nvPr/>
        </p:nvCxnSpPr>
        <p:spPr>
          <a:xfrm flipH="1" flipV="1">
            <a:off x="7839075" y="3817106"/>
            <a:ext cx="2687259" cy="1622576"/>
          </a:xfrm>
          <a:prstGeom prst="line">
            <a:avLst/>
          </a:prstGeom>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E2430EB3-BCE7-B53A-C2B2-B6B242CF52F5}"/>
              </a:ext>
            </a:extLst>
          </p:cNvPr>
          <p:cNvCxnSpPr>
            <a:cxnSpLocks/>
            <a:stCxn id="64" idx="1"/>
            <a:endCxn id="48" idx="3"/>
          </p:cNvCxnSpPr>
          <p:nvPr/>
        </p:nvCxnSpPr>
        <p:spPr>
          <a:xfrm flipH="1" flipV="1">
            <a:off x="7839075" y="4202793"/>
            <a:ext cx="2687259" cy="175849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E1D915CE-B2AF-33D7-579C-0C0A5BDCBFC5}"/>
              </a:ext>
            </a:extLst>
          </p:cNvPr>
          <p:cNvCxnSpPr>
            <a:cxnSpLocks/>
            <a:stCxn id="62" idx="1"/>
          </p:cNvCxnSpPr>
          <p:nvPr/>
        </p:nvCxnSpPr>
        <p:spPr>
          <a:xfrm flipH="1">
            <a:off x="7839075" y="4827134"/>
            <a:ext cx="2687259" cy="2549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A1DDFAA3-3D9A-1DC4-FAFF-2C179C698867}"/>
              </a:ext>
            </a:extLst>
          </p:cNvPr>
          <p:cNvCxnSpPr>
            <a:cxnSpLocks/>
            <a:stCxn id="63" idx="1"/>
          </p:cNvCxnSpPr>
          <p:nvPr/>
        </p:nvCxnSpPr>
        <p:spPr>
          <a:xfrm flipH="1" flipV="1">
            <a:off x="7839075" y="5353278"/>
            <a:ext cx="2687259" cy="86404"/>
          </a:xfrm>
          <a:prstGeom prst="line">
            <a:avLst/>
          </a:prstGeom>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CDE5684D-3DA9-205B-9F41-9970B9C8F0F7}"/>
              </a:ext>
            </a:extLst>
          </p:cNvPr>
          <p:cNvCxnSpPr>
            <a:cxnSpLocks/>
            <a:stCxn id="64" idx="1"/>
          </p:cNvCxnSpPr>
          <p:nvPr/>
        </p:nvCxnSpPr>
        <p:spPr>
          <a:xfrm flipH="1" flipV="1">
            <a:off x="7839075" y="5706873"/>
            <a:ext cx="2687259" cy="25441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6B3396D7-BDF6-723C-DA74-ECB36240B315}"/>
              </a:ext>
            </a:extLst>
          </p:cNvPr>
          <p:cNvCxnSpPr>
            <a:cxnSpLocks/>
            <a:endCxn id="53" idx="3"/>
          </p:cNvCxnSpPr>
          <p:nvPr/>
        </p:nvCxnSpPr>
        <p:spPr>
          <a:xfrm flipH="1" flipV="1">
            <a:off x="7839075" y="6075591"/>
            <a:ext cx="2828925" cy="323473"/>
          </a:xfrm>
          <a:prstGeom prst="line">
            <a:avLst/>
          </a:prstGeom>
        </p:spPr>
        <p:style>
          <a:lnRef idx="1">
            <a:schemeClr val="accent1"/>
          </a:lnRef>
          <a:fillRef idx="0">
            <a:schemeClr val="accent1"/>
          </a:fillRef>
          <a:effectRef idx="0">
            <a:schemeClr val="accent1"/>
          </a:effectRef>
          <a:fontRef idx="minor">
            <a:schemeClr val="tx1"/>
          </a:fontRef>
        </p:style>
      </p:cxnSp>
      <p:pic>
        <p:nvPicPr>
          <p:cNvPr id="151" name="Graphic 150" descr="Dizzy face outline with solid fill">
            <a:extLst>
              <a:ext uri="{FF2B5EF4-FFF2-40B4-BE49-F238E27FC236}">
                <a16:creationId xmlns:a16="http://schemas.microsoft.com/office/drawing/2014/main" id="{1319C64C-9EA1-6C4C-1954-EA440F4FC18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512931" y="3285635"/>
            <a:ext cx="1409700" cy="1409700"/>
          </a:xfrm>
          <a:prstGeom prst="rect">
            <a:avLst/>
          </a:prstGeom>
        </p:spPr>
      </p:pic>
    </p:spTree>
    <p:extLst>
      <p:ext uri="{BB962C8B-B14F-4D97-AF65-F5344CB8AC3E}">
        <p14:creationId xmlns:p14="http://schemas.microsoft.com/office/powerpoint/2010/main" val="26008113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F1A06-2123-C851-FC3D-1F17446F42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471A14-88B1-AC55-B450-6E3172865922}"/>
              </a:ext>
            </a:extLst>
          </p:cNvPr>
          <p:cNvSpPr>
            <a:spLocks noGrp="1"/>
          </p:cNvSpPr>
          <p:nvPr>
            <p:ph type="title"/>
          </p:nvPr>
        </p:nvSpPr>
        <p:spPr/>
        <p:txBody>
          <a:bodyPr/>
          <a:lstStyle/>
          <a:p>
            <a:r>
              <a:rPr lang="en-US" dirty="0" err="1"/>
              <a:t>什麼是互聯網</a:t>
            </a:r>
            <a:r>
              <a:rPr lang="en-US" dirty="0"/>
              <a:t>?</a:t>
            </a:r>
          </a:p>
        </p:txBody>
      </p:sp>
      <p:sp>
        <p:nvSpPr>
          <p:cNvPr id="4" name="Slide Number Placeholder 3">
            <a:extLst>
              <a:ext uri="{FF2B5EF4-FFF2-40B4-BE49-F238E27FC236}">
                <a16:creationId xmlns:a16="http://schemas.microsoft.com/office/drawing/2014/main" id="{447CB59C-140E-A743-2905-E0169A8B9908}"/>
              </a:ext>
            </a:extLst>
          </p:cNvPr>
          <p:cNvSpPr>
            <a:spLocks noGrp="1"/>
          </p:cNvSpPr>
          <p:nvPr>
            <p:ph type="sldNum" sz="quarter" idx="12"/>
          </p:nvPr>
        </p:nvSpPr>
        <p:spPr/>
        <p:txBody>
          <a:bodyPr/>
          <a:lstStyle/>
          <a:p>
            <a:fld id="{14B07A3D-2F58-EF4D-A265-F014B879E6ED}" type="slidenum">
              <a:rPr lang="en-US" smtClean="0"/>
              <a:pPr/>
              <a:t>14</a:t>
            </a:fld>
            <a:endParaRPr lang="en-US"/>
          </a:p>
        </p:txBody>
      </p:sp>
      <p:sp>
        <p:nvSpPr>
          <p:cNvPr id="7" name="Content Placeholder 2">
            <a:extLst>
              <a:ext uri="{FF2B5EF4-FFF2-40B4-BE49-F238E27FC236}">
                <a16:creationId xmlns:a16="http://schemas.microsoft.com/office/drawing/2014/main" id="{B69BFA73-923A-5AE1-639E-1897448E4CC2}"/>
              </a:ext>
            </a:extLst>
          </p:cNvPr>
          <p:cNvSpPr>
            <a:spLocks noGrp="1"/>
          </p:cNvSpPr>
          <p:nvPr>
            <p:ph idx="1"/>
          </p:nvPr>
        </p:nvSpPr>
        <p:spPr>
          <a:xfrm>
            <a:off x="1083098" y="2271581"/>
            <a:ext cx="6396446" cy="3581400"/>
          </a:xfrm>
        </p:spPr>
        <p:txBody>
          <a:bodyPr>
            <a:noAutofit/>
          </a:bodyPr>
          <a:lstStyle/>
          <a:p>
            <a:pPr>
              <a:lnSpc>
                <a:spcPct val="120000"/>
              </a:lnSpc>
            </a:pPr>
            <a:r>
              <a:rPr lang="zh-TW" altLang="en-US" sz="2400" dirty="0">
                <a:latin typeface="DengXian" panose="02010600030101010101" pitchFamily="2" charset="-122"/>
                <a:ea typeface="DengXian" panose="02010600030101010101" pitchFamily="2" charset="-122"/>
              </a:rPr>
              <a:t>全球的互聯網服務數之不盡</a:t>
            </a:r>
            <a:r>
              <a:rPr lang="en-US" altLang="zh-TW" sz="2400" dirty="0">
                <a:latin typeface="DengXian" panose="02010600030101010101" pitchFamily="2" charset="-122"/>
                <a:ea typeface="DengXian" panose="02010600030101010101" pitchFamily="2" charset="-122"/>
              </a:rPr>
              <a:t>——</a:t>
            </a:r>
            <a:r>
              <a:rPr lang="zh-TW" altLang="en-US" sz="2400" dirty="0">
                <a:latin typeface="DengXian" panose="02010600030101010101" pitchFamily="2" charset="-122"/>
                <a:ea typeface="DengXian" panose="02010600030101010101" pitchFamily="2" charset="-122"/>
              </a:rPr>
              <a:t>單是活躍網站便有約 </a:t>
            </a:r>
            <a:r>
              <a:rPr lang="en-US" altLang="zh-TW" sz="2400" b="1" dirty="0">
                <a:latin typeface="DengXian" panose="02010600030101010101" pitchFamily="2" charset="-122"/>
                <a:ea typeface="DengXian" panose="02010600030101010101" pitchFamily="2" charset="-122"/>
              </a:rPr>
              <a:t>2 </a:t>
            </a:r>
            <a:r>
              <a:rPr lang="zh-TW" altLang="en-US" sz="2400" b="1" dirty="0">
                <a:latin typeface="DengXian" panose="02010600030101010101" pitchFamily="2" charset="-122"/>
                <a:ea typeface="DengXian" panose="02010600030101010101" pitchFamily="2" charset="-122"/>
              </a:rPr>
              <a:t>億個</a:t>
            </a:r>
            <a:r>
              <a:rPr lang="zh-TW" altLang="en-US" sz="2400" dirty="0">
                <a:latin typeface="DengXian" panose="02010600030101010101" pitchFamily="2" charset="-122"/>
                <a:ea typeface="DengXian" panose="02010600030101010101" pitchFamily="2" charset="-122"/>
              </a:rPr>
              <a:t>，互聯網用戶更達 </a:t>
            </a:r>
            <a:r>
              <a:rPr lang="en-US" altLang="zh-TW" sz="2400" b="1" dirty="0">
                <a:latin typeface="DengXian" panose="02010600030101010101" pitchFamily="2" charset="-122"/>
                <a:ea typeface="DengXian" panose="02010600030101010101" pitchFamily="2" charset="-122"/>
              </a:rPr>
              <a:t>60 </a:t>
            </a:r>
            <a:r>
              <a:rPr lang="zh-TW" altLang="en-US" sz="2400" b="1" dirty="0">
                <a:latin typeface="DengXian" panose="02010600030101010101" pitchFamily="2" charset="-122"/>
                <a:ea typeface="DengXian" panose="02010600030101010101" pitchFamily="2" charset="-122"/>
              </a:rPr>
              <a:t>億人</a:t>
            </a:r>
            <a:r>
              <a:rPr lang="zh-TW" altLang="en-US" sz="2400" dirty="0">
                <a:latin typeface="DengXian" panose="02010600030101010101" pitchFamily="2" charset="-122"/>
                <a:ea typeface="DengXian" panose="02010600030101010101" pitchFamily="2" charset="-122"/>
              </a:rPr>
              <a:t>。</a:t>
            </a:r>
          </a:p>
          <a:p>
            <a:pPr lvl="1">
              <a:lnSpc>
                <a:spcPct val="120000"/>
              </a:lnSpc>
            </a:pPr>
            <a:r>
              <a:rPr lang="zh-TW" altLang="en-US" sz="2000" dirty="0">
                <a:latin typeface="DengXian" panose="02010600030101010101" pitchFamily="2" charset="-122"/>
                <a:ea typeface="DengXian" panose="02010600030101010101" pitchFamily="2" charset="-122"/>
              </a:rPr>
              <a:t>若要以「點對點」的方式，</a:t>
            </a:r>
            <a:r>
              <a:rPr lang="en-US" altLang="zh-TW" sz="2000" dirty="0">
                <a:latin typeface="DengXian" panose="02010600030101010101" pitchFamily="2" charset="-122"/>
                <a:ea typeface="DengXian" panose="02010600030101010101" pitchFamily="2" charset="-122"/>
              </a:rPr>
              <a:t>A </a:t>
            </a:r>
            <a:r>
              <a:rPr lang="zh-TW" altLang="en-US" sz="2000" dirty="0">
                <a:latin typeface="DengXian" panose="02010600030101010101" pitchFamily="2" charset="-122"/>
                <a:ea typeface="DengXian" panose="02010600030101010101" pitchFamily="2" charset="-122"/>
              </a:rPr>
              <a:t>同學要發電郵給 </a:t>
            </a:r>
            <a:r>
              <a:rPr lang="en-US" altLang="zh-TW" sz="2000" dirty="0">
                <a:latin typeface="DengXian" panose="02010600030101010101" pitchFamily="2" charset="-122"/>
                <a:ea typeface="DengXian" panose="02010600030101010101" pitchFamily="2" charset="-122"/>
              </a:rPr>
              <a:t>B </a:t>
            </a:r>
            <a:r>
              <a:rPr lang="zh-TW" altLang="en-US" sz="2000" dirty="0">
                <a:latin typeface="DengXian" panose="02010600030101010101" pitchFamily="2" charset="-122"/>
                <a:ea typeface="DengXian" panose="02010600030101010101" pitchFamily="2" charset="-122"/>
              </a:rPr>
              <a:t>同學，先得在兩人之間拉一條專線</a:t>
            </a:r>
            <a:endParaRPr lang="en-US" altLang="zh-TW" sz="2000" dirty="0">
              <a:latin typeface="DengXian" panose="02010600030101010101" pitchFamily="2" charset="-122"/>
              <a:ea typeface="DengXian" panose="02010600030101010101" pitchFamily="2" charset="-122"/>
            </a:endParaRPr>
          </a:p>
          <a:p>
            <a:pPr lvl="1">
              <a:lnSpc>
                <a:spcPct val="120000"/>
              </a:lnSpc>
            </a:pPr>
            <a:r>
              <a:rPr lang="zh-TW" altLang="en-US" sz="2000" dirty="0">
                <a:latin typeface="DengXian" panose="02010600030101010101" pitchFamily="2" charset="-122"/>
                <a:ea typeface="DengXian" panose="02010600030101010101" pitchFamily="2" charset="-122"/>
              </a:rPr>
              <a:t>每部電腦須有 </a:t>
            </a:r>
            <a:r>
              <a:rPr lang="en-US" altLang="zh-TW" sz="2000" dirty="0">
                <a:latin typeface="DengXian" panose="02010600030101010101" pitchFamily="2" charset="-122"/>
                <a:ea typeface="DengXian" panose="02010600030101010101" pitchFamily="2" charset="-122"/>
              </a:rPr>
              <a:t>60 </a:t>
            </a:r>
            <a:r>
              <a:rPr lang="zh-TW" altLang="en-US" sz="2000" dirty="0">
                <a:latin typeface="DengXian" panose="02010600030101010101" pitchFamily="2" charset="-122"/>
                <a:ea typeface="DengXian" panose="02010600030101010101" pitchFamily="2" charset="-122"/>
              </a:rPr>
              <a:t>億個插口，</a:t>
            </a:r>
            <a:r>
              <a:rPr lang="zh-TW" altLang="en-US" sz="2000" b="1" dirty="0">
                <a:latin typeface="DengXian" panose="02010600030101010101" pitchFamily="2" charset="-122"/>
                <a:ea typeface="DengXian" panose="02010600030101010101" pitchFamily="2" charset="-122"/>
              </a:rPr>
              <a:t>是不可行的</a:t>
            </a:r>
            <a:endParaRPr lang="zh-TW" altLang="en-US" sz="2000" dirty="0">
              <a:latin typeface="DengXian" panose="02010600030101010101" pitchFamily="2" charset="-122"/>
              <a:ea typeface="DengXian" panose="02010600030101010101" pitchFamily="2" charset="-122"/>
            </a:endParaRPr>
          </a:p>
          <a:p>
            <a:pPr>
              <a:lnSpc>
                <a:spcPct val="120000"/>
              </a:lnSpc>
            </a:pPr>
            <a:r>
              <a:rPr lang="zh-TW" altLang="en-US" sz="2400" u="sng" dirty="0">
                <a:latin typeface="DengXian" panose="02010600030101010101" pitchFamily="2" charset="-122"/>
                <a:ea typeface="DengXian" panose="02010600030101010101" pitchFamily="2" charset="-122"/>
              </a:rPr>
              <a:t>點對點行不通，於是有了互聯網</a:t>
            </a:r>
            <a:r>
              <a:rPr lang="zh-TW" altLang="en-US" sz="2400" dirty="0">
                <a:latin typeface="DengXian" panose="02010600030101010101" pitchFamily="2" charset="-122"/>
                <a:ea typeface="DengXian" panose="02010600030101010101" pitchFamily="2" charset="-122"/>
              </a:rPr>
              <a:t>。</a:t>
            </a:r>
          </a:p>
        </p:txBody>
      </p:sp>
      <p:pic>
        <p:nvPicPr>
          <p:cNvPr id="12" name="Graphic 11" descr="Server with solid fill">
            <a:extLst>
              <a:ext uri="{FF2B5EF4-FFF2-40B4-BE49-F238E27FC236}">
                <a16:creationId xmlns:a16="http://schemas.microsoft.com/office/drawing/2014/main" id="{11C06DFE-D05D-51E4-6C85-F9C2975423F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526334" y="1640719"/>
            <a:ext cx="588131" cy="588131"/>
          </a:xfrm>
          <a:prstGeom prst="rect">
            <a:avLst/>
          </a:prstGeom>
        </p:spPr>
      </p:pic>
      <p:pic>
        <p:nvPicPr>
          <p:cNvPr id="16" name="Graphic 15" descr="Programmer female with solid fill">
            <a:extLst>
              <a:ext uri="{FF2B5EF4-FFF2-40B4-BE49-F238E27FC236}">
                <a16:creationId xmlns:a16="http://schemas.microsoft.com/office/drawing/2014/main" id="{0CE5737B-59B0-1981-BF1F-B08BC280EDD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79544" y="1791909"/>
            <a:ext cx="359531" cy="359531"/>
          </a:xfrm>
          <a:prstGeom prst="rect">
            <a:avLst/>
          </a:prstGeom>
        </p:spPr>
      </p:pic>
      <p:pic>
        <p:nvPicPr>
          <p:cNvPr id="43" name="Graphic 42" descr="Programmer female with solid fill">
            <a:extLst>
              <a:ext uri="{FF2B5EF4-FFF2-40B4-BE49-F238E27FC236}">
                <a16:creationId xmlns:a16="http://schemas.microsoft.com/office/drawing/2014/main" id="{3332ABB6-20E0-FE1D-6A2A-AC8DCB10AFC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79544" y="2151440"/>
            <a:ext cx="359531" cy="359531"/>
          </a:xfrm>
          <a:prstGeom prst="rect">
            <a:avLst/>
          </a:prstGeom>
        </p:spPr>
      </p:pic>
      <p:pic>
        <p:nvPicPr>
          <p:cNvPr id="44" name="Graphic 43" descr="Programmer female with solid fill">
            <a:extLst>
              <a:ext uri="{FF2B5EF4-FFF2-40B4-BE49-F238E27FC236}">
                <a16:creationId xmlns:a16="http://schemas.microsoft.com/office/drawing/2014/main" id="{AC3AB5B8-34B8-0DD1-E219-5F1DBED86E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79544" y="2537127"/>
            <a:ext cx="359531" cy="359531"/>
          </a:xfrm>
          <a:prstGeom prst="rect">
            <a:avLst/>
          </a:prstGeom>
        </p:spPr>
      </p:pic>
      <p:pic>
        <p:nvPicPr>
          <p:cNvPr id="45" name="Graphic 44" descr="Programmer female with solid fill">
            <a:extLst>
              <a:ext uri="{FF2B5EF4-FFF2-40B4-BE49-F238E27FC236}">
                <a16:creationId xmlns:a16="http://schemas.microsoft.com/office/drawing/2014/main" id="{B87FAE0C-4E9E-8506-0EDA-EE65B799DEB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79544" y="2896658"/>
            <a:ext cx="359531" cy="359531"/>
          </a:xfrm>
          <a:prstGeom prst="rect">
            <a:avLst/>
          </a:prstGeom>
        </p:spPr>
      </p:pic>
      <p:pic>
        <p:nvPicPr>
          <p:cNvPr id="46" name="Graphic 45" descr="Programmer female with solid fill">
            <a:extLst>
              <a:ext uri="{FF2B5EF4-FFF2-40B4-BE49-F238E27FC236}">
                <a16:creationId xmlns:a16="http://schemas.microsoft.com/office/drawing/2014/main" id="{D079DA79-988F-2E5E-52B1-FBD0C6D486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79544" y="3277809"/>
            <a:ext cx="359531" cy="359531"/>
          </a:xfrm>
          <a:prstGeom prst="rect">
            <a:avLst/>
          </a:prstGeom>
        </p:spPr>
      </p:pic>
      <p:pic>
        <p:nvPicPr>
          <p:cNvPr id="47" name="Graphic 46" descr="Programmer female with solid fill">
            <a:extLst>
              <a:ext uri="{FF2B5EF4-FFF2-40B4-BE49-F238E27FC236}">
                <a16:creationId xmlns:a16="http://schemas.microsoft.com/office/drawing/2014/main" id="{57EE6BBA-83C1-DDF8-B0A9-F316EA0887E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79544" y="3637340"/>
            <a:ext cx="359531" cy="359531"/>
          </a:xfrm>
          <a:prstGeom prst="rect">
            <a:avLst/>
          </a:prstGeom>
        </p:spPr>
      </p:pic>
      <p:pic>
        <p:nvPicPr>
          <p:cNvPr id="48" name="Graphic 47" descr="Programmer female with solid fill">
            <a:extLst>
              <a:ext uri="{FF2B5EF4-FFF2-40B4-BE49-F238E27FC236}">
                <a16:creationId xmlns:a16="http://schemas.microsoft.com/office/drawing/2014/main" id="{60101AE3-8081-F5B7-6B8B-C3D9D844ECA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79544" y="4023027"/>
            <a:ext cx="359531" cy="359531"/>
          </a:xfrm>
          <a:prstGeom prst="rect">
            <a:avLst/>
          </a:prstGeom>
        </p:spPr>
      </p:pic>
      <p:pic>
        <p:nvPicPr>
          <p:cNvPr id="49" name="Graphic 48" descr="Programmer female with solid fill">
            <a:extLst>
              <a:ext uri="{FF2B5EF4-FFF2-40B4-BE49-F238E27FC236}">
                <a16:creationId xmlns:a16="http://schemas.microsoft.com/office/drawing/2014/main" id="{6C53D700-F75E-CD24-FFB5-FF254F6B5A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79544" y="4382558"/>
            <a:ext cx="359531" cy="359531"/>
          </a:xfrm>
          <a:prstGeom prst="rect">
            <a:avLst/>
          </a:prstGeom>
        </p:spPr>
      </p:pic>
      <p:pic>
        <p:nvPicPr>
          <p:cNvPr id="50" name="Graphic 49" descr="Programmer female with solid fill">
            <a:extLst>
              <a:ext uri="{FF2B5EF4-FFF2-40B4-BE49-F238E27FC236}">
                <a16:creationId xmlns:a16="http://schemas.microsoft.com/office/drawing/2014/main" id="{A51D42DC-9033-6D71-D364-96519E7ABE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79544" y="4791076"/>
            <a:ext cx="359531" cy="359531"/>
          </a:xfrm>
          <a:prstGeom prst="rect">
            <a:avLst/>
          </a:prstGeom>
        </p:spPr>
      </p:pic>
      <p:pic>
        <p:nvPicPr>
          <p:cNvPr id="51" name="Graphic 50" descr="Programmer female with solid fill">
            <a:extLst>
              <a:ext uri="{FF2B5EF4-FFF2-40B4-BE49-F238E27FC236}">
                <a16:creationId xmlns:a16="http://schemas.microsoft.com/office/drawing/2014/main" id="{550273A6-DE03-51BA-8F5B-4847A28886E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79544" y="5150607"/>
            <a:ext cx="359531" cy="359531"/>
          </a:xfrm>
          <a:prstGeom prst="rect">
            <a:avLst/>
          </a:prstGeom>
        </p:spPr>
      </p:pic>
      <p:pic>
        <p:nvPicPr>
          <p:cNvPr id="52" name="Graphic 51" descr="Programmer female with solid fill">
            <a:extLst>
              <a:ext uri="{FF2B5EF4-FFF2-40B4-BE49-F238E27FC236}">
                <a16:creationId xmlns:a16="http://schemas.microsoft.com/office/drawing/2014/main" id="{92FAFADE-79FC-CA13-8460-438AB73021B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79544" y="5536294"/>
            <a:ext cx="359531" cy="359531"/>
          </a:xfrm>
          <a:prstGeom prst="rect">
            <a:avLst/>
          </a:prstGeom>
        </p:spPr>
      </p:pic>
      <p:pic>
        <p:nvPicPr>
          <p:cNvPr id="53" name="Graphic 52" descr="Programmer female with solid fill">
            <a:extLst>
              <a:ext uri="{FF2B5EF4-FFF2-40B4-BE49-F238E27FC236}">
                <a16:creationId xmlns:a16="http://schemas.microsoft.com/office/drawing/2014/main" id="{435DB5F1-A7AD-22C3-6F1B-94ED74E6E4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79544" y="5895825"/>
            <a:ext cx="359531" cy="359531"/>
          </a:xfrm>
          <a:prstGeom prst="rect">
            <a:avLst/>
          </a:prstGeom>
        </p:spPr>
      </p:pic>
      <p:pic>
        <p:nvPicPr>
          <p:cNvPr id="54" name="Graphic 53" descr="Server with solid fill">
            <a:extLst>
              <a:ext uri="{FF2B5EF4-FFF2-40B4-BE49-F238E27FC236}">
                <a16:creationId xmlns:a16="http://schemas.microsoft.com/office/drawing/2014/main" id="{3BB3CE55-65E3-59F3-ED42-5DFC1F3FCD1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526334" y="2171700"/>
            <a:ext cx="588131" cy="588131"/>
          </a:xfrm>
          <a:prstGeom prst="rect">
            <a:avLst/>
          </a:prstGeom>
        </p:spPr>
      </p:pic>
      <p:pic>
        <p:nvPicPr>
          <p:cNvPr id="55" name="Graphic 54" descr="Server with solid fill">
            <a:extLst>
              <a:ext uri="{FF2B5EF4-FFF2-40B4-BE49-F238E27FC236}">
                <a16:creationId xmlns:a16="http://schemas.microsoft.com/office/drawing/2014/main" id="{76373E25-DA25-74E4-0FF9-9509C1C349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526334" y="2768675"/>
            <a:ext cx="588131" cy="588131"/>
          </a:xfrm>
          <a:prstGeom prst="rect">
            <a:avLst/>
          </a:prstGeom>
        </p:spPr>
      </p:pic>
      <p:pic>
        <p:nvPicPr>
          <p:cNvPr id="60" name="Graphic 59" descr="Server with solid fill">
            <a:extLst>
              <a:ext uri="{FF2B5EF4-FFF2-40B4-BE49-F238E27FC236}">
                <a16:creationId xmlns:a16="http://schemas.microsoft.com/office/drawing/2014/main" id="{5C11C1AF-DCE3-A5FD-F171-CCC4A65A3FF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526334" y="3356806"/>
            <a:ext cx="588131" cy="588131"/>
          </a:xfrm>
          <a:prstGeom prst="rect">
            <a:avLst/>
          </a:prstGeom>
        </p:spPr>
      </p:pic>
      <p:pic>
        <p:nvPicPr>
          <p:cNvPr id="61" name="Graphic 60" descr="Server with solid fill">
            <a:extLst>
              <a:ext uri="{FF2B5EF4-FFF2-40B4-BE49-F238E27FC236}">
                <a16:creationId xmlns:a16="http://schemas.microsoft.com/office/drawing/2014/main" id="{B7481045-6425-2173-E366-5943DD0876F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526334" y="3993243"/>
            <a:ext cx="588131" cy="588131"/>
          </a:xfrm>
          <a:prstGeom prst="rect">
            <a:avLst/>
          </a:prstGeom>
        </p:spPr>
      </p:pic>
      <p:pic>
        <p:nvPicPr>
          <p:cNvPr id="62" name="Graphic 61" descr="Server with solid fill">
            <a:extLst>
              <a:ext uri="{FF2B5EF4-FFF2-40B4-BE49-F238E27FC236}">
                <a16:creationId xmlns:a16="http://schemas.microsoft.com/office/drawing/2014/main" id="{CF6736E2-A390-DA99-EDDC-4F0A8C91BDC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526334" y="4533068"/>
            <a:ext cx="588131" cy="588131"/>
          </a:xfrm>
          <a:prstGeom prst="rect">
            <a:avLst/>
          </a:prstGeom>
        </p:spPr>
      </p:pic>
      <p:pic>
        <p:nvPicPr>
          <p:cNvPr id="63" name="Graphic 62" descr="Server with solid fill">
            <a:extLst>
              <a:ext uri="{FF2B5EF4-FFF2-40B4-BE49-F238E27FC236}">
                <a16:creationId xmlns:a16="http://schemas.microsoft.com/office/drawing/2014/main" id="{FFD469DF-44AE-C80F-91F3-30501E7498A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526334" y="5145616"/>
            <a:ext cx="588131" cy="588131"/>
          </a:xfrm>
          <a:prstGeom prst="rect">
            <a:avLst/>
          </a:prstGeom>
        </p:spPr>
      </p:pic>
      <p:pic>
        <p:nvPicPr>
          <p:cNvPr id="64" name="Graphic 63" descr="Server with solid fill">
            <a:extLst>
              <a:ext uri="{FF2B5EF4-FFF2-40B4-BE49-F238E27FC236}">
                <a16:creationId xmlns:a16="http://schemas.microsoft.com/office/drawing/2014/main" id="{7D27C0A3-0320-A3F1-704C-26535C36C68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526334" y="5667225"/>
            <a:ext cx="588131" cy="588131"/>
          </a:xfrm>
          <a:prstGeom prst="rect">
            <a:avLst/>
          </a:prstGeom>
        </p:spPr>
      </p:pic>
      <p:pic>
        <p:nvPicPr>
          <p:cNvPr id="65" name="Graphic 64" descr="Server with solid fill">
            <a:extLst>
              <a:ext uri="{FF2B5EF4-FFF2-40B4-BE49-F238E27FC236}">
                <a16:creationId xmlns:a16="http://schemas.microsoft.com/office/drawing/2014/main" id="{CB2F38DE-78FA-0786-BB78-FC8C079A6FB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526334" y="6181725"/>
            <a:ext cx="588131" cy="588131"/>
          </a:xfrm>
          <a:prstGeom prst="rect">
            <a:avLst/>
          </a:prstGeom>
        </p:spPr>
      </p:pic>
      <p:cxnSp>
        <p:nvCxnSpPr>
          <p:cNvPr id="67" name="Straight Connector 66">
            <a:extLst>
              <a:ext uri="{FF2B5EF4-FFF2-40B4-BE49-F238E27FC236}">
                <a16:creationId xmlns:a16="http://schemas.microsoft.com/office/drawing/2014/main" id="{159E6622-F936-B1FA-B641-84716EE13DB9}"/>
              </a:ext>
            </a:extLst>
          </p:cNvPr>
          <p:cNvCxnSpPr>
            <a:cxnSpLocks/>
            <a:stCxn id="16" idx="3"/>
            <a:endCxn id="12" idx="1"/>
          </p:cNvCxnSpPr>
          <p:nvPr/>
        </p:nvCxnSpPr>
        <p:spPr>
          <a:xfrm flipV="1">
            <a:off x="7839075" y="1934785"/>
            <a:ext cx="2687259" cy="3689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97B4E101-ECE9-70CF-0F18-D21C28FF5EF4}"/>
              </a:ext>
            </a:extLst>
          </p:cNvPr>
          <p:cNvCxnSpPr>
            <a:cxnSpLocks/>
            <a:stCxn id="43" idx="3"/>
            <a:endCxn id="54" idx="1"/>
          </p:cNvCxnSpPr>
          <p:nvPr/>
        </p:nvCxnSpPr>
        <p:spPr>
          <a:xfrm>
            <a:off x="7839075" y="2331206"/>
            <a:ext cx="2687259" cy="13456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B4B2EE5B-B581-0494-47CD-720BF16C0E84}"/>
              </a:ext>
            </a:extLst>
          </p:cNvPr>
          <p:cNvCxnSpPr>
            <a:cxnSpLocks/>
            <a:stCxn id="44" idx="3"/>
            <a:endCxn id="55" idx="1"/>
          </p:cNvCxnSpPr>
          <p:nvPr/>
        </p:nvCxnSpPr>
        <p:spPr>
          <a:xfrm>
            <a:off x="7839075" y="2716893"/>
            <a:ext cx="2687259" cy="345848"/>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6D628896-39C2-5917-FBB6-DD2C13F69AE6}"/>
              </a:ext>
            </a:extLst>
          </p:cNvPr>
          <p:cNvCxnSpPr>
            <a:cxnSpLocks/>
            <a:stCxn id="45" idx="3"/>
            <a:endCxn id="60" idx="1"/>
          </p:cNvCxnSpPr>
          <p:nvPr/>
        </p:nvCxnSpPr>
        <p:spPr>
          <a:xfrm>
            <a:off x="7839075" y="3076424"/>
            <a:ext cx="2687259" cy="574448"/>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A1920CBA-4A3D-331B-9E14-C27515E8D0E0}"/>
              </a:ext>
            </a:extLst>
          </p:cNvPr>
          <p:cNvCxnSpPr>
            <a:cxnSpLocks/>
            <a:stCxn id="46" idx="3"/>
            <a:endCxn id="61" idx="1"/>
          </p:cNvCxnSpPr>
          <p:nvPr/>
        </p:nvCxnSpPr>
        <p:spPr>
          <a:xfrm>
            <a:off x="7839075" y="3457575"/>
            <a:ext cx="2687259" cy="829734"/>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3EB6897E-DB38-597F-3511-BC5E2CD60E6A}"/>
              </a:ext>
            </a:extLst>
          </p:cNvPr>
          <p:cNvCxnSpPr>
            <a:cxnSpLocks/>
            <a:stCxn id="47" idx="3"/>
            <a:endCxn id="62" idx="1"/>
          </p:cNvCxnSpPr>
          <p:nvPr/>
        </p:nvCxnSpPr>
        <p:spPr>
          <a:xfrm>
            <a:off x="7839075" y="3817106"/>
            <a:ext cx="2687259" cy="1010028"/>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53B729D3-0851-411D-9DA6-89AA8DE6E462}"/>
              </a:ext>
            </a:extLst>
          </p:cNvPr>
          <p:cNvCxnSpPr>
            <a:cxnSpLocks/>
            <a:stCxn id="48" idx="3"/>
            <a:endCxn id="63" idx="1"/>
          </p:cNvCxnSpPr>
          <p:nvPr/>
        </p:nvCxnSpPr>
        <p:spPr>
          <a:xfrm>
            <a:off x="7839075" y="4202793"/>
            <a:ext cx="2687259" cy="1236889"/>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992EE756-1579-D0F0-9EAB-D313BF69D4DB}"/>
              </a:ext>
            </a:extLst>
          </p:cNvPr>
          <p:cNvCxnSpPr>
            <a:cxnSpLocks/>
            <a:stCxn id="49" idx="3"/>
            <a:endCxn id="64" idx="1"/>
          </p:cNvCxnSpPr>
          <p:nvPr/>
        </p:nvCxnSpPr>
        <p:spPr>
          <a:xfrm>
            <a:off x="7839075" y="4562324"/>
            <a:ext cx="2687259" cy="1398967"/>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09F5B271-C182-BF4F-7CBF-3592F2DBD655}"/>
              </a:ext>
            </a:extLst>
          </p:cNvPr>
          <p:cNvCxnSpPr>
            <a:cxnSpLocks/>
            <a:stCxn id="50" idx="3"/>
            <a:endCxn id="65" idx="1"/>
          </p:cNvCxnSpPr>
          <p:nvPr/>
        </p:nvCxnSpPr>
        <p:spPr>
          <a:xfrm>
            <a:off x="7839075" y="4970842"/>
            <a:ext cx="2687259" cy="1504949"/>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25700F58-81C0-E278-B3A0-8AC431C9A5D2}"/>
              </a:ext>
            </a:extLst>
          </p:cNvPr>
          <p:cNvCxnSpPr>
            <a:cxnSpLocks/>
            <a:stCxn id="51" idx="3"/>
            <a:endCxn id="65" idx="1"/>
          </p:cNvCxnSpPr>
          <p:nvPr/>
        </p:nvCxnSpPr>
        <p:spPr>
          <a:xfrm>
            <a:off x="7839075" y="5330373"/>
            <a:ext cx="2687259" cy="1145418"/>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E211D410-7587-6A4A-73FD-A0962F2D2B5D}"/>
              </a:ext>
            </a:extLst>
          </p:cNvPr>
          <p:cNvCxnSpPr>
            <a:cxnSpLocks/>
            <a:stCxn id="52" idx="3"/>
            <a:endCxn id="65" idx="1"/>
          </p:cNvCxnSpPr>
          <p:nvPr/>
        </p:nvCxnSpPr>
        <p:spPr>
          <a:xfrm>
            <a:off x="7839075" y="5716060"/>
            <a:ext cx="2687259" cy="759731"/>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C55A1086-26C7-8AB6-97E8-D9F75250B9FA}"/>
              </a:ext>
            </a:extLst>
          </p:cNvPr>
          <p:cNvCxnSpPr>
            <a:cxnSpLocks/>
            <a:stCxn id="53" idx="3"/>
            <a:endCxn id="65" idx="1"/>
          </p:cNvCxnSpPr>
          <p:nvPr/>
        </p:nvCxnSpPr>
        <p:spPr>
          <a:xfrm>
            <a:off x="7839075" y="6075591"/>
            <a:ext cx="2687259" cy="40020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F48BB648-F0EE-6210-5B5B-9ACF7CF70117}"/>
              </a:ext>
            </a:extLst>
          </p:cNvPr>
          <p:cNvCxnSpPr>
            <a:cxnSpLocks/>
            <a:stCxn id="54" idx="1"/>
            <a:endCxn id="16" idx="3"/>
          </p:cNvCxnSpPr>
          <p:nvPr/>
        </p:nvCxnSpPr>
        <p:spPr>
          <a:xfrm flipH="1" flipV="1">
            <a:off x="7839075" y="1971675"/>
            <a:ext cx="2687259" cy="49409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08210BFD-C545-9181-A01F-0C14F16F2D02}"/>
              </a:ext>
            </a:extLst>
          </p:cNvPr>
          <p:cNvCxnSpPr>
            <a:cxnSpLocks/>
            <a:stCxn id="12" idx="1"/>
            <a:endCxn id="43" idx="3"/>
          </p:cNvCxnSpPr>
          <p:nvPr/>
        </p:nvCxnSpPr>
        <p:spPr>
          <a:xfrm flipH="1">
            <a:off x="7839075" y="1934785"/>
            <a:ext cx="2687259" cy="396421"/>
          </a:xfrm>
          <a:prstGeom prst="line">
            <a:avLst/>
          </a:prstGeom>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CB38C093-2B10-F267-91C0-4FB75654E138}"/>
              </a:ext>
            </a:extLst>
          </p:cNvPr>
          <p:cNvCxnSpPr>
            <a:cxnSpLocks/>
            <a:endCxn id="43" idx="3"/>
          </p:cNvCxnSpPr>
          <p:nvPr/>
        </p:nvCxnSpPr>
        <p:spPr>
          <a:xfrm flipH="1" flipV="1">
            <a:off x="7839075" y="2331206"/>
            <a:ext cx="2687259" cy="736525"/>
          </a:xfrm>
          <a:prstGeom prst="line">
            <a:avLst/>
          </a:prstGeom>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ADF4AC82-9587-F3AD-7E84-1BC11FF16EA8}"/>
              </a:ext>
            </a:extLst>
          </p:cNvPr>
          <p:cNvCxnSpPr>
            <a:cxnSpLocks/>
            <a:stCxn id="60" idx="1"/>
            <a:endCxn id="44" idx="3"/>
          </p:cNvCxnSpPr>
          <p:nvPr/>
        </p:nvCxnSpPr>
        <p:spPr>
          <a:xfrm flipH="1" flipV="1">
            <a:off x="7839075" y="2716893"/>
            <a:ext cx="2687259" cy="933979"/>
          </a:xfrm>
          <a:prstGeom prst="line">
            <a:avLst/>
          </a:prstGeom>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756C5344-C96D-0EBB-4378-9FD48DE71645}"/>
              </a:ext>
            </a:extLst>
          </p:cNvPr>
          <p:cNvCxnSpPr>
            <a:cxnSpLocks/>
            <a:stCxn id="61" idx="1"/>
            <a:endCxn id="45" idx="3"/>
          </p:cNvCxnSpPr>
          <p:nvPr/>
        </p:nvCxnSpPr>
        <p:spPr>
          <a:xfrm flipH="1" flipV="1">
            <a:off x="7839075" y="3076424"/>
            <a:ext cx="2687259" cy="1210885"/>
          </a:xfrm>
          <a:prstGeom prst="line">
            <a:avLst/>
          </a:prstGeom>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CAFCE777-FEF3-3F38-C7D5-295F3BAF2FE5}"/>
              </a:ext>
            </a:extLst>
          </p:cNvPr>
          <p:cNvCxnSpPr>
            <a:cxnSpLocks/>
            <a:stCxn id="62" idx="1"/>
            <a:endCxn id="46" idx="3"/>
          </p:cNvCxnSpPr>
          <p:nvPr/>
        </p:nvCxnSpPr>
        <p:spPr>
          <a:xfrm flipH="1" flipV="1">
            <a:off x="7839075" y="3457575"/>
            <a:ext cx="2687259" cy="1369559"/>
          </a:xfrm>
          <a:prstGeom prst="line">
            <a:avLst/>
          </a:prstGeom>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9C4AF00E-77ED-B4A1-6B5D-8047E655F07D}"/>
              </a:ext>
            </a:extLst>
          </p:cNvPr>
          <p:cNvCxnSpPr>
            <a:cxnSpLocks/>
            <a:stCxn id="63" idx="1"/>
            <a:endCxn id="47" idx="3"/>
          </p:cNvCxnSpPr>
          <p:nvPr/>
        </p:nvCxnSpPr>
        <p:spPr>
          <a:xfrm flipH="1" flipV="1">
            <a:off x="7839075" y="3817106"/>
            <a:ext cx="2687259" cy="1622576"/>
          </a:xfrm>
          <a:prstGeom prst="line">
            <a:avLst/>
          </a:prstGeom>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528FBFD2-8B0D-6CE1-C933-2B4144876D26}"/>
              </a:ext>
            </a:extLst>
          </p:cNvPr>
          <p:cNvCxnSpPr>
            <a:cxnSpLocks/>
            <a:stCxn id="64" idx="1"/>
            <a:endCxn id="48" idx="3"/>
          </p:cNvCxnSpPr>
          <p:nvPr/>
        </p:nvCxnSpPr>
        <p:spPr>
          <a:xfrm flipH="1" flipV="1">
            <a:off x="7839075" y="4202793"/>
            <a:ext cx="2687259" cy="175849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C91D3212-6623-F711-1CF2-2A0C04BDC8CA}"/>
              </a:ext>
            </a:extLst>
          </p:cNvPr>
          <p:cNvCxnSpPr>
            <a:cxnSpLocks/>
            <a:stCxn id="62" idx="1"/>
          </p:cNvCxnSpPr>
          <p:nvPr/>
        </p:nvCxnSpPr>
        <p:spPr>
          <a:xfrm flipH="1">
            <a:off x="7839075" y="4827134"/>
            <a:ext cx="2687259" cy="25490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15C8F41F-F379-FD7D-D041-D86447E2C517}"/>
              </a:ext>
            </a:extLst>
          </p:cNvPr>
          <p:cNvCxnSpPr>
            <a:cxnSpLocks/>
            <a:stCxn id="63" idx="1"/>
          </p:cNvCxnSpPr>
          <p:nvPr/>
        </p:nvCxnSpPr>
        <p:spPr>
          <a:xfrm flipH="1" flipV="1">
            <a:off x="7839075" y="5353278"/>
            <a:ext cx="2687259" cy="86404"/>
          </a:xfrm>
          <a:prstGeom prst="line">
            <a:avLst/>
          </a:prstGeom>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12A3E087-A56A-F69E-B100-E3837EB99306}"/>
              </a:ext>
            </a:extLst>
          </p:cNvPr>
          <p:cNvCxnSpPr>
            <a:cxnSpLocks/>
            <a:stCxn id="64" idx="1"/>
          </p:cNvCxnSpPr>
          <p:nvPr/>
        </p:nvCxnSpPr>
        <p:spPr>
          <a:xfrm flipH="1" flipV="1">
            <a:off x="7839075" y="5706873"/>
            <a:ext cx="2687259" cy="25441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4F42A7C2-351E-D0DC-77E8-B145C76680A5}"/>
              </a:ext>
            </a:extLst>
          </p:cNvPr>
          <p:cNvCxnSpPr>
            <a:cxnSpLocks/>
            <a:endCxn id="53" idx="3"/>
          </p:cNvCxnSpPr>
          <p:nvPr/>
        </p:nvCxnSpPr>
        <p:spPr>
          <a:xfrm flipH="1" flipV="1">
            <a:off x="7839075" y="6075591"/>
            <a:ext cx="2828925" cy="323473"/>
          </a:xfrm>
          <a:prstGeom prst="line">
            <a:avLst/>
          </a:prstGeom>
        </p:spPr>
        <p:style>
          <a:lnRef idx="1">
            <a:schemeClr val="accent1"/>
          </a:lnRef>
          <a:fillRef idx="0">
            <a:schemeClr val="accent1"/>
          </a:fillRef>
          <a:effectRef idx="0">
            <a:schemeClr val="accent1"/>
          </a:effectRef>
          <a:fontRef idx="minor">
            <a:schemeClr val="tx1"/>
          </a:fontRef>
        </p:style>
      </p:cxnSp>
      <p:pic>
        <p:nvPicPr>
          <p:cNvPr id="151" name="Graphic 150" descr="Dizzy face outline with solid fill">
            <a:extLst>
              <a:ext uri="{FF2B5EF4-FFF2-40B4-BE49-F238E27FC236}">
                <a16:creationId xmlns:a16="http://schemas.microsoft.com/office/drawing/2014/main" id="{4D96AF7D-7D90-D6B0-7D43-52667E7C046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512931" y="3285635"/>
            <a:ext cx="1409700" cy="1409700"/>
          </a:xfrm>
          <a:prstGeom prst="rect">
            <a:avLst/>
          </a:prstGeom>
        </p:spPr>
      </p:pic>
    </p:spTree>
    <p:extLst>
      <p:ext uri="{BB962C8B-B14F-4D97-AF65-F5344CB8AC3E}">
        <p14:creationId xmlns:p14="http://schemas.microsoft.com/office/powerpoint/2010/main" val="16236861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26" name="Picture 2" descr="Client-server - Simple English Wikipedia, the free encyclopedia">
            <a:extLst>
              <a:ext uri="{FF2B5EF4-FFF2-40B4-BE49-F238E27FC236}">
                <a16:creationId xmlns:a16="http://schemas.microsoft.com/office/drawing/2014/main" id="{92A7D2ED-F353-824E-945A-18FEA108116F}"/>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tretch>
            <a:fillRect/>
          </a:stretch>
        </p:blipFill>
        <p:spPr bwMode="auto">
          <a:xfrm>
            <a:off x="6372616" y="1410912"/>
            <a:ext cx="5158295" cy="5331573"/>
          </a:xfrm>
          <a:prstGeom prst="rect">
            <a:avLst/>
          </a:prstGeom>
          <a:solidFill>
            <a:srgbClr val="FFFFFF"/>
          </a:solidFill>
        </p:spPr>
      </p:pic>
      <p:sp>
        <p:nvSpPr>
          <p:cNvPr id="2" name="Title 1">
            <a:extLst>
              <a:ext uri="{FF2B5EF4-FFF2-40B4-BE49-F238E27FC236}">
                <a16:creationId xmlns:a16="http://schemas.microsoft.com/office/drawing/2014/main" id="{7C8B3274-8D10-FE49-B6A5-41F26706AD1A}"/>
              </a:ext>
            </a:extLst>
          </p:cNvPr>
          <p:cNvSpPr>
            <a:spLocks noGrp="1"/>
          </p:cNvSpPr>
          <p:nvPr>
            <p:ph type="title"/>
          </p:nvPr>
        </p:nvSpPr>
        <p:spPr/>
        <p:txBody>
          <a:bodyPr anchor="ctr">
            <a:normAutofit fontScale="90000"/>
          </a:bodyPr>
          <a:lstStyle/>
          <a:p>
            <a:r>
              <a:rPr lang="zh-TW" altLang="en-US"/>
              <a:t>局     域    網</a:t>
            </a:r>
            <a:br>
              <a:rPr lang="en-HK" altLang="zh-TW"/>
            </a:br>
            <a:r>
              <a:rPr lang="en-US" altLang="zh-CN" sz="4400"/>
              <a:t>Local   Area   Network (LAN</a:t>
            </a:r>
            <a:r>
              <a:rPr lang="zh-CN" altLang="en-US" sz="4400"/>
              <a:t>）</a:t>
            </a:r>
            <a:endParaRPr lang="en-US"/>
          </a:p>
        </p:txBody>
      </p:sp>
      <p:sp>
        <p:nvSpPr>
          <p:cNvPr id="3" name="Content Placeholder 2">
            <a:extLst>
              <a:ext uri="{FF2B5EF4-FFF2-40B4-BE49-F238E27FC236}">
                <a16:creationId xmlns:a16="http://schemas.microsoft.com/office/drawing/2014/main" id="{2286BBC4-E07A-CF4D-A50F-8B55D49C66D0}"/>
              </a:ext>
            </a:extLst>
          </p:cNvPr>
          <p:cNvSpPr>
            <a:spLocks noGrp="1"/>
          </p:cNvSpPr>
          <p:nvPr>
            <p:ph sz="half" idx="1"/>
          </p:nvPr>
        </p:nvSpPr>
        <p:spPr/>
        <p:txBody>
          <a:bodyPr>
            <a:normAutofit/>
          </a:bodyPr>
          <a:lstStyle/>
          <a:p>
            <a:r>
              <a:rPr lang="zh-TW" altLang="en-US"/>
              <a:t>局域網</a:t>
            </a:r>
            <a:r>
              <a:rPr lang="en-US" altLang="zh-TW"/>
              <a:t>LAN</a:t>
            </a:r>
            <a:r>
              <a:rPr lang="zh-TW" altLang="en-US"/>
              <a:t>廣泛存在於辦公場所</a:t>
            </a:r>
            <a:r>
              <a:rPr lang="zh-CN" altLang="en-US"/>
              <a:t>、學校及家居裡</a:t>
            </a:r>
            <a:endParaRPr lang="en-HK" altLang="zh-CN"/>
          </a:p>
          <a:p>
            <a:r>
              <a:rPr lang="zh-TW" altLang="en-US"/>
              <a:t>先把一個「小區」的電腦連起來</a:t>
            </a:r>
          </a:p>
        </p:txBody>
      </p:sp>
    </p:spTree>
    <p:extLst>
      <p:ext uri="{BB962C8B-B14F-4D97-AF65-F5344CB8AC3E}">
        <p14:creationId xmlns:p14="http://schemas.microsoft.com/office/powerpoint/2010/main" val="26163422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B3274-8D10-FE49-B6A5-41F26706AD1A}"/>
              </a:ext>
            </a:extLst>
          </p:cNvPr>
          <p:cNvSpPr>
            <a:spLocks noGrp="1"/>
          </p:cNvSpPr>
          <p:nvPr>
            <p:ph type="title"/>
          </p:nvPr>
        </p:nvSpPr>
        <p:spPr/>
        <p:txBody>
          <a:bodyPr anchor="ctr">
            <a:normAutofit fontScale="90000"/>
          </a:bodyPr>
          <a:lstStyle/>
          <a:p>
            <a:r>
              <a:rPr lang="zh-TW" altLang="en-US"/>
              <a:t>廣     域    網</a:t>
            </a:r>
            <a:br>
              <a:rPr lang="en-HK" altLang="zh-TW"/>
            </a:br>
            <a:r>
              <a:rPr lang="en-US" altLang="zh-CN" sz="4400"/>
              <a:t>Wide   Area   Network (WAN</a:t>
            </a:r>
            <a:r>
              <a:rPr lang="zh-CN" altLang="en-US" sz="4400"/>
              <a:t>）</a:t>
            </a:r>
            <a:endParaRPr lang="en-US"/>
          </a:p>
        </p:txBody>
      </p:sp>
      <p:sp>
        <p:nvSpPr>
          <p:cNvPr id="3" name="Content Placeholder 2">
            <a:extLst>
              <a:ext uri="{FF2B5EF4-FFF2-40B4-BE49-F238E27FC236}">
                <a16:creationId xmlns:a16="http://schemas.microsoft.com/office/drawing/2014/main" id="{2286BBC4-E07A-CF4D-A50F-8B55D49C66D0}"/>
              </a:ext>
            </a:extLst>
          </p:cNvPr>
          <p:cNvSpPr>
            <a:spLocks noGrp="1"/>
          </p:cNvSpPr>
          <p:nvPr>
            <p:ph sz="half" idx="1"/>
          </p:nvPr>
        </p:nvSpPr>
        <p:spPr/>
        <p:txBody>
          <a:bodyPr>
            <a:normAutofit/>
          </a:bodyPr>
          <a:lstStyle/>
          <a:p>
            <a:r>
              <a:rPr lang="en-US" altLang="zh-TW"/>
              <a:t>WAN</a:t>
            </a:r>
            <a:r>
              <a:rPr lang="zh-CN" altLang="en-US"/>
              <a:t>再</a:t>
            </a:r>
            <a:r>
              <a:rPr lang="zh-TW" altLang="en-US"/>
              <a:t>把不同的</a:t>
            </a:r>
            <a:r>
              <a:rPr lang="en-US" altLang="zh-TW"/>
              <a:t>LAN</a:t>
            </a:r>
            <a:r>
              <a:rPr lang="zh-TW" altLang="en-US"/>
              <a:t>連起來</a:t>
            </a:r>
          </a:p>
          <a:p>
            <a:r>
              <a:rPr lang="en-US" altLang="zh-TW"/>
              <a:t>WAN</a:t>
            </a:r>
            <a:r>
              <a:rPr lang="zh-TW" altLang="en-US"/>
              <a:t>可覆蓋大片地理面積，例如城市甚至乎國家</a:t>
            </a:r>
          </a:p>
        </p:txBody>
      </p:sp>
      <p:grpSp>
        <p:nvGrpSpPr>
          <p:cNvPr id="30" name="Group 29">
            <a:extLst>
              <a:ext uri="{FF2B5EF4-FFF2-40B4-BE49-F238E27FC236}">
                <a16:creationId xmlns:a16="http://schemas.microsoft.com/office/drawing/2014/main" id="{E9393282-2115-DE54-0C70-B82904A1C656}"/>
              </a:ext>
            </a:extLst>
          </p:cNvPr>
          <p:cNvGrpSpPr/>
          <p:nvPr/>
        </p:nvGrpSpPr>
        <p:grpSpPr>
          <a:xfrm>
            <a:off x="6791324" y="2171700"/>
            <a:ext cx="5276851" cy="4361044"/>
            <a:chOff x="6791324" y="2171700"/>
            <a:chExt cx="5276851" cy="4361044"/>
          </a:xfrm>
        </p:grpSpPr>
        <p:grpSp>
          <p:nvGrpSpPr>
            <p:cNvPr id="27" name="Group 26">
              <a:extLst>
                <a:ext uri="{FF2B5EF4-FFF2-40B4-BE49-F238E27FC236}">
                  <a16:creationId xmlns:a16="http://schemas.microsoft.com/office/drawing/2014/main" id="{331431F0-BA53-508A-B505-05B98C60D232}"/>
                </a:ext>
              </a:extLst>
            </p:cNvPr>
            <p:cNvGrpSpPr/>
            <p:nvPr/>
          </p:nvGrpSpPr>
          <p:grpSpPr>
            <a:xfrm>
              <a:off x="7419311" y="2171700"/>
              <a:ext cx="4089390" cy="4222357"/>
              <a:chOff x="7419311" y="2604620"/>
              <a:chExt cx="4089390" cy="4222357"/>
            </a:xfrm>
          </p:grpSpPr>
          <p:pic>
            <p:nvPicPr>
              <p:cNvPr id="1026" name="Picture 2" descr="Client-server - Simple English Wikipedia, the free encyclopedia">
                <a:extLst>
                  <a:ext uri="{FF2B5EF4-FFF2-40B4-BE49-F238E27FC236}">
                    <a16:creationId xmlns:a16="http://schemas.microsoft.com/office/drawing/2014/main" id="{92A7D2ED-F353-824E-945A-18FEA108116F}"/>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tretch>
                <a:fillRect/>
              </a:stretch>
            </p:blipFill>
            <p:spPr bwMode="auto">
              <a:xfrm>
                <a:off x="7419311" y="2953357"/>
                <a:ext cx="1602310" cy="1656135"/>
              </a:xfrm>
              <a:prstGeom prst="rect">
                <a:avLst/>
              </a:prstGeom>
              <a:solidFill>
                <a:srgbClr val="FFFFFF"/>
              </a:solidFill>
            </p:spPr>
          </p:pic>
          <p:pic>
            <p:nvPicPr>
              <p:cNvPr id="4" name="Picture 2" descr="Client-server - Simple English Wikipedia, the free encyclopedia">
                <a:extLst>
                  <a:ext uri="{FF2B5EF4-FFF2-40B4-BE49-F238E27FC236}">
                    <a16:creationId xmlns:a16="http://schemas.microsoft.com/office/drawing/2014/main" id="{51ABFC50-0665-51E9-B62C-CBCA0796E230}"/>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tretch>
                <a:fillRect/>
              </a:stretch>
            </p:blipFill>
            <p:spPr bwMode="auto">
              <a:xfrm>
                <a:off x="7450871" y="5039332"/>
                <a:ext cx="1602310" cy="1656135"/>
              </a:xfrm>
              <a:prstGeom prst="rect">
                <a:avLst/>
              </a:prstGeom>
              <a:solidFill>
                <a:srgbClr val="FFFFFF"/>
              </a:solidFill>
            </p:spPr>
          </p:pic>
          <p:pic>
            <p:nvPicPr>
              <p:cNvPr id="5" name="Picture 2" descr="Client-server - Simple English Wikipedia, the free encyclopedia">
                <a:extLst>
                  <a:ext uri="{FF2B5EF4-FFF2-40B4-BE49-F238E27FC236}">
                    <a16:creationId xmlns:a16="http://schemas.microsoft.com/office/drawing/2014/main" id="{BDAB0299-692F-21F7-BC21-BF8CE335277C}"/>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tretch>
                <a:fillRect/>
              </a:stretch>
            </p:blipFill>
            <p:spPr bwMode="auto">
              <a:xfrm>
                <a:off x="9906391" y="2953357"/>
                <a:ext cx="1602310" cy="1656135"/>
              </a:xfrm>
              <a:prstGeom prst="rect">
                <a:avLst/>
              </a:prstGeom>
              <a:solidFill>
                <a:srgbClr val="FFFFFF"/>
              </a:solidFill>
            </p:spPr>
          </p:pic>
          <p:pic>
            <p:nvPicPr>
              <p:cNvPr id="6" name="Picture 2" descr="Client-server - Simple English Wikipedia, the free encyclopedia">
                <a:extLst>
                  <a:ext uri="{FF2B5EF4-FFF2-40B4-BE49-F238E27FC236}">
                    <a16:creationId xmlns:a16="http://schemas.microsoft.com/office/drawing/2014/main" id="{3D6BBB25-0869-9275-AA5F-4D0696A8188B}"/>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tretch>
                <a:fillRect/>
              </a:stretch>
            </p:blipFill>
            <p:spPr bwMode="auto">
              <a:xfrm>
                <a:off x="9715891" y="5039331"/>
                <a:ext cx="1602310" cy="1656135"/>
              </a:xfrm>
              <a:prstGeom prst="rect">
                <a:avLst/>
              </a:prstGeom>
              <a:solidFill>
                <a:srgbClr val="FFFFFF"/>
              </a:solidFill>
            </p:spPr>
          </p:pic>
          <p:sp>
            <p:nvSpPr>
              <p:cNvPr id="7" name="Oval 6">
                <a:extLst>
                  <a:ext uri="{FF2B5EF4-FFF2-40B4-BE49-F238E27FC236}">
                    <a16:creationId xmlns:a16="http://schemas.microsoft.com/office/drawing/2014/main" id="{3438BD0D-F529-4615-8FE4-7BA991AEC604}"/>
                  </a:ext>
                </a:extLst>
              </p:cNvPr>
              <p:cNvSpPr/>
              <p:nvPr/>
            </p:nvSpPr>
            <p:spPr>
              <a:xfrm>
                <a:off x="8990167" y="4371670"/>
                <a:ext cx="884770" cy="90548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cxnSp>
            <p:nvCxnSpPr>
              <p:cNvPr id="9" name="Straight Connector 8">
                <a:extLst>
                  <a:ext uri="{FF2B5EF4-FFF2-40B4-BE49-F238E27FC236}">
                    <a16:creationId xmlns:a16="http://schemas.microsoft.com/office/drawing/2014/main" id="{A437DD1D-7664-E564-4245-792363B8FE75}"/>
                  </a:ext>
                </a:extLst>
              </p:cNvPr>
              <p:cNvCxnSpPr>
                <a:cxnSpLocks/>
                <a:stCxn id="7" idx="7"/>
              </p:cNvCxnSpPr>
              <p:nvPr/>
            </p:nvCxnSpPr>
            <p:spPr>
              <a:xfrm flipV="1">
                <a:off x="9745365" y="4267200"/>
                <a:ext cx="370113" cy="237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E9B34D9-76A1-1210-3385-6D813EA0CC91}"/>
                  </a:ext>
                </a:extLst>
              </p:cNvPr>
              <p:cNvCxnSpPr>
                <a:cxnSpLocks/>
                <a:stCxn id="7" idx="5"/>
              </p:cNvCxnSpPr>
              <p:nvPr/>
            </p:nvCxnSpPr>
            <p:spPr>
              <a:xfrm>
                <a:off x="9745365" y="5144548"/>
                <a:ext cx="214530" cy="176772"/>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0DAAF6D-2897-FB67-488D-12C207642F0F}"/>
                  </a:ext>
                </a:extLst>
              </p:cNvPr>
              <p:cNvCxnSpPr>
                <a:cxnSpLocks/>
                <a:stCxn id="7" idx="3"/>
              </p:cNvCxnSpPr>
              <p:nvPr/>
            </p:nvCxnSpPr>
            <p:spPr>
              <a:xfrm flipH="1">
                <a:off x="8813818" y="5144548"/>
                <a:ext cx="305921" cy="237075"/>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2CB5E4E-7363-1E3A-82E1-BCD65A0383D2}"/>
                  </a:ext>
                </a:extLst>
              </p:cNvPr>
              <p:cNvCxnSpPr>
                <a:cxnSpLocks/>
                <a:endCxn id="7" idx="1"/>
              </p:cNvCxnSpPr>
              <p:nvPr/>
            </p:nvCxnSpPr>
            <p:spPr>
              <a:xfrm>
                <a:off x="8764498" y="4111548"/>
                <a:ext cx="355241" cy="392727"/>
              </a:xfrm>
              <a:prstGeom prst="line">
                <a:avLst/>
              </a:prstGeom>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59482105-61F6-A3AD-6DEB-59BDC6376CEB}"/>
                  </a:ext>
                </a:extLst>
              </p:cNvPr>
              <p:cNvSpPr txBox="1"/>
              <p:nvPr/>
            </p:nvSpPr>
            <p:spPr>
              <a:xfrm>
                <a:off x="10472609" y="4371670"/>
                <a:ext cx="574196" cy="369332"/>
              </a:xfrm>
              <a:prstGeom prst="rect">
                <a:avLst/>
              </a:prstGeom>
              <a:noFill/>
            </p:spPr>
            <p:txBody>
              <a:bodyPr wrap="none" rtlCol="0">
                <a:spAutoFit/>
              </a:bodyPr>
              <a:lstStyle/>
              <a:p>
                <a:r>
                  <a:rPr lang="en-HK">
                    <a:solidFill>
                      <a:schemeClr val="accent1"/>
                    </a:solidFill>
                  </a:rPr>
                  <a:t>LAN</a:t>
                </a:r>
              </a:p>
            </p:txBody>
          </p:sp>
          <p:sp>
            <p:nvSpPr>
              <p:cNvPr id="24" name="TextBox 23">
                <a:extLst>
                  <a:ext uri="{FF2B5EF4-FFF2-40B4-BE49-F238E27FC236}">
                    <a16:creationId xmlns:a16="http://schemas.microsoft.com/office/drawing/2014/main" id="{11BD3822-6251-0DA0-F4DD-21BA93A32719}"/>
                  </a:ext>
                </a:extLst>
              </p:cNvPr>
              <p:cNvSpPr txBox="1"/>
              <p:nvPr/>
            </p:nvSpPr>
            <p:spPr>
              <a:xfrm>
                <a:off x="10394609" y="6457645"/>
                <a:ext cx="574196" cy="369332"/>
              </a:xfrm>
              <a:prstGeom prst="rect">
                <a:avLst/>
              </a:prstGeom>
              <a:noFill/>
            </p:spPr>
            <p:txBody>
              <a:bodyPr wrap="none" rtlCol="0">
                <a:spAutoFit/>
              </a:bodyPr>
              <a:lstStyle/>
              <a:p>
                <a:r>
                  <a:rPr lang="en-HK">
                    <a:solidFill>
                      <a:schemeClr val="accent1"/>
                    </a:solidFill>
                  </a:rPr>
                  <a:t>LAN</a:t>
                </a:r>
              </a:p>
            </p:txBody>
          </p:sp>
          <p:sp>
            <p:nvSpPr>
              <p:cNvPr id="25" name="TextBox 24">
                <a:extLst>
                  <a:ext uri="{FF2B5EF4-FFF2-40B4-BE49-F238E27FC236}">
                    <a16:creationId xmlns:a16="http://schemas.microsoft.com/office/drawing/2014/main" id="{F783EEB8-02FE-9F40-F464-15427ECA29EA}"/>
                  </a:ext>
                </a:extLst>
              </p:cNvPr>
              <p:cNvSpPr txBox="1"/>
              <p:nvPr/>
            </p:nvSpPr>
            <p:spPr>
              <a:xfrm>
                <a:off x="7964928" y="6457645"/>
                <a:ext cx="574196" cy="369332"/>
              </a:xfrm>
              <a:prstGeom prst="rect">
                <a:avLst/>
              </a:prstGeom>
              <a:noFill/>
            </p:spPr>
            <p:txBody>
              <a:bodyPr wrap="none" rtlCol="0">
                <a:spAutoFit/>
              </a:bodyPr>
              <a:lstStyle/>
              <a:p>
                <a:r>
                  <a:rPr lang="en-HK">
                    <a:solidFill>
                      <a:schemeClr val="accent1"/>
                    </a:solidFill>
                  </a:rPr>
                  <a:t>LAN</a:t>
                </a:r>
              </a:p>
            </p:txBody>
          </p:sp>
          <p:sp>
            <p:nvSpPr>
              <p:cNvPr id="26" name="TextBox 25">
                <a:extLst>
                  <a:ext uri="{FF2B5EF4-FFF2-40B4-BE49-F238E27FC236}">
                    <a16:creationId xmlns:a16="http://schemas.microsoft.com/office/drawing/2014/main" id="{5665355B-BAE5-9F45-31C9-BDB40151C94B}"/>
                  </a:ext>
                </a:extLst>
              </p:cNvPr>
              <p:cNvSpPr txBox="1"/>
              <p:nvPr/>
            </p:nvSpPr>
            <p:spPr>
              <a:xfrm>
                <a:off x="7964928" y="4402472"/>
                <a:ext cx="574196" cy="369332"/>
              </a:xfrm>
              <a:prstGeom prst="rect">
                <a:avLst/>
              </a:prstGeom>
              <a:noFill/>
            </p:spPr>
            <p:txBody>
              <a:bodyPr wrap="none" rtlCol="0">
                <a:spAutoFit/>
              </a:bodyPr>
              <a:lstStyle/>
              <a:p>
                <a:r>
                  <a:rPr lang="en-HK">
                    <a:solidFill>
                      <a:schemeClr val="accent1"/>
                    </a:solidFill>
                  </a:rPr>
                  <a:t>LAN</a:t>
                </a:r>
              </a:p>
            </p:txBody>
          </p:sp>
          <p:sp>
            <p:nvSpPr>
              <p:cNvPr id="29" name="TextBox 28">
                <a:extLst>
                  <a:ext uri="{FF2B5EF4-FFF2-40B4-BE49-F238E27FC236}">
                    <a16:creationId xmlns:a16="http://schemas.microsoft.com/office/drawing/2014/main" id="{630CC0B9-5607-57E1-D36A-B9888545A014}"/>
                  </a:ext>
                </a:extLst>
              </p:cNvPr>
              <p:cNvSpPr txBox="1"/>
              <p:nvPr/>
            </p:nvSpPr>
            <p:spPr>
              <a:xfrm>
                <a:off x="8947334" y="2604620"/>
                <a:ext cx="896399" cy="523220"/>
              </a:xfrm>
              <a:prstGeom prst="rect">
                <a:avLst/>
              </a:prstGeom>
              <a:noFill/>
            </p:spPr>
            <p:txBody>
              <a:bodyPr wrap="none" rtlCol="0">
                <a:spAutoFit/>
              </a:bodyPr>
              <a:lstStyle/>
              <a:p>
                <a:r>
                  <a:rPr lang="en-HK" sz="2800" b="1">
                    <a:solidFill>
                      <a:srgbClr val="92D050"/>
                    </a:solidFill>
                  </a:rPr>
                  <a:t>WAN</a:t>
                </a:r>
              </a:p>
            </p:txBody>
          </p:sp>
        </p:grpSp>
        <p:sp>
          <p:nvSpPr>
            <p:cNvPr id="28" name="Hexagon 27">
              <a:extLst>
                <a:ext uri="{FF2B5EF4-FFF2-40B4-BE49-F238E27FC236}">
                  <a16:creationId xmlns:a16="http://schemas.microsoft.com/office/drawing/2014/main" id="{62B3E129-0617-3979-A614-F6E09153CB3D}"/>
                </a:ext>
              </a:extLst>
            </p:cNvPr>
            <p:cNvSpPr/>
            <p:nvPr/>
          </p:nvSpPr>
          <p:spPr>
            <a:xfrm>
              <a:off x="6791324" y="2205506"/>
              <a:ext cx="5276851" cy="4327238"/>
            </a:xfrm>
            <a:prstGeom prst="hexagon">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grpSp>
    </p:spTree>
    <p:extLst>
      <p:ext uri="{BB962C8B-B14F-4D97-AF65-F5344CB8AC3E}">
        <p14:creationId xmlns:p14="http://schemas.microsoft.com/office/powerpoint/2010/main" val="188387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B3274-8D10-FE49-B6A5-41F26706AD1A}"/>
              </a:ext>
            </a:extLst>
          </p:cNvPr>
          <p:cNvSpPr>
            <a:spLocks noGrp="1"/>
          </p:cNvSpPr>
          <p:nvPr>
            <p:ph type="title"/>
          </p:nvPr>
        </p:nvSpPr>
        <p:spPr/>
        <p:txBody>
          <a:bodyPr anchor="ctr">
            <a:normAutofit/>
          </a:bodyPr>
          <a:lstStyle/>
          <a:p>
            <a:r>
              <a:rPr lang="en-US" err="1"/>
              <a:t>互聯網</a:t>
            </a:r>
            <a:r>
              <a:rPr lang="en-US"/>
              <a:t> (Internet)</a:t>
            </a:r>
          </a:p>
        </p:txBody>
      </p:sp>
      <p:sp>
        <p:nvSpPr>
          <p:cNvPr id="3" name="Content Placeholder 2">
            <a:extLst>
              <a:ext uri="{FF2B5EF4-FFF2-40B4-BE49-F238E27FC236}">
                <a16:creationId xmlns:a16="http://schemas.microsoft.com/office/drawing/2014/main" id="{2286BBC4-E07A-CF4D-A50F-8B55D49C66D0}"/>
              </a:ext>
            </a:extLst>
          </p:cNvPr>
          <p:cNvSpPr>
            <a:spLocks noGrp="1"/>
          </p:cNvSpPr>
          <p:nvPr>
            <p:ph sz="half" idx="1"/>
          </p:nvPr>
        </p:nvSpPr>
        <p:spPr/>
        <p:txBody>
          <a:bodyPr>
            <a:normAutofit/>
          </a:bodyPr>
          <a:lstStyle/>
          <a:p>
            <a:r>
              <a:rPr lang="zh-TW" altLang="en-US" dirty="0"/>
              <a:t>當這些</a:t>
            </a:r>
            <a:r>
              <a:rPr lang="en-US" altLang="zh-TW" dirty="0"/>
              <a:t>WAN</a:t>
            </a:r>
            <a:r>
              <a:rPr lang="zh-TW" altLang="en-US" dirty="0"/>
              <a:t>再連在一起，就形成了這個龐大的互聯網</a:t>
            </a:r>
            <a:endParaRPr lang="en-US" dirty="0"/>
          </a:p>
        </p:txBody>
      </p:sp>
      <p:grpSp>
        <p:nvGrpSpPr>
          <p:cNvPr id="33" name="Group 32">
            <a:extLst>
              <a:ext uri="{FF2B5EF4-FFF2-40B4-BE49-F238E27FC236}">
                <a16:creationId xmlns:a16="http://schemas.microsoft.com/office/drawing/2014/main" id="{A6735122-14EF-2E73-1AEE-85C0A1CE86A9}"/>
              </a:ext>
            </a:extLst>
          </p:cNvPr>
          <p:cNvGrpSpPr/>
          <p:nvPr/>
        </p:nvGrpSpPr>
        <p:grpSpPr>
          <a:xfrm>
            <a:off x="6238875" y="1638300"/>
            <a:ext cx="5227009" cy="5010150"/>
            <a:chOff x="7349182" y="2175152"/>
            <a:chExt cx="3802377" cy="3557428"/>
          </a:xfrm>
        </p:grpSpPr>
        <p:pic>
          <p:nvPicPr>
            <p:cNvPr id="21" name="Picture 20">
              <a:extLst>
                <a:ext uri="{FF2B5EF4-FFF2-40B4-BE49-F238E27FC236}">
                  <a16:creationId xmlns:a16="http://schemas.microsoft.com/office/drawing/2014/main" id="{DE8C5EFC-DCAC-376A-58D5-BCB8AFB0CC9B}"/>
                </a:ext>
              </a:extLst>
            </p:cNvPr>
            <p:cNvPicPr>
              <a:picLocks noChangeAspect="1"/>
            </p:cNvPicPr>
            <p:nvPr/>
          </p:nvPicPr>
          <p:blipFill>
            <a:blip r:embed="rId2"/>
            <a:stretch>
              <a:fillRect/>
            </a:stretch>
          </p:blipFill>
          <p:spPr>
            <a:xfrm>
              <a:off x="7349182" y="3487219"/>
              <a:ext cx="1056894" cy="883523"/>
            </a:xfrm>
            <a:prstGeom prst="rect">
              <a:avLst/>
            </a:prstGeom>
          </p:spPr>
        </p:pic>
        <p:pic>
          <p:nvPicPr>
            <p:cNvPr id="22" name="Picture 21">
              <a:extLst>
                <a:ext uri="{FF2B5EF4-FFF2-40B4-BE49-F238E27FC236}">
                  <a16:creationId xmlns:a16="http://schemas.microsoft.com/office/drawing/2014/main" id="{FDB65E19-865D-5DBA-D0C6-477EA5005749}"/>
                </a:ext>
              </a:extLst>
            </p:cNvPr>
            <p:cNvPicPr>
              <a:picLocks noChangeAspect="1"/>
            </p:cNvPicPr>
            <p:nvPr/>
          </p:nvPicPr>
          <p:blipFill>
            <a:blip r:embed="rId2"/>
            <a:stretch>
              <a:fillRect/>
            </a:stretch>
          </p:blipFill>
          <p:spPr>
            <a:xfrm>
              <a:off x="7895993" y="2637199"/>
              <a:ext cx="1056894" cy="883523"/>
            </a:xfrm>
            <a:prstGeom prst="rect">
              <a:avLst/>
            </a:prstGeom>
          </p:spPr>
        </p:pic>
        <p:pic>
          <p:nvPicPr>
            <p:cNvPr id="23" name="Picture 22">
              <a:extLst>
                <a:ext uri="{FF2B5EF4-FFF2-40B4-BE49-F238E27FC236}">
                  <a16:creationId xmlns:a16="http://schemas.microsoft.com/office/drawing/2014/main" id="{76B49F23-36CA-3C68-33E5-8B91B9DCA2D5}"/>
                </a:ext>
              </a:extLst>
            </p:cNvPr>
            <p:cNvPicPr>
              <a:picLocks noChangeAspect="1"/>
            </p:cNvPicPr>
            <p:nvPr/>
          </p:nvPicPr>
          <p:blipFill>
            <a:blip r:embed="rId2"/>
            <a:stretch>
              <a:fillRect/>
            </a:stretch>
          </p:blipFill>
          <p:spPr>
            <a:xfrm>
              <a:off x="7895993" y="4521914"/>
              <a:ext cx="1056894" cy="883523"/>
            </a:xfrm>
            <a:prstGeom prst="rect">
              <a:avLst/>
            </a:prstGeom>
          </p:spPr>
        </p:pic>
        <p:pic>
          <p:nvPicPr>
            <p:cNvPr id="24" name="Picture 23">
              <a:extLst>
                <a:ext uri="{FF2B5EF4-FFF2-40B4-BE49-F238E27FC236}">
                  <a16:creationId xmlns:a16="http://schemas.microsoft.com/office/drawing/2014/main" id="{482389DC-3CE7-097B-8E6E-0C96EB96ED8D}"/>
                </a:ext>
              </a:extLst>
            </p:cNvPr>
            <p:cNvPicPr>
              <a:picLocks noChangeAspect="1"/>
            </p:cNvPicPr>
            <p:nvPr/>
          </p:nvPicPr>
          <p:blipFill>
            <a:blip r:embed="rId2"/>
            <a:stretch>
              <a:fillRect/>
            </a:stretch>
          </p:blipFill>
          <p:spPr>
            <a:xfrm>
              <a:off x="8847170" y="4849057"/>
              <a:ext cx="1056894" cy="883523"/>
            </a:xfrm>
            <a:prstGeom prst="rect">
              <a:avLst/>
            </a:prstGeom>
          </p:spPr>
        </p:pic>
        <p:pic>
          <p:nvPicPr>
            <p:cNvPr id="25" name="Picture 24">
              <a:extLst>
                <a:ext uri="{FF2B5EF4-FFF2-40B4-BE49-F238E27FC236}">
                  <a16:creationId xmlns:a16="http://schemas.microsoft.com/office/drawing/2014/main" id="{C96C4D7B-8A43-18D6-AD72-373BFC51DA48}"/>
                </a:ext>
              </a:extLst>
            </p:cNvPr>
            <p:cNvPicPr>
              <a:picLocks noChangeAspect="1"/>
            </p:cNvPicPr>
            <p:nvPr/>
          </p:nvPicPr>
          <p:blipFill>
            <a:blip r:embed="rId2"/>
            <a:stretch>
              <a:fillRect/>
            </a:stretch>
          </p:blipFill>
          <p:spPr>
            <a:xfrm>
              <a:off x="8803650" y="2175152"/>
              <a:ext cx="1056894" cy="883523"/>
            </a:xfrm>
            <a:prstGeom prst="rect">
              <a:avLst/>
            </a:prstGeom>
          </p:spPr>
        </p:pic>
        <p:pic>
          <p:nvPicPr>
            <p:cNvPr id="26" name="Picture 25">
              <a:extLst>
                <a:ext uri="{FF2B5EF4-FFF2-40B4-BE49-F238E27FC236}">
                  <a16:creationId xmlns:a16="http://schemas.microsoft.com/office/drawing/2014/main" id="{8078275C-04FB-2E54-E625-5CDCC2E14AD2}"/>
                </a:ext>
              </a:extLst>
            </p:cNvPr>
            <p:cNvPicPr>
              <a:picLocks noChangeAspect="1"/>
            </p:cNvPicPr>
            <p:nvPr/>
          </p:nvPicPr>
          <p:blipFill>
            <a:blip r:embed="rId2"/>
            <a:stretch>
              <a:fillRect/>
            </a:stretch>
          </p:blipFill>
          <p:spPr>
            <a:xfrm>
              <a:off x="9904064" y="2545477"/>
              <a:ext cx="1056894" cy="883523"/>
            </a:xfrm>
            <a:prstGeom prst="rect">
              <a:avLst/>
            </a:prstGeom>
          </p:spPr>
        </p:pic>
        <p:pic>
          <p:nvPicPr>
            <p:cNvPr id="27" name="Picture 26">
              <a:extLst>
                <a:ext uri="{FF2B5EF4-FFF2-40B4-BE49-F238E27FC236}">
                  <a16:creationId xmlns:a16="http://schemas.microsoft.com/office/drawing/2014/main" id="{DDD8A2F6-DB1A-4B47-6367-8FE9AF80AA00}"/>
                </a:ext>
              </a:extLst>
            </p:cNvPr>
            <p:cNvPicPr>
              <a:picLocks noChangeAspect="1"/>
            </p:cNvPicPr>
            <p:nvPr/>
          </p:nvPicPr>
          <p:blipFill>
            <a:blip r:embed="rId2"/>
            <a:stretch>
              <a:fillRect/>
            </a:stretch>
          </p:blipFill>
          <p:spPr>
            <a:xfrm>
              <a:off x="10094665" y="3674186"/>
              <a:ext cx="1056894" cy="883523"/>
            </a:xfrm>
            <a:prstGeom prst="rect">
              <a:avLst/>
            </a:prstGeom>
          </p:spPr>
        </p:pic>
        <p:pic>
          <p:nvPicPr>
            <p:cNvPr id="28" name="Picture 27">
              <a:extLst>
                <a:ext uri="{FF2B5EF4-FFF2-40B4-BE49-F238E27FC236}">
                  <a16:creationId xmlns:a16="http://schemas.microsoft.com/office/drawing/2014/main" id="{93714098-1E53-1171-5B59-64389B4D01D5}"/>
                </a:ext>
              </a:extLst>
            </p:cNvPr>
            <p:cNvPicPr>
              <a:picLocks noChangeAspect="1"/>
            </p:cNvPicPr>
            <p:nvPr/>
          </p:nvPicPr>
          <p:blipFill>
            <a:blip r:embed="rId2"/>
            <a:stretch>
              <a:fillRect/>
            </a:stretch>
          </p:blipFill>
          <p:spPr>
            <a:xfrm>
              <a:off x="10057586" y="4551801"/>
              <a:ext cx="1056894" cy="883523"/>
            </a:xfrm>
            <a:prstGeom prst="rect">
              <a:avLst/>
            </a:prstGeom>
          </p:spPr>
        </p:pic>
        <p:pic>
          <p:nvPicPr>
            <p:cNvPr id="30" name="Picture 29">
              <a:extLst>
                <a:ext uri="{FF2B5EF4-FFF2-40B4-BE49-F238E27FC236}">
                  <a16:creationId xmlns:a16="http://schemas.microsoft.com/office/drawing/2014/main" id="{9ECF8EB6-9B06-8882-268E-826FA38FA2E5}"/>
                </a:ext>
              </a:extLst>
            </p:cNvPr>
            <p:cNvPicPr>
              <a:picLocks noChangeAspect="1"/>
            </p:cNvPicPr>
            <p:nvPr/>
          </p:nvPicPr>
          <p:blipFill>
            <a:blip r:embed="rId2"/>
            <a:stretch>
              <a:fillRect/>
            </a:stretch>
          </p:blipFill>
          <p:spPr>
            <a:xfrm>
              <a:off x="8999287" y="3052761"/>
              <a:ext cx="1056894" cy="883523"/>
            </a:xfrm>
            <a:prstGeom prst="rect">
              <a:avLst/>
            </a:prstGeom>
          </p:spPr>
        </p:pic>
        <p:pic>
          <p:nvPicPr>
            <p:cNvPr id="31" name="Picture 30">
              <a:extLst>
                <a:ext uri="{FF2B5EF4-FFF2-40B4-BE49-F238E27FC236}">
                  <a16:creationId xmlns:a16="http://schemas.microsoft.com/office/drawing/2014/main" id="{814412EA-3B94-4237-CAF5-A1A040460D96}"/>
                </a:ext>
              </a:extLst>
            </p:cNvPr>
            <p:cNvPicPr>
              <a:picLocks noChangeAspect="1"/>
            </p:cNvPicPr>
            <p:nvPr/>
          </p:nvPicPr>
          <p:blipFill>
            <a:blip r:embed="rId2"/>
            <a:stretch>
              <a:fillRect/>
            </a:stretch>
          </p:blipFill>
          <p:spPr>
            <a:xfrm>
              <a:off x="8194595" y="3668278"/>
              <a:ext cx="1056894" cy="883523"/>
            </a:xfrm>
            <a:prstGeom prst="rect">
              <a:avLst/>
            </a:prstGeom>
          </p:spPr>
        </p:pic>
        <p:pic>
          <p:nvPicPr>
            <p:cNvPr id="32" name="Picture 31">
              <a:extLst>
                <a:ext uri="{FF2B5EF4-FFF2-40B4-BE49-F238E27FC236}">
                  <a16:creationId xmlns:a16="http://schemas.microsoft.com/office/drawing/2014/main" id="{A67E16A2-28DE-1464-CEB0-1276550F01CE}"/>
                </a:ext>
              </a:extLst>
            </p:cNvPr>
            <p:cNvPicPr>
              <a:picLocks noChangeAspect="1"/>
            </p:cNvPicPr>
            <p:nvPr/>
          </p:nvPicPr>
          <p:blipFill>
            <a:blip r:embed="rId2"/>
            <a:stretch>
              <a:fillRect/>
            </a:stretch>
          </p:blipFill>
          <p:spPr>
            <a:xfrm>
              <a:off x="9289973" y="3950909"/>
              <a:ext cx="1056894" cy="883523"/>
            </a:xfrm>
            <a:prstGeom prst="rect">
              <a:avLst/>
            </a:prstGeom>
          </p:spPr>
        </p:pic>
      </p:grpSp>
    </p:spTree>
    <p:extLst>
      <p:ext uri="{BB962C8B-B14F-4D97-AF65-F5344CB8AC3E}">
        <p14:creationId xmlns:p14="http://schemas.microsoft.com/office/powerpoint/2010/main" val="7009731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B3274-8D10-FE49-B6A5-41F26706AD1A}"/>
              </a:ext>
            </a:extLst>
          </p:cNvPr>
          <p:cNvSpPr>
            <a:spLocks noGrp="1"/>
          </p:cNvSpPr>
          <p:nvPr>
            <p:ph type="title"/>
          </p:nvPr>
        </p:nvSpPr>
        <p:spPr/>
        <p:txBody>
          <a:bodyPr anchor="ctr">
            <a:normAutofit/>
          </a:bodyPr>
          <a:lstStyle/>
          <a:p>
            <a:r>
              <a:rPr lang="en-US" err="1"/>
              <a:t>互聯網</a:t>
            </a:r>
            <a:r>
              <a:rPr lang="en-US"/>
              <a:t> (Internet)</a:t>
            </a:r>
          </a:p>
        </p:txBody>
      </p:sp>
      <p:sp>
        <p:nvSpPr>
          <p:cNvPr id="3" name="Content Placeholder 2">
            <a:extLst>
              <a:ext uri="{FF2B5EF4-FFF2-40B4-BE49-F238E27FC236}">
                <a16:creationId xmlns:a16="http://schemas.microsoft.com/office/drawing/2014/main" id="{2286BBC4-E07A-CF4D-A50F-8B55D49C66D0}"/>
              </a:ext>
            </a:extLst>
          </p:cNvPr>
          <p:cNvSpPr>
            <a:spLocks noGrp="1"/>
          </p:cNvSpPr>
          <p:nvPr>
            <p:ph sz="half" idx="1"/>
          </p:nvPr>
        </p:nvSpPr>
        <p:spPr/>
        <p:txBody>
          <a:bodyPr>
            <a:normAutofit/>
          </a:bodyPr>
          <a:lstStyle/>
          <a:p>
            <a:r>
              <a:rPr lang="zh-TW" altLang="en-US" sz="2000">
                <a:latin typeface="Noto Sans TC Light" panose="020B0200000000000000" pitchFamily="34" charset="-120"/>
                <a:ea typeface="Noto Sans TC Light" panose="020B0200000000000000" pitchFamily="34" charset="-120"/>
              </a:rPr>
              <a:t>在這龐大的網路系統中，</a:t>
            </a:r>
            <a:r>
              <a:rPr lang="en-US" altLang="zh-TW" sz="2000">
                <a:latin typeface="Noto Sans TC Light" panose="020B0200000000000000" pitchFamily="34" charset="-120"/>
                <a:ea typeface="Noto Sans TC Light" panose="020B0200000000000000" pitchFamily="34" charset="-120"/>
              </a:rPr>
              <a:t>A</a:t>
            </a:r>
            <a:r>
              <a:rPr lang="zh-TW" altLang="en-US" sz="2000">
                <a:latin typeface="Noto Sans TC Light" panose="020B0200000000000000" pitchFamily="34" charset="-120"/>
                <a:ea typeface="Noto Sans TC Light" panose="020B0200000000000000" pitchFamily="34" charset="-120"/>
              </a:rPr>
              <a:t>電腦如何能夠把資訊</a:t>
            </a:r>
            <a:r>
              <a:rPr lang="zh-TW" altLang="en-US" sz="2000" b="1" u="sng">
                <a:solidFill>
                  <a:schemeClr val="tx1"/>
                </a:solidFill>
                <a:latin typeface="Noto Sans TC Light" panose="020B0200000000000000" pitchFamily="34" charset="-120"/>
                <a:ea typeface="Noto Sans TC Light" panose="020B0200000000000000" pitchFamily="34" charset="-120"/>
              </a:rPr>
              <a:t>找到正確的路徑</a:t>
            </a:r>
            <a:r>
              <a:rPr lang="zh-TW" altLang="en-US" sz="2000">
                <a:latin typeface="Noto Sans TC Light" panose="020B0200000000000000" pitchFamily="34" charset="-120"/>
                <a:ea typeface="Noto Sans TC Light" panose="020B0200000000000000" pitchFamily="34" charset="-120"/>
              </a:rPr>
              <a:t>，</a:t>
            </a:r>
            <a:r>
              <a:rPr lang="zh-TW" altLang="en-US" sz="2000" b="1" u="sng">
                <a:latin typeface="Noto Sans TC Light" panose="020B0200000000000000" pitchFamily="34" charset="-120"/>
                <a:ea typeface="Noto Sans TC Light" panose="020B0200000000000000" pitchFamily="34" charset="-120"/>
              </a:rPr>
              <a:t>準確地送到</a:t>
            </a:r>
            <a:r>
              <a:rPr lang="en-US" altLang="zh-TW" sz="2000">
                <a:latin typeface="Noto Sans TC Light" panose="020B0200000000000000" pitchFamily="34" charset="-120"/>
                <a:ea typeface="Noto Sans TC Light" panose="020B0200000000000000" pitchFamily="34" charset="-120"/>
              </a:rPr>
              <a:t>B</a:t>
            </a:r>
            <a:r>
              <a:rPr lang="zh-TW" altLang="en-US" sz="2000">
                <a:latin typeface="Noto Sans TC Light" panose="020B0200000000000000" pitchFamily="34" charset="-120"/>
                <a:ea typeface="Noto Sans TC Light" panose="020B0200000000000000" pitchFamily="34" charset="-120"/>
              </a:rPr>
              <a:t>電腦？ </a:t>
            </a:r>
            <a:endParaRPr lang="en-HK" altLang="zh-TW" sz="2000">
              <a:latin typeface="Noto Sans TC Light" panose="020B0200000000000000" pitchFamily="34" charset="-120"/>
              <a:ea typeface="Noto Sans TC Light" panose="020B0200000000000000" pitchFamily="34" charset="-120"/>
            </a:endParaRPr>
          </a:p>
          <a:p>
            <a:r>
              <a:rPr lang="zh-TW" altLang="en-US" sz="2000">
                <a:latin typeface="Noto Sans TC Light" panose="020B0200000000000000" pitchFamily="34" charset="-120"/>
                <a:ea typeface="Noto Sans TC Light" panose="020B0200000000000000" pitchFamily="34" charset="-120"/>
              </a:rPr>
              <a:t>這就需要有</a:t>
            </a:r>
            <a:r>
              <a:rPr lang="zh-CN" altLang="en-US" sz="2000">
                <a:latin typeface="Noto Sans TC Light" panose="020B0200000000000000" pitchFamily="34" charset="-120"/>
                <a:ea typeface="Noto Sans TC Light" panose="020B0200000000000000" pitchFamily="34" charset="-120"/>
              </a:rPr>
              <a:t>：</a:t>
            </a:r>
            <a:endParaRPr lang="en-HK" altLang="zh-CN" sz="2000">
              <a:latin typeface="Noto Sans TC Light" panose="020B0200000000000000" pitchFamily="34" charset="-120"/>
              <a:ea typeface="Noto Sans TC Light" panose="020B0200000000000000" pitchFamily="34" charset="-120"/>
            </a:endParaRPr>
          </a:p>
          <a:p>
            <a:pPr marL="457200" lvl="3" indent="-457200">
              <a:buFont typeface="+mj-lt"/>
              <a:buAutoNum type="arabicPeriod"/>
            </a:pPr>
            <a:r>
              <a:rPr lang="zh-TW" altLang="en-US">
                <a:latin typeface="Noto Sans TC Light" panose="020B0200000000000000" pitchFamily="34" charset="-120"/>
                <a:ea typeface="Noto Sans TC Light" panose="020B0200000000000000" pitchFamily="34" charset="-120"/>
              </a:rPr>
              <a:t>一個</a:t>
            </a:r>
            <a:r>
              <a:rPr lang="zh-TW" altLang="en-US" b="1" u="sng">
                <a:latin typeface="Noto Sans TC Light" panose="020B0200000000000000" pitchFamily="34" charset="-120"/>
                <a:ea typeface="Noto Sans TC Light" panose="020B0200000000000000" pitchFamily="34" charset="-120"/>
              </a:rPr>
              <a:t>全球公認</a:t>
            </a:r>
            <a:r>
              <a:rPr lang="zh-TW" altLang="en-US">
                <a:latin typeface="Noto Sans TC Light" panose="020B0200000000000000" pitchFamily="34" charset="-120"/>
                <a:ea typeface="Noto Sans TC Light" panose="020B0200000000000000" pitchFamily="34" charset="-120"/>
              </a:rPr>
              <a:t>的協議</a:t>
            </a:r>
            <a:r>
              <a:rPr lang="en-US" altLang="zh-TW">
                <a:latin typeface="Noto Sans TC Light" panose="020B0200000000000000" pitchFamily="34" charset="-120"/>
                <a:ea typeface="Noto Sans TC Light" panose="020B0200000000000000" pitchFamily="34" charset="-120"/>
              </a:rPr>
              <a:t>/</a:t>
            </a:r>
            <a:r>
              <a:rPr lang="zh-TW" altLang="en-US">
                <a:latin typeface="Noto Sans TC Light" panose="020B0200000000000000" pitchFamily="34" charset="-120"/>
                <a:ea typeface="Noto Sans TC Light" panose="020B0200000000000000" pitchFamily="34" charset="-120"/>
              </a:rPr>
              <a:t>規則的</a:t>
            </a:r>
            <a:r>
              <a:rPr lang="en-HK">
                <a:latin typeface="Noto Sans TC Light" panose="020B0200000000000000" pitchFamily="34" charset="-120"/>
                <a:ea typeface="Noto Sans TC Light" panose="020B0200000000000000" pitchFamily="34" charset="-120"/>
              </a:rPr>
              <a:t>「</a:t>
            </a:r>
            <a:r>
              <a:rPr lang="zh-TW" altLang="en-US">
                <a:latin typeface="Noto Sans TC Light" panose="020B0200000000000000" pitchFamily="34" charset="-120"/>
                <a:ea typeface="Noto Sans TC Light" panose="020B0200000000000000" pitchFamily="34" charset="-120"/>
              </a:rPr>
              <a:t>交通守則</a:t>
            </a:r>
            <a:r>
              <a:rPr lang="en-HK">
                <a:latin typeface="Noto Sans TC Light" panose="020B0200000000000000" pitchFamily="34" charset="-120"/>
                <a:ea typeface="Noto Sans TC Light" panose="020B0200000000000000" pitchFamily="34" charset="-120"/>
              </a:rPr>
              <a:t>」</a:t>
            </a:r>
            <a:endParaRPr lang="en-HK" altLang="zh-TW">
              <a:latin typeface="Noto Sans TC Light" panose="020B0200000000000000" pitchFamily="34" charset="-120"/>
              <a:ea typeface="Noto Sans TC Light" panose="020B0200000000000000" pitchFamily="34" charset="-120"/>
            </a:endParaRPr>
          </a:p>
          <a:p>
            <a:pPr marL="457200" lvl="3" indent="-457200">
              <a:buFont typeface="+mj-lt"/>
              <a:buAutoNum type="arabicPeriod"/>
            </a:pPr>
            <a:r>
              <a:rPr lang="en-HK">
                <a:latin typeface="Noto Sans TC Light" panose="020B0200000000000000" pitchFamily="34" charset="-120"/>
                <a:ea typeface="Noto Sans TC Light" panose="020B0200000000000000" pitchFamily="34" charset="-120"/>
              </a:rPr>
              <a:t>「</a:t>
            </a:r>
            <a:r>
              <a:rPr lang="zh-TW" altLang="en-US">
                <a:latin typeface="Noto Sans TC Light" panose="020B0200000000000000" pitchFamily="34" charset="-120"/>
                <a:ea typeface="Noto Sans TC Light" panose="020B0200000000000000" pitchFamily="34" charset="-120"/>
              </a:rPr>
              <a:t>地址</a:t>
            </a:r>
            <a:r>
              <a:rPr lang="zh-CN" altLang="en-US">
                <a:latin typeface="Noto Sans TC Light" panose="020B0200000000000000" pitchFamily="34" charset="-120"/>
                <a:ea typeface="Noto Sans TC Light" panose="020B0200000000000000" pitchFamily="34" charset="-120"/>
              </a:rPr>
              <a:t>制</a:t>
            </a:r>
            <a:r>
              <a:rPr lang="zh-TW" altLang="en-US">
                <a:latin typeface="Noto Sans TC Light" panose="020B0200000000000000" pitchFamily="34" charset="-120"/>
                <a:ea typeface="Noto Sans TC Light" panose="020B0200000000000000" pitchFamily="34" charset="-120"/>
              </a:rPr>
              <a:t>式</a:t>
            </a:r>
            <a:r>
              <a:rPr lang="en-HK">
                <a:latin typeface="Noto Sans TC Light" panose="020B0200000000000000" pitchFamily="34" charset="-120"/>
                <a:ea typeface="Noto Sans TC Light" panose="020B0200000000000000" pitchFamily="34" charset="-120"/>
              </a:rPr>
              <a:t>」 </a:t>
            </a:r>
          </a:p>
          <a:p>
            <a:r>
              <a:rPr lang="zh-TW" altLang="en-US" sz="2000">
                <a:latin typeface="Noto Sans TC Light" panose="020B0200000000000000" pitchFamily="34" charset="-120"/>
                <a:ea typeface="Noto Sans TC Light" panose="020B0200000000000000" pitchFamily="34" charset="-120"/>
              </a:rPr>
              <a:t>我們稱之為</a:t>
            </a:r>
            <a:r>
              <a:rPr lang="en-HK" altLang="zh-TW" sz="2000" b="1">
                <a:solidFill>
                  <a:schemeClr val="accent1"/>
                </a:solidFill>
                <a:latin typeface="Noto Sans TC Light" panose="020B0200000000000000" pitchFamily="34" charset="-120"/>
                <a:ea typeface="Noto Sans TC Light" panose="020B0200000000000000" pitchFamily="34" charset="-120"/>
              </a:rPr>
              <a:t>TCP/IP</a:t>
            </a:r>
            <a:endParaRPr lang="en-HK" sz="2000" b="1">
              <a:solidFill>
                <a:schemeClr val="accent1"/>
              </a:solidFill>
              <a:latin typeface="Noto Sans TC Light" panose="020B0200000000000000" pitchFamily="34" charset="-120"/>
              <a:ea typeface="Noto Sans TC Light" panose="020B0200000000000000" pitchFamily="34" charset="-120"/>
            </a:endParaRPr>
          </a:p>
          <a:p>
            <a:pPr lvl="1"/>
            <a:endParaRPr lang="en-US" sz="2000">
              <a:latin typeface="Noto Sans TC Light" panose="020B0200000000000000" pitchFamily="34" charset="-120"/>
              <a:ea typeface="Noto Sans TC Light" panose="020B0200000000000000" pitchFamily="34" charset="-120"/>
            </a:endParaRPr>
          </a:p>
        </p:txBody>
      </p:sp>
      <p:grpSp>
        <p:nvGrpSpPr>
          <p:cNvPr id="33" name="Group 32">
            <a:extLst>
              <a:ext uri="{FF2B5EF4-FFF2-40B4-BE49-F238E27FC236}">
                <a16:creationId xmlns:a16="http://schemas.microsoft.com/office/drawing/2014/main" id="{A6735122-14EF-2E73-1AEE-85C0A1CE86A9}"/>
              </a:ext>
            </a:extLst>
          </p:cNvPr>
          <p:cNvGrpSpPr/>
          <p:nvPr/>
        </p:nvGrpSpPr>
        <p:grpSpPr>
          <a:xfrm>
            <a:off x="5976862" y="1571624"/>
            <a:ext cx="5227009" cy="5010150"/>
            <a:chOff x="7349182" y="2175152"/>
            <a:chExt cx="3802377" cy="3557428"/>
          </a:xfrm>
        </p:grpSpPr>
        <p:pic>
          <p:nvPicPr>
            <p:cNvPr id="21" name="Picture 20">
              <a:extLst>
                <a:ext uri="{FF2B5EF4-FFF2-40B4-BE49-F238E27FC236}">
                  <a16:creationId xmlns:a16="http://schemas.microsoft.com/office/drawing/2014/main" id="{DE8C5EFC-DCAC-376A-58D5-BCB8AFB0CC9B}"/>
                </a:ext>
              </a:extLst>
            </p:cNvPr>
            <p:cNvPicPr>
              <a:picLocks noChangeAspect="1"/>
            </p:cNvPicPr>
            <p:nvPr/>
          </p:nvPicPr>
          <p:blipFill>
            <a:blip r:embed="rId3"/>
            <a:stretch>
              <a:fillRect/>
            </a:stretch>
          </p:blipFill>
          <p:spPr>
            <a:xfrm>
              <a:off x="7349182" y="3487219"/>
              <a:ext cx="1056894" cy="883523"/>
            </a:xfrm>
            <a:prstGeom prst="rect">
              <a:avLst/>
            </a:prstGeom>
          </p:spPr>
        </p:pic>
        <p:pic>
          <p:nvPicPr>
            <p:cNvPr id="22" name="Picture 21">
              <a:extLst>
                <a:ext uri="{FF2B5EF4-FFF2-40B4-BE49-F238E27FC236}">
                  <a16:creationId xmlns:a16="http://schemas.microsoft.com/office/drawing/2014/main" id="{FDB65E19-865D-5DBA-D0C6-477EA5005749}"/>
                </a:ext>
              </a:extLst>
            </p:cNvPr>
            <p:cNvPicPr>
              <a:picLocks noChangeAspect="1"/>
            </p:cNvPicPr>
            <p:nvPr/>
          </p:nvPicPr>
          <p:blipFill>
            <a:blip r:embed="rId3"/>
            <a:stretch>
              <a:fillRect/>
            </a:stretch>
          </p:blipFill>
          <p:spPr>
            <a:xfrm>
              <a:off x="7895993" y="2637199"/>
              <a:ext cx="1056894" cy="883523"/>
            </a:xfrm>
            <a:prstGeom prst="rect">
              <a:avLst/>
            </a:prstGeom>
          </p:spPr>
        </p:pic>
        <p:pic>
          <p:nvPicPr>
            <p:cNvPr id="23" name="Picture 22">
              <a:extLst>
                <a:ext uri="{FF2B5EF4-FFF2-40B4-BE49-F238E27FC236}">
                  <a16:creationId xmlns:a16="http://schemas.microsoft.com/office/drawing/2014/main" id="{76B49F23-36CA-3C68-33E5-8B91B9DCA2D5}"/>
                </a:ext>
              </a:extLst>
            </p:cNvPr>
            <p:cNvPicPr>
              <a:picLocks noChangeAspect="1"/>
            </p:cNvPicPr>
            <p:nvPr/>
          </p:nvPicPr>
          <p:blipFill>
            <a:blip r:embed="rId3"/>
            <a:stretch>
              <a:fillRect/>
            </a:stretch>
          </p:blipFill>
          <p:spPr>
            <a:xfrm>
              <a:off x="7895993" y="4521914"/>
              <a:ext cx="1056894" cy="883523"/>
            </a:xfrm>
            <a:prstGeom prst="rect">
              <a:avLst/>
            </a:prstGeom>
          </p:spPr>
        </p:pic>
        <p:pic>
          <p:nvPicPr>
            <p:cNvPr id="24" name="Picture 23">
              <a:extLst>
                <a:ext uri="{FF2B5EF4-FFF2-40B4-BE49-F238E27FC236}">
                  <a16:creationId xmlns:a16="http://schemas.microsoft.com/office/drawing/2014/main" id="{482389DC-3CE7-097B-8E6E-0C96EB96ED8D}"/>
                </a:ext>
              </a:extLst>
            </p:cNvPr>
            <p:cNvPicPr>
              <a:picLocks noChangeAspect="1"/>
            </p:cNvPicPr>
            <p:nvPr/>
          </p:nvPicPr>
          <p:blipFill>
            <a:blip r:embed="rId3"/>
            <a:stretch>
              <a:fillRect/>
            </a:stretch>
          </p:blipFill>
          <p:spPr>
            <a:xfrm>
              <a:off x="8847170" y="4849057"/>
              <a:ext cx="1056894" cy="883523"/>
            </a:xfrm>
            <a:prstGeom prst="rect">
              <a:avLst/>
            </a:prstGeom>
          </p:spPr>
        </p:pic>
        <p:pic>
          <p:nvPicPr>
            <p:cNvPr id="25" name="Picture 24">
              <a:extLst>
                <a:ext uri="{FF2B5EF4-FFF2-40B4-BE49-F238E27FC236}">
                  <a16:creationId xmlns:a16="http://schemas.microsoft.com/office/drawing/2014/main" id="{C96C4D7B-8A43-18D6-AD72-373BFC51DA48}"/>
                </a:ext>
              </a:extLst>
            </p:cNvPr>
            <p:cNvPicPr>
              <a:picLocks noChangeAspect="1"/>
            </p:cNvPicPr>
            <p:nvPr/>
          </p:nvPicPr>
          <p:blipFill>
            <a:blip r:embed="rId3"/>
            <a:stretch>
              <a:fillRect/>
            </a:stretch>
          </p:blipFill>
          <p:spPr>
            <a:xfrm>
              <a:off x="8803650" y="2175152"/>
              <a:ext cx="1056894" cy="883523"/>
            </a:xfrm>
            <a:prstGeom prst="rect">
              <a:avLst/>
            </a:prstGeom>
          </p:spPr>
        </p:pic>
        <p:pic>
          <p:nvPicPr>
            <p:cNvPr id="26" name="Picture 25">
              <a:extLst>
                <a:ext uri="{FF2B5EF4-FFF2-40B4-BE49-F238E27FC236}">
                  <a16:creationId xmlns:a16="http://schemas.microsoft.com/office/drawing/2014/main" id="{8078275C-04FB-2E54-E625-5CDCC2E14AD2}"/>
                </a:ext>
              </a:extLst>
            </p:cNvPr>
            <p:cNvPicPr>
              <a:picLocks noChangeAspect="1"/>
            </p:cNvPicPr>
            <p:nvPr/>
          </p:nvPicPr>
          <p:blipFill>
            <a:blip r:embed="rId3"/>
            <a:stretch>
              <a:fillRect/>
            </a:stretch>
          </p:blipFill>
          <p:spPr>
            <a:xfrm>
              <a:off x="9904064" y="2545477"/>
              <a:ext cx="1056894" cy="883523"/>
            </a:xfrm>
            <a:prstGeom prst="rect">
              <a:avLst/>
            </a:prstGeom>
          </p:spPr>
        </p:pic>
        <p:pic>
          <p:nvPicPr>
            <p:cNvPr id="27" name="Picture 26">
              <a:extLst>
                <a:ext uri="{FF2B5EF4-FFF2-40B4-BE49-F238E27FC236}">
                  <a16:creationId xmlns:a16="http://schemas.microsoft.com/office/drawing/2014/main" id="{DDD8A2F6-DB1A-4B47-6367-8FE9AF80AA00}"/>
                </a:ext>
              </a:extLst>
            </p:cNvPr>
            <p:cNvPicPr>
              <a:picLocks noChangeAspect="1"/>
            </p:cNvPicPr>
            <p:nvPr/>
          </p:nvPicPr>
          <p:blipFill>
            <a:blip r:embed="rId3"/>
            <a:stretch>
              <a:fillRect/>
            </a:stretch>
          </p:blipFill>
          <p:spPr>
            <a:xfrm>
              <a:off x="10094665" y="3674186"/>
              <a:ext cx="1056894" cy="883523"/>
            </a:xfrm>
            <a:prstGeom prst="rect">
              <a:avLst/>
            </a:prstGeom>
          </p:spPr>
        </p:pic>
        <p:pic>
          <p:nvPicPr>
            <p:cNvPr id="28" name="Picture 27">
              <a:extLst>
                <a:ext uri="{FF2B5EF4-FFF2-40B4-BE49-F238E27FC236}">
                  <a16:creationId xmlns:a16="http://schemas.microsoft.com/office/drawing/2014/main" id="{93714098-1E53-1171-5B59-64389B4D01D5}"/>
                </a:ext>
              </a:extLst>
            </p:cNvPr>
            <p:cNvPicPr>
              <a:picLocks noChangeAspect="1"/>
            </p:cNvPicPr>
            <p:nvPr/>
          </p:nvPicPr>
          <p:blipFill>
            <a:blip r:embed="rId3"/>
            <a:stretch>
              <a:fillRect/>
            </a:stretch>
          </p:blipFill>
          <p:spPr>
            <a:xfrm>
              <a:off x="10057586" y="4551801"/>
              <a:ext cx="1056894" cy="883523"/>
            </a:xfrm>
            <a:prstGeom prst="rect">
              <a:avLst/>
            </a:prstGeom>
          </p:spPr>
        </p:pic>
        <p:pic>
          <p:nvPicPr>
            <p:cNvPr id="30" name="Picture 29">
              <a:extLst>
                <a:ext uri="{FF2B5EF4-FFF2-40B4-BE49-F238E27FC236}">
                  <a16:creationId xmlns:a16="http://schemas.microsoft.com/office/drawing/2014/main" id="{9ECF8EB6-9B06-8882-268E-826FA38FA2E5}"/>
                </a:ext>
              </a:extLst>
            </p:cNvPr>
            <p:cNvPicPr>
              <a:picLocks noChangeAspect="1"/>
            </p:cNvPicPr>
            <p:nvPr/>
          </p:nvPicPr>
          <p:blipFill>
            <a:blip r:embed="rId3"/>
            <a:stretch>
              <a:fillRect/>
            </a:stretch>
          </p:blipFill>
          <p:spPr>
            <a:xfrm>
              <a:off x="8999287" y="3052761"/>
              <a:ext cx="1056894" cy="883523"/>
            </a:xfrm>
            <a:prstGeom prst="rect">
              <a:avLst/>
            </a:prstGeom>
          </p:spPr>
        </p:pic>
        <p:pic>
          <p:nvPicPr>
            <p:cNvPr id="31" name="Picture 30">
              <a:extLst>
                <a:ext uri="{FF2B5EF4-FFF2-40B4-BE49-F238E27FC236}">
                  <a16:creationId xmlns:a16="http://schemas.microsoft.com/office/drawing/2014/main" id="{814412EA-3B94-4237-CAF5-A1A040460D96}"/>
                </a:ext>
              </a:extLst>
            </p:cNvPr>
            <p:cNvPicPr>
              <a:picLocks noChangeAspect="1"/>
            </p:cNvPicPr>
            <p:nvPr/>
          </p:nvPicPr>
          <p:blipFill>
            <a:blip r:embed="rId3"/>
            <a:stretch>
              <a:fillRect/>
            </a:stretch>
          </p:blipFill>
          <p:spPr>
            <a:xfrm>
              <a:off x="8194595" y="3668278"/>
              <a:ext cx="1056894" cy="883523"/>
            </a:xfrm>
            <a:prstGeom prst="rect">
              <a:avLst/>
            </a:prstGeom>
          </p:spPr>
        </p:pic>
        <p:pic>
          <p:nvPicPr>
            <p:cNvPr id="32" name="Picture 31">
              <a:extLst>
                <a:ext uri="{FF2B5EF4-FFF2-40B4-BE49-F238E27FC236}">
                  <a16:creationId xmlns:a16="http://schemas.microsoft.com/office/drawing/2014/main" id="{A67E16A2-28DE-1464-CEB0-1276550F01CE}"/>
                </a:ext>
              </a:extLst>
            </p:cNvPr>
            <p:cNvPicPr>
              <a:picLocks noChangeAspect="1"/>
            </p:cNvPicPr>
            <p:nvPr/>
          </p:nvPicPr>
          <p:blipFill>
            <a:blip r:embed="rId3"/>
            <a:stretch>
              <a:fillRect/>
            </a:stretch>
          </p:blipFill>
          <p:spPr>
            <a:xfrm>
              <a:off x="9289973" y="3950909"/>
              <a:ext cx="1056894" cy="883523"/>
            </a:xfrm>
            <a:prstGeom prst="rect">
              <a:avLst/>
            </a:prstGeom>
          </p:spPr>
        </p:pic>
      </p:grpSp>
      <p:pic>
        <p:nvPicPr>
          <p:cNvPr id="5" name="Graphic 4" descr="Programmer male with solid fill">
            <a:extLst>
              <a:ext uri="{FF2B5EF4-FFF2-40B4-BE49-F238E27FC236}">
                <a16:creationId xmlns:a16="http://schemas.microsoft.com/office/drawing/2014/main" id="{D0E7E106-6DF2-31E4-7AB2-481779EBCBF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52899" y="2350416"/>
            <a:ext cx="914400" cy="914400"/>
          </a:xfrm>
          <a:prstGeom prst="rect">
            <a:avLst/>
          </a:prstGeom>
        </p:spPr>
      </p:pic>
      <p:pic>
        <p:nvPicPr>
          <p:cNvPr id="7" name="Graphic 6" descr="Programmer female with solid fill">
            <a:extLst>
              <a:ext uri="{FF2B5EF4-FFF2-40B4-BE49-F238E27FC236}">
                <a16:creationId xmlns:a16="http://schemas.microsoft.com/office/drawing/2014/main" id="{7ECF8A3C-90FB-F78E-6D93-2A05614E221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07455" y="4984453"/>
            <a:ext cx="914400" cy="914400"/>
          </a:xfrm>
          <a:prstGeom prst="rect">
            <a:avLst/>
          </a:prstGeom>
        </p:spPr>
      </p:pic>
      <p:sp>
        <p:nvSpPr>
          <p:cNvPr id="9" name="TextBox 8">
            <a:extLst>
              <a:ext uri="{FF2B5EF4-FFF2-40B4-BE49-F238E27FC236}">
                <a16:creationId xmlns:a16="http://schemas.microsoft.com/office/drawing/2014/main" id="{1DAABBA9-7146-1CB8-3D98-48D105993E77}"/>
              </a:ext>
            </a:extLst>
          </p:cNvPr>
          <p:cNvSpPr txBox="1"/>
          <p:nvPr/>
        </p:nvSpPr>
        <p:spPr>
          <a:xfrm>
            <a:off x="5546542" y="5891953"/>
            <a:ext cx="771525" cy="369332"/>
          </a:xfrm>
          <a:prstGeom prst="rect">
            <a:avLst/>
          </a:prstGeom>
          <a:noFill/>
        </p:spPr>
        <p:txBody>
          <a:bodyPr wrap="square">
            <a:spAutoFit/>
          </a:bodyPr>
          <a:lstStyle/>
          <a:p>
            <a:r>
              <a:rPr lang="zh-TW" altLang="en-US">
                <a:solidFill>
                  <a:schemeClr val="accent1"/>
                </a:solidFill>
              </a:rPr>
              <a:t>同學</a:t>
            </a:r>
            <a:r>
              <a:rPr lang="en-US" altLang="zh-CN">
                <a:solidFill>
                  <a:schemeClr val="accent1"/>
                </a:solidFill>
              </a:rPr>
              <a:t>A</a:t>
            </a:r>
            <a:endParaRPr lang="en-HK">
              <a:solidFill>
                <a:schemeClr val="accent1"/>
              </a:solidFill>
            </a:endParaRPr>
          </a:p>
        </p:txBody>
      </p:sp>
      <p:sp>
        <p:nvSpPr>
          <p:cNvPr id="10" name="TextBox 9">
            <a:extLst>
              <a:ext uri="{FF2B5EF4-FFF2-40B4-BE49-F238E27FC236}">
                <a16:creationId xmlns:a16="http://schemas.microsoft.com/office/drawing/2014/main" id="{019D3531-1BBD-D9E0-08DB-F455108EF5CA}"/>
              </a:ext>
            </a:extLst>
          </p:cNvPr>
          <p:cNvSpPr txBox="1"/>
          <p:nvPr/>
        </p:nvSpPr>
        <p:spPr>
          <a:xfrm>
            <a:off x="11224336" y="3282009"/>
            <a:ext cx="914400" cy="369332"/>
          </a:xfrm>
          <a:prstGeom prst="rect">
            <a:avLst/>
          </a:prstGeom>
          <a:noFill/>
        </p:spPr>
        <p:txBody>
          <a:bodyPr wrap="square">
            <a:spAutoFit/>
          </a:bodyPr>
          <a:lstStyle/>
          <a:p>
            <a:r>
              <a:rPr lang="zh-TW" altLang="en-US">
                <a:solidFill>
                  <a:srgbClr val="00B050"/>
                </a:solidFill>
              </a:rPr>
              <a:t>同學</a:t>
            </a:r>
            <a:r>
              <a:rPr lang="en-US" altLang="zh-CN">
                <a:solidFill>
                  <a:srgbClr val="00B050"/>
                </a:solidFill>
              </a:rPr>
              <a:t>B</a:t>
            </a:r>
            <a:endParaRPr lang="en-HK">
              <a:solidFill>
                <a:srgbClr val="00B050"/>
              </a:solidFill>
            </a:endParaRPr>
          </a:p>
        </p:txBody>
      </p:sp>
      <p:sp>
        <p:nvSpPr>
          <p:cNvPr id="12" name="Freeform: Shape 11">
            <a:extLst>
              <a:ext uri="{FF2B5EF4-FFF2-40B4-BE49-F238E27FC236}">
                <a16:creationId xmlns:a16="http://schemas.microsoft.com/office/drawing/2014/main" id="{C4A55CA2-90AD-AC5C-66B7-FD28B7E70703}"/>
              </a:ext>
            </a:extLst>
          </p:cNvPr>
          <p:cNvSpPr/>
          <p:nvPr/>
        </p:nvSpPr>
        <p:spPr>
          <a:xfrm>
            <a:off x="6267450" y="2733675"/>
            <a:ext cx="5019675" cy="2771775"/>
          </a:xfrm>
          <a:custGeom>
            <a:avLst/>
            <a:gdLst>
              <a:gd name="connsiteX0" fmla="*/ 0 w 5019675"/>
              <a:gd name="connsiteY0" fmla="*/ 2771775 h 2771775"/>
              <a:gd name="connsiteX1" fmla="*/ 561975 w 5019675"/>
              <a:gd name="connsiteY1" fmla="*/ 2762250 h 2771775"/>
              <a:gd name="connsiteX2" fmla="*/ 942975 w 5019675"/>
              <a:gd name="connsiteY2" fmla="*/ 2590800 h 2771775"/>
              <a:gd name="connsiteX3" fmla="*/ 1114425 w 5019675"/>
              <a:gd name="connsiteY3" fmla="*/ 2743200 h 2771775"/>
              <a:gd name="connsiteX4" fmla="*/ 1466850 w 5019675"/>
              <a:gd name="connsiteY4" fmla="*/ 2590800 h 2771775"/>
              <a:gd name="connsiteX5" fmla="*/ 1562100 w 5019675"/>
              <a:gd name="connsiteY5" fmla="*/ 2209800 h 2771775"/>
              <a:gd name="connsiteX6" fmla="*/ 1333500 w 5019675"/>
              <a:gd name="connsiteY6" fmla="*/ 2019300 h 2771775"/>
              <a:gd name="connsiteX7" fmla="*/ 1533525 w 5019675"/>
              <a:gd name="connsiteY7" fmla="*/ 1647825 h 2771775"/>
              <a:gd name="connsiteX8" fmla="*/ 1266825 w 5019675"/>
              <a:gd name="connsiteY8" fmla="*/ 1409700 h 2771775"/>
              <a:gd name="connsiteX9" fmla="*/ 923925 w 5019675"/>
              <a:gd name="connsiteY9" fmla="*/ 1162050 h 2771775"/>
              <a:gd name="connsiteX10" fmla="*/ 904875 w 5019675"/>
              <a:gd name="connsiteY10" fmla="*/ 552450 h 2771775"/>
              <a:gd name="connsiteX11" fmla="*/ 2362200 w 5019675"/>
              <a:gd name="connsiteY11" fmla="*/ 1047750 h 2771775"/>
              <a:gd name="connsiteX12" fmla="*/ 2314575 w 5019675"/>
              <a:gd name="connsiteY12" fmla="*/ 561975 h 2771775"/>
              <a:gd name="connsiteX13" fmla="*/ 2705100 w 5019675"/>
              <a:gd name="connsiteY13" fmla="*/ 790575 h 2771775"/>
              <a:gd name="connsiteX14" fmla="*/ 3048000 w 5019675"/>
              <a:gd name="connsiteY14" fmla="*/ 1047750 h 2771775"/>
              <a:gd name="connsiteX15" fmla="*/ 2819400 w 5019675"/>
              <a:gd name="connsiteY15" fmla="*/ 1619250 h 2771775"/>
              <a:gd name="connsiteX16" fmla="*/ 3086100 w 5019675"/>
              <a:gd name="connsiteY16" fmla="*/ 1981200 h 2771775"/>
              <a:gd name="connsiteX17" fmla="*/ 3409950 w 5019675"/>
              <a:gd name="connsiteY17" fmla="*/ 1714500 h 2771775"/>
              <a:gd name="connsiteX18" fmla="*/ 3790950 w 5019675"/>
              <a:gd name="connsiteY18" fmla="*/ 1409700 h 2771775"/>
              <a:gd name="connsiteX19" fmla="*/ 4105275 w 5019675"/>
              <a:gd name="connsiteY19" fmla="*/ 1581150 h 2771775"/>
              <a:gd name="connsiteX20" fmla="*/ 4495800 w 5019675"/>
              <a:gd name="connsiteY20" fmla="*/ 1352550 h 2771775"/>
              <a:gd name="connsiteX21" fmla="*/ 3057525 w 5019675"/>
              <a:gd name="connsiteY21" fmla="*/ 495300 h 2771775"/>
              <a:gd name="connsiteX22" fmla="*/ 3495675 w 5019675"/>
              <a:gd name="connsiteY22" fmla="*/ 285750 h 2771775"/>
              <a:gd name="connsiteX23" fmla="*/ 3981450 w 5019675"/>
              <a:gd name="connsiteY23" fmla="*/ 0 h 2771775"/>
              <a:gd name="connsiteX24" fmla="*/ 4257675 w 5019675"/>
              <a:gd name="connsiteY24" fmla="*/ 323850 h 2771775"/>
              <a:gd name="connsiteX25" fmla="*/ 5010150 w 5019675"/>
              <a:gd name="connsiteY25" fmla="*/ 390525 h 2771775"/>
              <a:gd name="connsiteX26" fmla="*/ 5019675 w 5019675"/>
              <a:gd name="connsiteY26" fmla="*/ 390525 h 2771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019675" h="2771775">
                <a:moveTo>
                  <a:pt x="0" y="2771775"/>
                </a:moveTo>
                <a:lnTo>
                  <a:pt x="561975" y="2762250"/>
                </a:lnTo>
                <a:lnTo>
                  <a:pt x="942975" y="2590800"/>
                </a:lnTo>
                <a:lnTo>
                  <a:pt x="1114425" y="2743200"/>
                </a:lnTo>
                <a:lnTo>
                  <a:pt x="1466850" y="2590800"/>
                </a:lnTo>
                <a:lnTo>
                  <a:pt x="1562100" y="2209800"/>
                </a:lnTo>
                <a:lnTo>
                  <a:pt x="1333500" y="2019300"/>
                </a:lnTo>
                <a:lnTo>
                  <a:pt x="1533525" y="1647825"/>
                </a:lnTo>
                <a:lnTo>
                  <a:pt x="1266825" y="1409700"/>
                </a:lnTo>
                <a:lnTo>
                  <a:pt x="923925" y="1162050"/>
                </a:lnTo>
                <a:lnTo>
                  <a:pt x="904875" y="552450"/>
                </a:lnTo>
                <a:lnTo>
                  <a:pt x="2362200" y="1047750"/>
                </a:lnTo>
                <a:lnTo>
                  <a:pt x="2314575" y="561975"/>
                </a:lnTo>
                <a:lnTo>
                  <a:pt x="2705100" y="790575"/>
                </a:lnTo>
                <a:lnTo>
                  <a:pt x="3048000" y="1047750"/>
                </a:lnTo>
                <a:lnTo>
                  <a:pt x="2819400" y="1619250"/>
                </a:lnTo>
                <a:lnTo>
                  <a:pt x="3086100" y="1981200"/>
                </a:lnTo>
                <a:lnTo>
                  <a:pt x="3409950" y="1714500"/>
                </a:lnTo>
                <a:lnTo>
                  <a:pt x="3790950" y="1409700"/>
                </a:lnTo>
                <a:lnTo>
                  <a:pt x="4105275" y="1581150"/>
                </a:lnTo>
                <a:lnTo>
                  <a:pt x="4495800" y="1352550"/>
                </a:lnTo>
                <a:lnTo>
                  <a:pt x="3057525" y="495300"/>
                </a:lnTo>
                <a:lnTo>
                  <a:pt x="3495675" y="285750"/>
                </a:lnTo>
                <a:lnTo>
                  <a:pt x="3981450" y="0"/>
                </a:lnTo>
                <a:lnTo>
                  <a:pt x="4257675" y="323850"/>
                </a:lnTo>
                <a:lnTo>
                  <a:pt x="5010150" y="390525"/>
                </a:lnTo>
                <a:lnTo>
                  <a:pt x="5019675" y="390525"/>
                </a:lnTo>
              </a:path>
            </a:pathLst>
          </a:cu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pic>
        <p:nvPicPr>
          <p:cNvPr id="14" name="Picture 13" descr="A red sign with white text&#10;&#10;Description automatically generated">
            <a:extLst>
              <a:ext uri="{FF2B5EF4-FFF2-40B4-BE49-F238E27FC236}">
                <a16:creationId xmlns:a16="http://schemas.microsoft.com/office/drawing/2014/main" id="{699C964F-C4F3-B740-A0A3-E4EB70B2CBBD}"/>
              </a:ext>
            </a:extLst>
          </p:cNvPr>
          <p:cNvPicPr>
            <a:picLocks noChangeAspect="1"/>
          </p:cNvPicPr>
          <p:nvPr/>
        </p:nvPicPr>
        <p:blipFill>
          <a:blip r:embed="rId6"/>
          <a:stretch>
            <a:fillRect/>
          </a:stretch>
        </p:blipFill>
        <p:spPr>
          <a:xfrm>
            <a:off x="931372" y="6021764"/>
            <a:ext cx="1771650" cy="533400"/>
          </a:xfrm>
          <a:prstGeom prst="rect">
            <a:avLst/>
          </a:prstGeom>
        </p:spPr>
      </p:pic>
      <p:sp>
        <p:nvSpPr>
          <p:cNvPr id="15" name="TextBox 14">
            <a:extLst>
              <a:ext uri="{FF2B5EF4-FFF2-40B4-BE49-F238E27FC236}">
                <a16:creationId xmlns:a16="http://schemas.microsoft.com/office/drawing/2014/main" id="{2DDB2232-BF3C-A620-94DD-BC0526155D74}"/>
              </a:ext>
            </a:extLst>
          </p:cNvPr>
          <p:cNvSpPr txBox="1"/>
          <p:nvPr/>
        </p:nvSpPr>
        <p:spPr>
          <a:xfrm>
            <a:off x="2681040" y="5983663"/>
            <a:ext cx="1851789" cy="646331"/>
          </a:xfrm>
          <a:prstGeom prst="rect">
            <a:avLst/>
          </a:prstGeom>
          <a:noFill/>
        </p:spPr>
        <p:txBody>
          <a:bodyPr wrap="none" rtlCol="0">
            <a:spAutoFit/>
          </a:bodyPr>
          <a:lstStyle/>
          <a:p>
            <a:r>
              <a:rPr lang="en-HK" b="1">
                <a:solidFill>
                  <a:srgbClr val="7030A0"/>
                </a:solidFill>
                <a:latin typeface="Helvetica" panose="020B0604020202020204" pitchFamily="34" charset="0"/>
                <a:cs typeface="Helvetica" panose="020B0604020202020204" pitchFamily="34" charset="0"/>
                <a:hlinkClick r:id="rId7"/>
              </a:rPr>
              <a:t>Binary System </a:t>
            </a:r>
          </a:p>
          <a:p>
            <a:r>
              <a:rPr lang="en-HK" b="1">
                <a:solidFill>
                  <a:srgbClr val="7030A0"/>
                </a:solidFill>
                <a:latin typeface="Helvetica" panose="020B0604020202020204" pitchFamily="34" charset="0"/>
                <a:cs typeface="Helvetica" panose="020B0604020202020204" pitchFamily="34" charset="0"/>
                <a:hlinkClick r:id="rId7"/>
              </a:rPr>
              <a:t>&amp; TCP/IP</a:t>
            </a:r>
            <a:endParaRPr lang="en-HK" b="1">
              <a:solidFill>
                <a:srgbClr val="7030A0"/>
              </a:solidFill>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36102579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E83AF-ACC9-7D45-9A34-887F305B5DF1}"/>
              </a:ext>
            </a:extLst>
          </p:cNvPr>
          <p:cNvSpPr>
            <a:spLocks noGrp="1"/>
          </p:cNvSpPr>
          <p:nvPr>
            <p:ph type="title"/>
          </p:nvPr>
        </p:nvSpPr>
        <p:spPr/>
        <p:txBody>
          <a:bodyPr anchor="b">
            <a:normAutofit/>
          </a:bodyPr>
          <a:lstStyle/>
          <a:p>
            <a:r>
              <a:rPr lang="zh-TW" altLang="en-US" sz="4000" b="1" dirty="0">
                <a:latin typeface="DengXian" panose="02010600030101010101" pitchFamily="2" charset="-122"/>
                <a:ea typeface="DengXian" panose="02010600030101010101" pitchFamily="2" charset="-122"/>
              </a:rPr>
              <a:t>互聯網無邊無際</a:t>
            </a:r>
            <a:endParaRPr lang="en-US" sz="4000" b="1" dirty="0">
              <a:latin typeface="DengXian" panose="02010600030101010101" pitchFamily="2" charset="-122"/>
              <a:ea typeface="DengXian" panose="02010600030101010101" pitchFamily="2" charset="-122"/>
            </a:endParaRPr>
          </a:p>
        </p:txBody>
      </p:sp>
      <p:sp>
        <p:nvSpPr>
          <p:cNvPr id="3" name="Content Placeholder 2">
            <a:extLst>
              <a:ext uri="{FF2B5EF4-FFF2-40B4-BE49-F238E27FC236}">
                <a16:creationId xmlns:a16="http://schemas.microsoft.com/office/drawing/2014/main" id="{BE96800E-35EA-284F-ADFF-F3F233918E06}"/>
              </a:ext>
            </a:extLst>
          </p:cNvPr>
          <p:cNvSpPr>
            <a:spLocks noGrp="1"/>
          </p:cNvSpPr>
          <p:nvPr>
            <p:ph type="body" sz="half" idx="2"/>
          </p:nvPr>
        </p:nvSpPr>
        <p:spPr/>
        <p:txBody>
          <a:bodyPr>
            <a:normAutofit/>
          </a:bodyPr>
          <a:lstStyle/>
          <a:p>
            <a:r>
              <a:rPr lang="en-HK" b="1" dirty="0">
                <a:solidFill>
                  <a:schemeClr val="bg1"/>
                </a:solidFill>
                <a:latin typeface="DengXian" panose="02010600030101010101" pitchFamily="2" charset="-122"/>
                <a:ea typeface="DengXian" panose="02010600030101010101" pitchFamily="2" charset="-122"/>
              </a:rPr>
              <a:t>視覺化效果</a:t>
            </a:r>
            <a:endParaRPr lang="en-US" b="1" dirty="0">
              <a:solidFill>
                <a:schemeClr val="bg1"/>
              </a:solidFill>
              <a:latin typeface="DengXian" panose="02010600030101010101" pitchFamily="2" charset="-122"/>
              <a:ea typeface="DengXian" panose="02010600030101010101" pitchFamily="2" charset="-122"/>
            </a:endParaRPr>
          </a:p>
        </p:txBody>
      </p:sp>
      <p:sp>
        <p:nvSpPr>
          <p:cNvPr id="4" name="Slide Number Placeholder 3">
            <a:extLst>
              <a:ext uri="{FF2B5EF4-FFF2-40B4-BE49-F238E27FC236}">
                <a16:creationId xmlns:a16="http://schemas.microsoft.com/office/drawing/2014/main" id="{9144EB02-A67A-D042-8336-4CAE4B7B20C6}"/>
              </a:ext>
            </a:extLst>
          </p:cNvPr>
          <p:cNvSpPr>
            <a:spLocks noGrp="1"/>
          </p:cNvSpPr>
          <p:nvPr>
            <p:ph type="sldNum" sz="quarter" idx="12"/>
          </p:nvPr>
        </p:nvSpPr>
        <p:spPr/>
        <p:txBody>
          <a:bodyPr anchor="ctr">
            <a:normAutofit/>
          </a:bodyPr>
          <a:lstStyle/>
          <a:p>
            <a:pPr>
              <a:spcAft>
                <a:spcPts val="600"/>
              </a:spcAft>
            </a:pPr>
            <a:fld id="{14B07A3D-2F58-EF4D-A265-F014B879E6ED}" type="slidenum">
              <a:rPr lang="en-US" smtClean="0">
                <a:latin typeface="DengXian" panose="02010600030101010101" pitchFamily="2" charset="-122"/>
                <a:ea typeface="DengXian" panose="02010600030101010101" pitchFamily="2" charset="-122"/>
              </a:rPr>
              <a:pPr>
                <a:spcAft>
                  <a:spcPts val="600"/>
                </a:spcAft>
              </a:pPr>
              <a:t>19</a:t>
            </a:fld>
            <a:endParaRPr lang="en-US">
              <a:latin typeface="DengXian" panose="02010600030101010101" pitchFamily="2" charset="-122"/>
              <a:ea typeface="DengXian" panose="02010600030101010101" pitchFamily="2" charset="-122"/>
            </a:endParaRPr>
          </a:p>
        </p:txBody>
      </p:sp>
      <p:pic>
        <p:nvPicPr>
          <p:cNvPr id="1026" name="Picture 2" descr="Visualization of Internet routing paths">
            <a:extLst>
              <a:ext uri="{FF2B5EF4-FFF2-40B4-BE49-F238E27FC236}">
                <a16:creationId xmlns:a16="http://schemas.microsoft.com/office/drawing/2014/main" id="{AAB9FB4A-3287-6046-9018-33A69303C628}"/>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tretch>
            <a:fillRect/>
          </a:stretch>
        </p:blipFill>
        <p:spPr bwMode="auto">
          <a:xfrm>
            <a:off x="5824725" y="366766"/>
            <a:ext cx="6124468" cy="6124468"/>
          </a:xfrm>
          <a:prstGeom prst="rect">
            <a:avLst/>
          </a:prstGeom>
          <a:solidFill>
            <a:srgbClr val="FFFFFF"/>
          </a:solidFill>
        </p:spPr>
      </p:pic>
    </p:spTree>
    <p:extLst>
      <p:ext uri="{BB962C8B-B14F-4D97-AF65-F5344CB8AC3E}">
        <p14:creationId xmlns:p14="http://schemas.microsoft.com/office/powerpoint/2010/main" val="33140369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FC162-A218-B3D0-54D9-1841546B7E52}"/>
            </a:ext>
          </a:extLst>
        </p:cNvPr>
        <p:cNvGrpSpPr/>
        <p:nvPr/>
      </p:nvGrpSpPr>
      <p:grpSpPr>
        <a:xfrm>
          <a:off x="0" y="0"/>
          <a:ext cx="0" cy="0"/>
          <a:chOff x="0" y="0"/>
          <a:chExt cx="0" cy="0"/>
        </a:xfrm>
      </p:grpSpPr>
      <p:pic>
        <p:nvPicPr>
          <p:cNvPr id="4" name="圖片 3" descr="圖片">
            <a:extLst>
              <a:ext uri="{FF2B5EF4-FFF2-40B4-BE49-F238E27FC236}">
                <a16:creationId xmlns:a16="http://schemas.microsoft.com/office/drawing/2014/main" id="{42E70D0B-1975-7873-E60D-EB8941829E4D}"/>
              </a:ext>
            </a:extLst>
          </p:cNvPr>
          <p:cNvPicPr>
            <a:picLocks noChangeAspect="1"/>
          </p:cNvPicPr>
          <p:nvPr/>
        </p:nvPicPr>
        <p:blipFill>
          <a:blip r:embed="rId3"/>
          <a:stretch>
            <a:fillRect/>
          </a:stretch>
        </p:blipFill>
        <p:spPr>
          <a:xfrm>
            <a:off x="5758974" y="1352550"/>
            <a:ext cx="5143500" cy="5143500"/>
          </a:xfrm>
          <a:prstGeom prst="rect">
            <a:avLst/>
          </a:prstGeom>
        </p:spPr>
      </p:pic>
      <p:sp>
        <p:nvSpPr>
          <p:cNvPr id="2" name="Title 1">
            <a:extLst>
              <a:ext uri="{FF2B5EF4-FFF2-40B4-BE49-F238E27FC236}">
                <a16:creationId xmlns:a16="http://schemas.microsoft.com/office/drawing/2014/main" id="{BFE34641-23E6-B3B5-746D-BFDBC55F09CF}"/>
              </a:ext>
            </a:extLst>
          </p:cNvPr>
          <p:cNvSpPr>
            <a:spLocks noGrp="1"/>
          </p:cNvSpPr>
          <p:nvPr>
            <p:ph type="title"/>
          </p:nvPr>
        </p:nvSpPr>
        <p:spPr/>
        <p:txBody>
          <a:bodyPr anchor="ctr">
            <a:normAutofit/>
          </a:bodyPr>
          <a:lstStyle/>
          <a:p>
            <a:r>
              <a:rPr lang="en-US" dirty="0" err="1"/>
              <a:t>互聯網</a:t>
            </a:r>
            <a:r>
              <a:rPr lang="en-US" dirty="0"/>
              <a:t> (Internet)</a:t>
            </a:r>
          </a:p>
        </p:txBody>
      </p:sp>
      <p:sp>
        <p:nvSpPr>
          <p:cNvPr id="3" name="Content Placeholder 2">
            <a:extLst>
              <a:ext uri="{FF2B5EF4-FFF2-40B4-BE49-F238E27FC236}">
                <a16:creationId xmlns:a16="http://schemas.microsoft.com/office/drawing/2014/main" id="{01B812D5-0D76-0308-9FB2-C105AE87315C}"/>
              </a:ext>
            </a:extLst>
          </p:cNvPr>
          <p:cNvSpPr>
            <a:spLocks noGrp="1"/>
          </p:cNvSpPr>
          <p:nvPr>
            <p:ph sz="half" idx="1"/>
          </p:nvPr>
        </p:nvSpPr>
        <p:spPr>
          <a:xfrm>
            <a:off x="1304813" y="2340272"/>
            <a:ext cx="4712212" cy="3581401"/>
          </a:xfrm>
        </p:spPr>
        <p:txBody>
          <a:bodyPr>
            <a:normAutofit/>
          </a:bodyPr>
          <a:lstStyle/>
          <a:p>
            <a:pPr>
              <a:lnSpc>
                <a:spcPct val="110000"/>
              </a:lnSpc>
            </a:pPr>
            <a:r>
              <a:rPr lang="zh-TW" altLang="en-US" sz="2000" dirty="0">
                <a:latin typeface="DengXian" panose="02010600030101010101" pitchFamily="2" charset="-122"/>
                <a:ea typeface="DengXian" panose="02010600030101010101" pitchFamily="2" charset="-122"/>
              </a:rPr>
              <a:t>在這龐大的網路系統中，</a:t>
            </a:r>
            <a:r>
              <a:rPr lang="en-US" altLang="zh-TW" sz="2000" dirty="0">
                <a:latin typeface="DengXian" panose="02010600030101010101" pitchFamily="2" charset="-122"/>
                <a:ea typeface="DengXian" panose="02010600030101010101" pitchFamily="2" charset="-122"/>
              </a:rPr>
              <a:t>A</a:t>
            </a:r>
            <a:r>
              <a:rPr lang="zh-TW" altLang="en-US" sz="2000" dirty="0">
                <a:latin typeface="DengXian" panose="02010600030101010101" pitchFamily="2" charset="-122"/>
                <a:ea typeface="DengXian" panose="02010600030101010101" pitchFamily="2" charset="-122"/>
              </a:rPr>
              <a:t>電腦如何能夠把資訊</a:t>
            </a:r>
            <a:r>
              <a:rPr lang="zh-TW" altLang="en-US" sz="2000" b="1" u="sng" dirty="0">
                <a:solidFill>
                  <a:schemeClr val="tx1"/>
                </a:solidFill>
                <a:latin typeface="DengXian" panose="02010600030101010101" pitchFamily="2" charset="-122"/>
                <a:ea typeface="DengXian" panose="02010600030101010101" pitchFamily="2" charset="-122"/>
              </a:rPr>
              <a:t>找到正確的路徑</a:t>
            </a:r>
            <a:r>
              <a:rPr lang="zh-TW" altLang="en-US" sz="2000" dirty="0">
                <a:latin typeface="DengXian" panose="02010600030101010101" pitchFamily="2" charset="-122"/>
                <a:ea typeface="DengXian" panose="02010600030101010101" pitchFamily="2" charset="-122"/>
              </a:rPr>
              <a:t>，</a:t>
            </a:r>
            <a:r>
              <a:rPr lang="zh-TW" altLang="en-US" sz="2000" b="1" u="sng" dirty="0">
                <a:latin typeface="DengXian" panose="02010600030101010101" pitchFamily="2" charset="-122"/>
                <a:ea typeface="DengXian" panose="02010600030101010101" pitchFamily="2" charset="-122"/>
              </a:rPr>
              <a:t>準確地送到</a:t>
            </a:r>
            <a:r>
              <a:rPr lang="en-US" altLang="zh-TW" sz="2000" dirty="0">
                <a:latin typeface="DengXian" panose="02010600030101010101" pitchFamily="2" charset="-122"/>
                <a:ea typeface="DengXian" panose="02010600030101010101" pitchFamily="2" charset="-122"/>
              </a:rPr>
              <a:t>B</a:t>
            </a:r>
            <a:r>
              <a:rPr lang="zh-TW" altLang="en-US" sz="2000" dirty="0">
                <a:latin typeface="DengXian" panose="02010600030101010101" pitchFamily="2" charset="-122"/>
                <a:ea typeface="DengXian" panose="02010600030101010101" pitchFamily="2" charset="-122"/>
              </a:rPr>
              <a:t>電腦？ </a:t>
            </a:r>
            <a:endParaRPr lang="en-US" altLang="zh-TW" sz="2000" dirty="0">
              <a:latin typeface="DengXian" panose="02010600030101010101" pitchFamily="2" charset="-122"/>
              <a:ea typeface="DengXian" panose="02010600030101010101" pitchFamily="2" charset="-122"/>
            </a:endParaRPr>
          </a:p>
          <a:p>
            <a:pPr>
              <a:lnSpc>
                <a:spcPct val="100000"/>
              </a:lnSpc>
            </a:pPr>
            <a:endParaRPr lang="en-US" altLang="zh-TW" sz="2000" dirty="0">
              <a:latin typeface="DengXian" panose="02010600030101010101" pitchFamily="2" charset="-122"/>
              <a:ea typeface="DengXian" panose="02010600030101010101" pitchFamily="2" charset="-122"/>
            </a:endParaRPr>
          </a:p>
          <a:p>
            <a:pPr>
              <a:lnSpc>
                <a:spcPct val="100000"/>
              </a:lnSpc>
            </a:pPr>
            <a:r>
              <a:rPr lang="zh-TW" altLang="en-US" sz="2000" dirty="0">
                <a:latin typeface="DengXian" panose="02010600030101010101" pitchFamily="2" charset="-122"/>
                <a:ea typeface="DengXian" panose="02010600030101010101" pitchFamily="2" charset="-122"/>
              </a:rPr>
              <a:t>這就需要有一個</a:t>
            </a:r>
            <a:r>
              <a:rPr lang="zh-TW" altLang="en-US" sz="2000" b="1" u="sng" dirty="0">
                <a:latin typeface="DengXian" panose="02010600030101010101" pitchFamily="2" charset="-122"/>
                <a:ea typeface="DengXian" panose="02010600030101010101" pitchFamily="2" charset="-122"/>
              </a:rPr>
              <a:t>全球公認</a:t>
            </a:r>
            <a:r>
              <a:rPr lang="zh-TW" altLang="en-US" sz="2000" dirty="0">
                <a:latin typeface="DengXian" panose="02010600030101010101" pitchFamily="2" charset="-122"/>
                <a:ea typeface="DengXian" panose="02010600030101010101" pitchFamily="2" charset="-122"/>
              </a:rPr>
              <a:t>的</a:t>
            </a:r>
            <a:r>
              <a:rPr lang="zh-TW" altLang="en-US" sz="2000" b="1" dirty="0">
                <a:solidFill>
                  <a:schemeClr val="accent1"/>
                </a:solidFill>
                <a:latin typeface="DengXian" panose="02010600030101010101" pitchFamily="2" charset="-122"/>
                <a:ea typeface="DengXian" panose="02010600030101010101" pitchFamily="2" charset="-122"/>
              </a:rPr>
              <a:t>：</a:t>
            </a:r>
            <a:endParaRPr lang="en-US" altLang="zh-CN" sz="2000" dirty="0">
              <a:latin typeface="DengXian" panose="02010600030101010101" pitchFamily="2" charset="-122"/>
              <a:ea typeface="DengXian" panose="02010600030101010101" pitchFamily="2" charset="-122"/>
            </a:endParaRPr>
          </a:p>
          <a:p>
            <a:pPr marL="457200" lvl="3" indent="-457200">
              <a:lnSpc>
                <a:spcPct val="100000"/>
              </a:lnSpc>
              <a:buFont typeface="+mj-lt"/>
              <a:buAutoNum type="arabicPeriod"/>
            </a:pPr>
            <a:r>
              <a:rPr lang="zh-TW" altLang="en-US" dirty="0">
                <a:latin typeface="DengXian" panose="02010600030101010101" pitchFamily="2" charset="-122"/>
                <a:ea typeface="DengXian" panose="02010600030101010101" pitchFamily="2" charset="-122"/>
              </a:rPr>
              <a:t>協議</a:t>
            </a:r>
            <a:r>
              <a:rPr lang="en-US" altLang="zh-TW" dirty="0">
                <a:latin typeface="DengXian" panose="02010600030101010101" pitchFamily="2" charset="-122"/>
                <a:ea typeface="DengXian" panose="02010600030101010101" pitchFamily="2" charset="-122"/>
              </a:rPr>
              <a:t>/</a:t>
            </a:r>
            <a:r>
              <a:rPr lang="zh-TW" altLang="en-US" dirty="0">
                <a:latin typeface="DengXian" panose="02010600030101010101" pitchFamily="2" charset="-122"/>
                <a:ea typeface="DengXian" panose="02010600030101010101" pitchFamily="2" charset="-122"/>
              </a:rPr>
              <a:t>規則的</a:t>
            </a:r>
            <a:r>
              <a:rPr lang="en-HK" dirty="0">
                <a:latin typeface="DengXian" panose="02010600030101010101" pitchFamily="2" charset="-122"/>
                <a:ea typeface="DengXian" panose="02010600030101010101" pitchFamily="2" charset="-122"/>
              </a:rPr>
              <a:t>「</a:t>
            </a:r>
            <a:r>
              <a:rPr lang="zh-TW" altLang="en-US" dirty="0">
                <a:latin typeface="DengXian" panose="02010600030101010101" pitchFamily="2" charset="-122"/>
                <a:ea typeface="DengXian" panose="02010600030101010101" pitchFamily="2" charset="-122"/>
              </a:rPr>
              <a:t>交通守則</a:t>
            </a:r>
            <a:r>
              <a:rPr lang="en-HK" dirty="0">
                <a:latin typeface="DengXian" panose="02010600030101010101" pitchFamily="2" charset="-122"/>
                <a:ea typeface="DengXian" panose="02010600030101010101" pitchFamily="2" charset="-122"/>
              </a:rPr>
              <a:t>」</a:t>
            </a:r>
            <a:endParaRPr lang="en-HK" altLang="zh-TW" dirty="0">
              <a:latin typeface="DengXian" panose="02010600030101010101" pitchFamily="2" charset="-122"/>
              <a:ea typeface="DengXian" panose="02010600030101010101" pitchFamily="2" charset="-122"/>
            </a:endParaRPr>
          </a:p>
          <a:p>
            <a:pPr marL="457200" lvl="3" indent="-457200">
              <a:lnSpc>
                <a:spcPct val="100000"/>
              </a:lnSpc>
              <a:buFont typeface="+mj-lt"/>
              <a:buAutoNum type="arabicPeriod"/>
            </a:pPr>
            <a:r>
              <a:rPr lang="zh-TW" altLang="en-US" dirty="0">
                <a:latin typeface="DengXian" panose="02010600030101010101" pitchFamily="2" charset="-122"/>
                <a:ea typeface="DengXian" panose="02010600030101010101" pitchFamily="2" charset="-122"/>
              </a:rPr>
              <a:t>地址</a:t>
            </a:r>
            <a:r>
              <a:rPr lang="zh-CN" altLang="en-US" dirty="0">
                <a:latin typeface="DengXian" panose="02010600030101010101" pitchFamily="2" charset="-122"/>
                <a:ea typeface="DengXian" panose="02010600030101010101" pitchFamily="2" charset="-122"/>
              </a:rPr>
              <a:t>制</a:t>
            </a:r>
            <a:r>
              <a:rPr lang="zh-TW" altLang="en-US" dirty="0">
                <a:latin typeface="DengXian" panose="02010600030101010101" pitchFamily="2" charset="-122"/>
                <a:ea typeface="DengXian" panose="02010600030101010101" pitchFamily="2" charset="-122"/>
              </a:rPr>
              <a:t>式</a:t>
            </a:r>
            <a:r>
              <a:rPr lang="en-US" altLang="zh-TW" dirty="0">
                <a:latin typeface="DengXian" panose="02010600030101010101" pitchFamily="2" charset="-122"/>
                <a:ea typeface="DengXian" panose="02010600030101010101" pitchFamily="2" charset="-122"/>
              </a:rPr>
              <a:t>----</a:t>
            </a:r>
            <a:r>
              <a:rPr lang="en-HK" altLang="zh-HK" dirty="0">
                <a:latin typeface="DengXian" panose="02010600030101010101" pitchFamily="2" charset="-122"/>
                <a:ea typeface="DengXian" panose="02010600030101010101" pitchFamily="2" charset="-122"/>
              </a:rPr>
              <a:t>「</a:t>
            </a:r>
            <a:r>
              <a:rPr lang="zh-TW" altLang="en-US" dirty="0">
                <a:latin typeface="DengXian" panose="02010600030101010101" pitchFamily="2" charset="-122"/>
                <a:ea typeface="DengXian" panose="02010600030101010101" pitchFamily="2" charset="-122"/>
              </a:rPr>
              <a:t>家居地址</a:t>
            </a:r>
            <a:r>
              <a:rPr lang="en-HK" dirty="0">
                <a:latin typeface="DengXian" panose="02010600030101010101" pitchFamily="2" charset="-122"/>
                <a:ea typeface="DengXian" panose="02010600030101010101" pitchFamily="2" charset="-122"/>
              </a:rPr>
              <a:t>」 </a:t>
            </a:r>
          </a:p>
          <a:p>
            <a:pPr marL="0" lvl="3" indent="0">
              <a:lnSpc>
                <a:spcPct val="100000"/>
              </a:lnSpc>
              <a:buNone/>
            </a:pPr>
            <a:r>
              <a:rPr lang="zh-TW" altLang="en-US" dirty="0">
                <a:latin typeface="DengXian" panose="02010600030101010101" pitchFamily="2" charset="-122"/>
                <a:ea typeface="DengXian" panose="02010600030101010101" pitchFamily="2" charset="-122"/>
              </a:rPr>
              <a:t>我們稱為</a:t>
            </a:r>
            <a:r>
              <a:rPr lang="en-HK" altLang="zh-TW" b="1" dirty="0">
                <a:solidFill>
                  <a:schemeClr val="accent1"/>
                </a:solidFill>
                <a:latin typeface="DengXian" panose="02010600030101010101" pitchFamily="2" charset="-122"/>
                <a:ea typeface="DengXian" panose="02010600030101010101" pitchFamily="2" charset="-122"/>
              </a:rPr>
              <a:t>TCP/IP</a:t>
            </a:r>
            <a:endParaRPr lang="en-HK" altLang="zh-TW" dirty="0">
              <a:latin typeface="DengXian" panose="02010600030101010101" pitchFamily="2" charset="-122"/>
              <a:ea typeface="DengXian" panose="02010600030101010101" pitchFamily="2" charset="-122"/>
            </a:endParaRPr>
          </a:p>
          <a:p>
            <a:pPr marL="457200" lvl="3" indent="-457200">
              <a:lnSpc>
                <a:spcPct val="100000"/>
              </a:lnSpc>
              <a:buFont typeface="+mj-lt"/>
              <a:buAutoNum type="arabicPeriod"/>
            </a:pPr>
            <a:endParaRPr lang="en-HK" sz="2000" b="1" dirty="0">
              <a:solidFill>
                <a:schemeClr val="accent1"/>
              </a:solidFill>
              <a:latin typeface="DengXian" panose="02010600030101010101" pitchFamily="2" charset="-122"/>
              <a:ea typeface="DengXian" panose="02010600030101010101" pitchFamily="2" charset="-122"/>
            </a:endParaRPr>
          </a:p>
          <a:p>
            <a:pPr lvl="1">
              <a:lnSpc>
                <a:spcPct val="100000"/>
              </a:lnSpc>
            </a:pPr>
            <a:endParaRPr lang="en-US" sz="2000" dirty="0">
              <a:latin typeface="DengXian" panose="02010600030101010101" pitchFamily="2" charset="-122"/>
              <a:ea typeface="DengXian" panose="02010600030101010101" pitchFamily="2" charset="-122"/>
            </a:endParaRPr>
          </a:p>
        </p:txBody>
      </p:sp>
      <p:pic>
        <p:nvPicPr>
          <p:cNvPr id="5" name="Graphic 4" descr="Programmer male with solid fill">
            <a:extLst>
              <a:ext uri="{FF2B5EF4-FFF2-40B4-BE49-F238E27FC236}">
                <a16:creationId xmlns:a16="http://schemas.microsoft.com/office/drawing/2014/main" id="{BE76B9F2-B26F-EB83-1B37-EA828A10E87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152899" y="2350416"/>
            <a:ext cx="914400" cy="914400"/>
          </a:xfrm>
          <a:prstGeom prst="rect">
            <a:avLst/>
          </a:prstGeom>
        </p:spPr>
      </p:pic>
      <p:pic>
        <p:nvPicPr>
          <p:cNvPr id="7" name="Graphic 6" descr="Programmer female with solid fill">
            <a:extLst>
              <a:ext uri="{FF2B5EF4-FFF2-40B4-BE49-F238E27FC236}">
                <a16:creationId xmlns:a16="http://schemas.microsoft.com/office/drawing/2014/main" id="{11C44D3E-4F3D-2ED3-226E-8C259DA98C4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507455" y="4984453"/>
            <a:ext cx="914400" cy="914400"/>
          </a:xfrm>
          <a:prstGeom prst="rect">
            <a:avLst/>
          </a:prstGeom>
        </p:spPr>
      </p:pic>
      <p:sp>
        <p:nvSpPr>
          <p:cNvPr id="9" name="TextBox 8">
            <a:extLst>
              <a:ext uri="{FF2B5EF4-FFF2-40B4-BE49-F238E27FC236}">
                <a16:creationId xmlns:a16="http://schemas.microsoft.com/office/drawing/2014/main" id="{3B992FA9-A302-1532-6C78-8054C64DD192}"/>
              </a:ext>
            </a:extLst>
          </p:cNvPr>
          <p:cNvSpPr txBox="1"/>
          <p:nvPr/>
        </p:nvSpPr>
        <p:spPr>
          <a:xfrm>
            <a:off x="5546542" y="5891953"/>
            <a:ext cx="771525" cy="369332"/>
          </a:xfrm>
          <a:prstGeom prst="rect">
            <a:avLst/>
          </a:prstGeom>
          <a:noFill/>
        </p:spPr>
        <p:txBody>
          <a:bodyPr wrap="square">
            <a:spAutoFit/>
          </a:bodyPr>
          <a:lstStyle/>
          <a:p>
            <a:r>
              <a:rPr lang="zh-TW" altLang="en-US">
                <a:solidFill>
                  <a:schemeClr val="accent1"/>
                </a:solidFill>
              </a:rPr>
              <a:t>同學</a:t>
            </a:r>
            <a:r>
              <a:rPr lang="en-US" altLang="zh-CN">
                <a:solidFill>
                  <a:schemeClr val="accent1"/>
                </a:solidFill>
              </a:rPr>
              <a:t>A</a:t>
            </a:r>
            <a:endParaRPr lang="en-HK">
              <a:solidFill>
                <a:schemeClr val="accent1"/>
              </a:solidFill>
            </a:endParaRPr>
          </a:p>
        </p:txBody>
      </p:sp>
      <p:sp>
        <p:nvSpPr>
          <p:cNvPr id="10" name="TextBox 9">
            <a:extLst>
              <a:ext uri="{FF2B5EF4-FFF2-40B4-BE49-F238E27FC236}">
                <a16:creationId xmlns:a16="http://schemas.microsoft.com/office/drawing/2014/main" id="{ED86A956-1211-8504-99A3-E63E4B7FC839}"/>
              </a:ext>
            </a:extLst>
          </p:cNvPr>
          <p:cNvSpPr txBox="1"/>
          <p:nvPr/>
        </p:nvSpPr>
        <p:spPr>
          <a:xfrm>
            <a:off x="11224336" y="3282009"/>
            <a:ext cx="914400" cy="369332"/>
          </a:xfrm>
          <a:prstGeom prst="rect">
            <a:avLst/>
          </a:prstGeom>
          <a:noFill/>
        </p:spPr>
        <p:txBody>
          <a:bodyPr wrap="square">
            <a:spAutoFit/>
          </a:bodyPr>
          <a:lstStyle/>
          <a:p>
            <a:r>
              <a:rPr lang="zh-TW" altLang="en-US">
                <a:solidFill>
                  <a:srgbClr val="00B050"/>
                </a:solidFill>
              </a:rPr>
              <a:t>同學</a:t>
            </a:r>
            <a:r>
              <a:rPr lang="en-US" altLang="zh-CN">
                <a:solidFill>
                  <a:srgbClr val="00B050"/>
                </a:solidFill>
              </a:rPr>
              <a:t>B</a:t>
            </a:r>
            <a:endParaRPr lang="en-HK">
              <a:solidFill>
                <a:srgbClr val="00B050"/>
              </a:solidFill>
            </a:endParaRPr>
          </a:p>
        </p:txBody>
      </p:sp>
      <p:sp>
        <p:nvSpPr>
          <p:cNvPr id="12" name="Freeform: Shape 11">
            <a:extLst>
              <a:ext uri="{FF2B5EF4-FFF2-40B4-BE49-F238E27FC236}">
                <a16:creationId xmlns:a16="http://schemas.microsoft.com/office/drawing/2014/main" id="{A7F43ADC-B0C0-CDE3-29B4-C42B623EFFA2}"/>
              </a:ext>
            </a:extLst>
          </p:cNvPr>
          <p:cNvSpPr/>
          <p:nvPr/>
        </p:nvSpPr>
        <p:spPr>
          <a:xfrm>
            <a:off x="6267450" y="2733675"/>
            <a:ext cx="5019675" cy="2771775"/>
          </a:xfrm>
          <a:custGeom>
            <a:avLst/>
            <a:gdLst>
              <a:gd name="connsiteX0" fmla="*/ 0 w 5019675"/>
              <a:gd name="connsiteY0" fmla="*/ 2771775 h 2771775"/>
              <a:gd name="connsiteX1" fmla="*/ 561975 w 5019675"/>
              <a:gd name="connsiteY1" fmla="*/ 2762250 h 2771775"/>
              <a:gd name="connsiteX2" fmla="*/ 942975 w 5019675"/>
              <a:gd name="connsiteY2" fmla="*/ 2590800 h 2771775"/>
              <a:gd name="connsiteX3" fmla="*/ 1114425 w 5019675"/>
              <a:gd name="connsiteY3" fmla="*/ 2743200 h 2771775"/>
              <a:gd name="connsiteX4" fmla="*/ 1466850 w 5019675"/>
              <a:gd name="connsiteY4" fmla="*/ 2590800 h 2771775"/>
              <a:gd name="connsiteX5" fmla="*/ 1562100 w 5019675"/>
              <a:gd name="connsiteY5" fmla="*/ 2209800 h 2771775"/>
              <a:gd name="connsiteX6" fmla="*/ 1333500 w 5019675"/>
              <a:gd name="connsiteY6" fmla="*/ 2019300 h 2771775"/>
              <a:gd name="connsiteX7" fmla="*/ 1533525 w 5019675"/>
              <a:gd name="connsiteY7" fmla="*/ 1647825 h 2771775"/>
              <a:gd name="connsiteX8" fmla="*/ 1266825 w 5019675"/>
              <a:gd name="connsiteY8" fmla="*/ 1409700 h 2771775"/>
              <a:gd name="connsiteX9" fmla="*/ 923925 w 5019675"/>
              <a:gd name="connsiteY9" fmla="*/ 1162050 h 2771775"/>
              <a:gd name="connsiteX10" fmla="*/ 904875 w 5019675"/>
              <a:gd name="connsiteY10" fmla="*/ 552450 h 2771775"/>
              <a:gd name="connsiteX11" fmla="*/ 2362200 w 5019675"/>
              <a:gd name="connsiteY11" fmla="*/ 1047750 h 2771775"/>
              <a:gd name="connsiteX12" fmla="*/ 2314575 w 5019675"/>
              <a:gd name="connsiteY12" fmla="*/ 561975 h 2771775"/>
              <a:gd name="connsiteX13" fmla="*/ 2705100 w 5019675"/>
              <a:gd name="connsiteY13" fmla="*/ 790575 h 2771775"/>
              <a:gd name="connsiteX14" fmla="*/ 3048000 w 5019675"/>
              <a:gd name="connsiteY14" fmla="*/ 1047750 h 2771775"/>
              <a:gd name="connsiteX15" fmla="*/ 2819400 w 5019675"/>
              <a:gd name="connsiteY15" fmla="*/ 1619250 h 2771775"/>
              <a:gd name="connsiteX16" fmla="*/ 3086100 w 5019675"/>
              <a:gd name="connsiteY16" fmla="*/ 1981200 h 2771775"/>
              <a:gd name="connsiteX17" fmla="*/ 3409950 w 5019675"/>
              <a:gd name="connsiteY17" fmla="*/ 1714500 h 2771775"/>
              <a:gd name="connsiteX18" fmla="*/ 3790950 w 5019675"/>
              <a:gd name="connsiteY18" fmla="*/ 1409700 h 2771775"/>
              <a:gd name="connsiteX19" fmla="*/ 4105275 w 5019675"/>
              <a:gd name="connsiteY19" fmla="*/ 1581150 h 2771775"/>
              <a:gd name="connsiteX20" fmla="*/ 4495800 w 5019675"/>
              <a:gd name="connsiteY20" fmla="*/ 1352550 h 2771775"/>
              <a:gd name="connsiteX21" fmla="*/ 3057525 w 5019675"/>
              <a:gd name="connsiteY21" fmla="*/ 495300 h 2771775"/>
              <a:gd name="connsiteX22" fmla="*/ 3495675 w 5019675"/>
              <a:gd name="connsiteY22" fmla="*/ 285750 h 2771775"/>
              <a:gd name="connsiteX23" fmla="*/ 3981450 w 5019675"/>
              <a:gd name="connsiteY23" fmla="*/ 0 h 2771775"/>
              <a:gd name="connsiteX24" fmla="*/ 4257675 w 5019675"/>
              <a:gd name="connsiteY24" fmla="*/ 323850 h 2771775"/>
              <a:gd name="connsiteX25" fmla="*/ 5010150 w 5019675"/>
              <a:gd name="connsiteY25" fmla="*/ 390525 h 2771775"/>
              <a:gd name="connsiteX26" fmla="*/ 5019675 w 5019675"/>
              <a:gd name="connsiteY26" fmla="*/ 390525 h 2771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019675" h="2771775">
                <a:moveTo>
                  <a:pt x="0" y="2771775"/>
                </a:moveTo>
                <a:lnTo>
                  <a:pt x="561975" y="2762250"/>
                </a:lnTo>
                <a:lnTo>
                  <a:pt x="942975" y="2590800"/>
                </a:lnTo>
                <a:lnTo>
                  <a:pt x="1114425" y="2743200"/>
                </a:lnTo>
                <a:lnTo>
                  <a:pt x="1466850" y="2590800"/>
                </a:lnTo>
                <a:lnTo>
                  <a:pt x="1562100" y="2209800"/>
                </a:lnTo>
                <a:lnTo>
                  <a:pt x="1333500" y="2019300"/>
                </a:lnTo>
                <a:lnTo>
                  <a:pt x="1533525" y="1647825"/>
                </a:lnTo>
                <a:lnTo>
                  <a:pt x="1266825" y="1409700"/>
                </a:lnTo>
                <a:lnTo>
                  <a:pt x="923925" y="1162050"/>
                </a:lnTo>
                <a:lnTo>
                  <a:pt x="904875" y="552450"/>
                </a:lnTo>
                <a:lnTo>
                  <a:pt x="2362200" y="1047750"/>
                </a:lnTo>
                <a:lnTo>
                  <a:pt x="2314575" y="561975"/>
                </a:lnTo>
                <a:lnTo>
                  <a:pt x="2705100" y="790575"/>
                </a:lnTo>
                <a:lnTo>
                  <a:pt x="3048000" y="1047750"/>
                </a:lnTo>
                <a:lnTo>
                  <a:pt x="2819400" y="1619250"/>
                </a:lnTo>
                <a:lnTo>
                  <a:pt x="3086100" y="1981200"/>
                </a:lnTo>
                <a:lnTo>
                  <a:pt x="3409950" y="1714500"/>
                </a:lnTo>
                <a:lnTo>
                  <a:pt x="3790950" y="1409700"/>
                </a:lnTo>
                <a:lnTo>
                  <a:pt x="4105275" y="1581150"/>
                </a:lnTo>
                <a:lnTo>
                  <a:pt x="4495800" y="1352550"/>
                </a:lnTo>
                <a:lnTo>
                  <a:pt x="3057525" y="495300"/>
                </a:lnTo>
                <a:lnTo>
                  <a:pt x="3495675" y="285750"/>
                </a:lnTo>
                <a:lnTo>
                  <a:pt x="3981450" y="0"/>
                </a:lnTo>
                <a:lnTo>
                  <a:pt x="4257675" y="323850"/>
                </a:lnTo>
                <a:lnTo>
                  <a:pt x="5010150" y="390525"/>
                </a:lnTo>
                <a:lnTo>
                  <a:pt x="5019675" y="390525"/>
                </a:lnTo>
              </a:path>
            </a:pathLst>
          </a:cu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sp>
        <p:nvSpPr>
          <p:cNvPr id="35" name="Content Placeholder 2">
            <a:extLst>
              <a:ext uri="{FF2B5EF4-FFF2-40B4-BE49-F238E27FC236}">
                <a16:creationId xmlns:a16="http://schemas.microsoft.com/office/drawing/2014/main" id="{404BF803-AA92-C654-736F-E9673DC05EEB}"/>
              </a:ext>
            </a:extLst>
          </p:cNvPr>
          <p:cNvSpPr txBox="1">
            <a:spLocks/>
          </p:cNvSpPr>
          <p:nvPr/>
        </p:nvSpPr>
        <p:spPr>
          <a:xfrm>
            <a:off x="9919946" y="3383042"/>
            <a:ext cx="1248563" cy="433831"/>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800" b="0" i="0" kern="1200" baseline="0">
                <a:solidFill>
                  <a:schemeClr val="tx2"/>
                </a:solidFill>
                <a:latin typeface="Helvetica" pitchFamily="2" charset="0"/>
                <a:ea typeface="Noto Sans SC Medium" panose="020B0600000000000000" pitchFamily="34" charset="-128"/>
                <a:cs typeface="Helvetica" pitchFamily="2" charset="0"/>
              </a:defRPr>
            </a:lvl1pPr>
            <a:lvl2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400" b="0" i="0" kern="1200" baseline="0">
                <a:solidFill>
                  <a:schemeClr val="tx2"/>
                </a:solidFill>
                <a:latin typeface="Helvetica" pitchFamily="2" charset="0"/>
                <a:ea typeface="Noto Sans SC Medium" panose="020B0600000000000000" pitchFamily="34" charset="-128"/>
                <a:cs typeface="Helvetica" pitchFamily="2" charset="0"/>
              </a:defRPr>
            </a:lvl2pPr>
            <a:lvl3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b="0" i="0" kern="1200" baseline="0">
                <a:solidFill>
                  <a:schemeClr val="tx2"/>
                </a:solidFill>
                <a:latin typeface="Helvetica" pitchFamily="2" charset="0"/>
                <a:ea typeface="Noto Sans SC Medium" panose="020B0600000000000000" pitchFamily="34" charset="-128"/>
                <a:cs typeface="Helvetica" pitchFamily="2" charset="0"/>
              </a:defRPr>
            </a:lvl3pPr>
            <a:lvl4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b="0" i="0" kern="1200" baseline="0">
                <a:solidFill>
                  <a:schemeClr val="tx2"/>
                </a:solidFill>
                <a:latin typeface="Helvetica" pitchFamily="2" charset="0"/>
                <a:ea typeface="Noto Sans SC Medium" panose="020B0600000000000000" pitchFamily="34" charset="-128"/>
                <a:cs typeface="Helvetica" pitchFamily="2" charset="0"/>
              </a:defRPr>
            </a:lvl4pPr>
            <a:lvl5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b="0" i="0" kern="1200" baseline="0">
                <a:solidFill>
                  <a:schemeClr val="tx2"/>
                </a:solidFill>
                <a:latin typeface="Helvetica" pitchFamily="2" charset="0"/>
                <a:ea typeface="Noto Sans SC Medium" panose="020B0600000000000000" pitchFamily="34" charset="-128"/>
                <a:cs typeface="Helvetica" pitchFamily="2" charset="0"/>
              </a:defRPr>
            </a:lvl5pPr>
            <a:lvl6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buNone/>
            </a:pPr>
            <a:endParaRPr lang="en-US" sz="2000" dirty="0">
              <a:latin typeface="Noto Sans TC Light" panose="020B0200000000000000" pitchFamily="34" charset="-120"/>
              <a:ea typeface="Noto Sans TC Light" panose="020B0200000000000000" pitchFamily="34" charset="-120"/>
            </a:endParaRPr>
          </a:p>
        </p:txBody>
      </p:sp>
      <p:sp>
        <p:nvSpPr>
          <p:cNvPr id="37" name="Content Placeholder 2">
            <a:extLst>
              <a:ext uri="{FF2B5EF4-FFF2-40B4-BE49-F238E27FC236}">
                <a16:creationId xmlns:a16="http://schemas.microsoft.com/office/drawing/2014/main" id="{BA66659C-BE7B-E9C3-4CBF-6751878267EC}"/>
              </a:ext>
            </a:extLst>
          </p:cNvPr>
          <p:cNvSpPr txBox="1">
            <a:spLocks/>
          </p:cNvSpPr>
          <p:nvPr/>
        </p:nvSpPr>
        <p:spPr>
          <a:xfrm>
            <a:off x="8798754" y="3873766"/>
            <a:ext cx="1208640" cy="433831"/>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800" b="0" i="0" kern="1200" baseline="0">
                <a:solidFill>
                  <a:schemeClr val="tx2"/>
                </a:solidFill>
                <a:latin typeface="Helvetica" pitchFamily="2" charset="0"/>
                <a:ea typeface="Noto Sans SC Medium" panose="020B0600000000000000" pitchFamily="34" charset="-128"/>
                <a:cs typeface="Helvetica" pitchFamily="2" charset="0"/>
              </a:defRPr>
            </a:lvl1pPr>
            <a:lvl2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400" b="0" i="0" kern="1200" baseline="0">
                <a:solidFill>
                  <a:schemeClr val="tx2"/>
                </a:solidFill>
                <a:latin typeface="Helvetica" pitchFamily="2" charset="0"/>
                <a:ea typeface="Noto Sans SC Medium" panose="020B0600000000000000" pitchFamily="34" charset="-128"/>
                <a:cs typeface="Helvetica" pitchFamily="2" charset="0"/>
              </a:defRPr>
            </a:lvl2pPr>
            <a:lvl3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b="0" i="0" kern="1200" baseline="0">
                <a:solidFill>
                  <a:schemeClr val="tx2"/>
                </a:solidFill>
                <a:latin typeface="Helvetica" pitchFamily="2" charset="0"/>
                <a:ea typeface="Noto Sans SC Medium" panose="020B0600000000000000" pitchFamily="34" charset="-128"/>
                <a:cs typeface="Helvetica" pitchFamily="2" charset="0"/>
              </a:defRPr>
            </a:lvl3pPr>
            <a:lvl4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b="0" i="0" kern="1200" baseline="0">
                <a:solidFill>
                  <a:schemeClr val="tx2"/>
                </a:solidFill>
                <a:latin typeface="Helvetica" pitchFamily="2" charset="0"/>
                <a:ea typeface="Noto Sans SC Medium" panose="020B0600000000000000" pitchFamily="34" charset="-128"/>
                <a:cs typeface="Helvetica" pitchFamily="2" charset="0"/>
              </a:defRPr>
            </a:lvl4pPr>
            <a:lvl5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b="0" i="0" kern="1200" baseline="0">
                <a:solidFill>
                  <a:schemeClr val="tx2"/>
                </a:solidFill>
                <a:latin typeface="Helvetica" pitchFamily="2" charset="0"/>
                <a:ea typeface="Noto Sans SC Medium" panose="020B0600000000000000" pitchFamily="34" charset="-128"/>
                <a:cs typeface="Helvetica" pitchFamily="2" charset="0"/>
              </a:defRPr>
            </a:lvl5pPr>
            <a:lvl6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buNone/>
            </a:pPr>
            <a:endParaRPr lang="en-US" sz="2000" dirty="0">
              <a:latin typeface="Noto Sans TC Light" panose="020B0200000000000000" pitchFamily="34" charset="-120"/>
              <a:ea typeface="Noto Sans TC Light" panose="020B0200000000000000" pitchFamily="34" charset="-120"/>
            </a:endParaRPr>
          </a:p>
        </p:txBody>
      </p:sp>
      <p:pic>
        <p:nvPicPr>
          <p:cNvPr id="6" name="Picture 13" descr="A red sign with white text&#10;&#10;Description automatically generated">
            <a:extLst>
              <a:ext uri="{FF2B5EF4-FFF2-40B4-BE49-F238E27FC236}">
                <a16:creationId xmlns:a16="http://schemas.microsoft.com/office/drawing/2014/main" id="{446B6FB3-2DCD-43C5-B142-12B3BDDFC466}"/>
              </a:ext>
            </a:extLst>
          </p:cNvPr>
          <p:cNvPicPr>
            <a:picLocks noChangeAspect="1"/>
          </p:cNvPicPr>
          <p:nvPr/>
        </p:nvPicPr>
        <p:blipFill>
          <a:blip r:embed="rId6"/>
          <a:stretch>
            <a:fillRect/>
          </a:stretch>
        </p:blipFill>
        <p:spPr>
          <a:xfrm>
            <a:off x="931372" y="5943384"/>
            <a:ext cx="1771650" cy="533400"/>
          </a:xfrm>
          <a:prstGeom prst="rect">
            <a:avLst/>
          </a:prstGeom>
        </p:spPr>
      </p:pic>
      <p:sp>
        <p:nvSpPr>
          <p:cNvPr id="11" name="TextBox 14">
            <a:extLst>
              <a:ext uri="{FF2B5EF4-FFF2-40B4-BE49-F238E27FC236}">
                <a16:creationId xmlns:a16="http://schemas.microsoft.com/office/drawing/2014/main" id="{D42A2252-4789-DB6E-2D9E-FE1DF8016BC8}"/>
              </a:ext>
            </a:extLst>
          </p:cNvPr>
          <p:cNvSpPr txBox="1"/>
          <p:nvPr/>
        </p:nvSpPr>
        <p:spPr>
          <a:xfrm>
            <a:off x="2681040" y="5983663"/>
            <a:ext cx="2142574" cy="369332"/>
          </a:xfrm>
          <a:prstGeom prst="rect">
            <a:avLst/>
          </a:prstGeom>
          <a:noFill/>
        </p:spPr>
        <p:txBody>
          <a:bodyPr wrap="none" rtlCol="0">
            <a:spAutoFit/>
          </a:bodyPr>
          <a:lstStyle/>
          <a:p>
            <a:r>
              <a:rPr lang="en-HK" b="1" dirty="0">
                <a:solidFill>
                  <a:srgbClr val="7030A0"/>
                </a:solidFill>
                <a:latin typeface="Helvetica" panose="020B0604020202020204" pitchFamily="34" charset="0"/>
                <a:cs typeface="Helvetica" panose="020B0604020202020204" pitchFamily="34" charset="0"/>
                <a:hlinkClick r:id="rId7"/>
              </a:rPr>
              <a:t>TCP/IP</a:t>
            </a:r>
            <a:r>
              <a:rPr lang="en-HK" b="1" dirty="0">
                <a:solidFill>
                  <a:srgbClr val="7030A0"/>
                </a:solidFill>
                <a:latin typeface="Helvetica" panose="020B0604020202020204" pitchFamily="34" charset="0"/>
                <a:cs typeface="Helvetica" panose="020B0604020202020204" pitchFamily="34" charset="0"/>
              </a:rPr>
              <a:t> </a:t>
            </a:r>
            <a:r>
              <a:rPr lang="zh-TW" altLang="en-US" b="1" dirty="0">
                <a:solidFill>
                  <a:srgbClr val="7030A0"/>
                </a:solidFill>
                <a:latin typeface="Helvetica" panose="020B0604020202020204" pitchFamily="34" charset="0"/>
                <a:cs typeface="Helvetica" panose="020B0604020202020204" pitchFamily="34" charset="0"/>
              </a:rPr>
              <a:t>由</a:t>
            </a:r>
            <a:r>
              <a:rPr lang="en-HK" b="1" dirty="0">
                <a:solidFill>
                  <a:srgbClr val="7030A0"/>
                </a:solidFill>
                <a:latin typeface="Helvetica" panose="020B0604020202020204" pitchFamily="34" charset="0"/>
                <a:cs typeface="Helvetica" panose="020B0604020202020204" pitchFamily="34" charset="0"/>
              </a:rPr>
              <a:t>2:06</a:t>
            </a:r>
            <a:r>
              <a:rPr lang="zh-TW" altLang="en-US" b="1" dirty="0">
                <a:solidFill>
                  <a:srgbClr val="7030A0"/>
                </a:solidFill>
                <a:latin typeface="Helvetica" panose="020B0604020202020204" pitchFamily="34" charset="0"/>
                <a:cs typeface="Helvetica" panose="020B0604020202020204" pitchFamily="34" charset="0"/>
              </a:rPr>
              <a:t>開始</a:t>
            </a:r>
            <a:endParaRPr lang="en-HK" b="1" dirty="0">
              <a:solidFill>
                <a:srgbClr val="7030A0"/>
              </a:solidFill>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6883741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F24EE439-1DC6-6340-9DEF-B87D9FD816A1}"/>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tretch>
            <a:fillRect/>
          </a:stretch>
        </p:blipFill>
        <p:spPr bwMode="auto">
          <a:xfrm>
            <a:off x="5148468" y="2285999"/>
            <a:ext cx="6422396" cy="3853436"/>
          </a:xfrm>
          <a:prstGeom prst="rect">
            <a:avLst/>
          </a:prstGeom>
          <a:solidFill>
            <a:srgbClr val="FFFFFF"/>
          </a:solidFill>
        </p:spPr>
      </p:pic>
      <p:sp>
        <p:nvSpPr>
          <p:cNvPr id="9" name="Title 8">
            <a:extLst>
              <a:ext uri="{FF2B5EF4-FFF2-40B4-BE49-F238E27FC236}">
                <a16:creationId xmlns:a16="http://schemas.microsoft.com/office/drawing/2014/main" id="{EC526CAB-3879-BB49-91A9-7191C7F20F3B}"/>
              </a:ext>
            </a:extLst>
          </p:cNvPr>
          <p:cNvSpPr>
            <a:spLocks noGrp="1"/>
          </p:cNvSpPr>
          <p:nvPr>
            <p:ph type="title"/>
          </p:nvPr>
        </p:nvSpPr>
        <p:spPr/>
        <p:txBody>
          <a:bodyPr anchor="ctr">
            <a:normAutofit/>
          </a:bodyPr>
          <a:lstStyle/>
          <a:p>
            <a:r>
              <a:rPr lang="en-US" dirty="0">
                <a:latin typeface="DengXian" panose="02010600030101010101" pitchFamily="2" charset="-122"/>
                <a:ea typeface="DengXian" panose="02010600030101010101" pitchFamily="2" charset="-122"/>
              </a:rPr>
              <a:t>雲</a:t>
            </a:r>
            <a:br>
              <a:rPr lang="en-US" dirty="0">
                <a:latin typeface="DengXian" panose="02010600030101010101" pitchFamily="2" charset="-122"/>
                <a:ea typeface="DengXian" panose="02010600030101010101" pitchFamily="2" charset="-122"/>
              </a:rPr>
            </a:br>
            <a:r>
              <a:rPr lang="zh-TW" altLang="en-US" sz="2800" dirty="0">
                <a:latin typeface="DengXian" panose="02010600030101010101" pitchFamily="2" charset="-122"/>
                <a:ea typeface="DengXian" panose="02010600030101010101" pitchFamily="2" charset="-122"/>
              </a:rPr>
              <a:t>在圖示中常作為代表互聯網的符號</a:t>
            </a:r>
            <a:endParaRPr lang="en-US" dirty="0">
              <a:latin typeface="DengXian" panose="02010600030101010101" pitchFamily="2" charset="-122"/>
              <a:ea typeface="DengXian" panose="02010600030101010101" pitchFamily="2" charset="-122"/>
            </a:endParaRPr>
          </a:p>
        </p:txBody>
      </p:sp>
      <p:sp>
        <p:nvSpPr>
          <p:cNvPr id="10" name="Content Placeholder 9">
            <a:extLst>
              <a:ext uri="{FF2B5EF4-FFF2-40B4-BE49-F238E27FC236}">
                <a16:creationId xmlns:a16="http://schemas.microsoft.com/office/drawing/2014/main" id="{46ECF69D-CF4B-0B45-A557-5EB5488D959B}"/>
              </a:ext>
            </a:extLst>
          </p:cNvPr>
          <p:cNvSpPr>
            <a:spLocks noGrp="1"/>
          </p:cNvSpPr>
          <p:nvPr>
            <p:ph sz="half" idx="1"/>
          </p:nvPr>
        </p:nvSpPr>
        <p:spPr>
          <a:xfrm>
            <a:off x="1371600" y="2285999"/>
            <a:ext cx="4294998" cy="3581401"/>
          </a:xfrm>
        </p:spPr>
        <p:txBody>
          <a:bodyPr>
            <a:normAutofit/>
          </a:bodyPr>
          <a:lstStyle/>
          <a:p>
            <a:r>
              <a:rPr lang="zh-TW" altLang="en-US" dirty="0">
                <a:latin typeface="DengXian" panose="02010600030101010101" pitchFamily="2" charset="-122"/>
                <a:ea typeface="DengXian" panose="02010600030101010101" pitchFamily="2" charset="-122"/>
              </a:rPr>
              <a:t>客戶端服務器</a:t>
            </a:r>
            <a:r>
              <a:rPr lang="en-US" altLang="zh-CN" dirty="0">
                <a:latin typeface="DengXian" panose="02010600030101010101" pitchFamily="2" charset="-122"/>
                <a:ea typeface="DengXian" panose="02010600030101010101" pitchFamily="2" charset="-122"/>
              </a:rPr>
              <a:t>(client-server)</a:t>
            </a:r>
            <a:r>
              <a:rPr lang="zh-TW" altLang="en-US" dirty="0">
                <a:latin typeface="DengXian" panose="02010600030101010101" pitchFamily="2" charset="-122"/>
                <a:ea typeface="DengXian" panose="02010600030101010101" pitchFamily="2" charset="-122"/>
              </a:rPr>
              <a:t> 架構表示</a:t>
            </a:r>
            <a:endParaRPr lang="en-US" dirty="0">
              <a:latin typeface="DengXian" panose="02010600030101010101" pitchFamily="2" charset="-122"/>
              <a:ea typeface="DengXian" panose="02010600030101010101" pitchFamily="2" charset="-122"/>
            </a:endParaRPr>
          </a:p>
          <a:p>
            <a:r>
              <a:rPr lang="zh-TW" altLang="en-US" dirty="0">
                <a:latin typeface="DengXian" panose="02010600030101010101" pitchFamily="2" charset="-122"/>
                <a:ea typeface="DengXian" panose="02010600030101010101" pitchFamily="2" charset="-122"/>
              </a:rPr>
              <a:t>雲符號寓意客戶端和服務器之間</a:t>
            </a:r>
            <a:r>
              <a:rPr lang="zh-TW" altLang="en-US" u="sng" dirty="0">
                <a:latin typeface="DengXian" panose="02010600030101010101" pitchFamily="2" charset="-122"/>
                <a:ea typeface="DengXian" panose="02010600030101010101" pitchFamily="2" charset="-122"/>
              </a:rPr>
              <a:t>有著許多中間節點</a:t>
            </a:r>
            <a:endParaRPr lang="en-US" u="sng" dirty="0">
              <a:latin typeface="DengXian" panose="02010600030101010101" pitchFamily="2" charset="-122"/>
              <a:ea typeface="DengXian" panose="02010600030101010101" pitchFamily="2" charset="-122"/>
            </a:endParaRPr>
          </a:p>
        </p:txBody>
      </p:sp>
      <p:sp>
        <p:nvSpPr>
          <p:cNvPr id="5" name="Slide Number Placeholder 4">
            <a:extLst>
              <a:ext uri="{FF2B5EF4-FFF2-40B4-BE49-F238E27FC236}">
                <a16:creationId xmlns:a16="http://schemas.microsoft.com/office/drawing/2014/main" id="{2DBEB040-EEC8-184E-BE13-C1876F1A7FF5}"/>
              </a:ext>
            </a:extLst>
          </p:cNvPr>
          <p:cNvSpPr>
            <a:spLocks noGrp="1"/>
          </p:cNvSpPr>
          <p:nvPr>
            <p:ph type="sldNum" sz="quarter" idx="4294967295"/>
          </p:nvPr>
        </p:nvSpPr>
        <p:spPr>
          <a:xfrm rot="5400000">
            <a:off x="0" y="6453188"/>
            <a:ext cx="403225" cy="404812"/>
          </a:xfrm>
        </p:spPr>
        <p:txBody>
          <a:bodyPr anchor="ctr">
            <a:normAutofit/>
          </a:bodyPr>
          <a:lstStyle/>
          <a:p>
            <a:pPr>
              <a:spcAft>
                <a:spcPts val="600"/>
              </a:spcAft>
            </a:pPr>
            <a:fld id="{14B07A3D-2F58-EF4D-A265-F014B879E6ED}" type="slidenum">
              <a:rPr lang="en-US" smtClean="0">
                <a:latin typeface="DengXian" panose="02010600030101010101" pitchFamily="2" charset="-122"/>
                <a:ea typeface="DengXian" panose="02010600030101010101" pitchFamily="2" charset="-122"/>
              </a:rPr>
              <a:pPr>
                <a:spcAft>
                  <a:spcPts val="600"/>
                </a:spcAft>
              </a:pPr>
              <a:t>21</a:t>
            </a:fld>
            <a:endParaRPr lang="en-US">
              <a:latin typeface="DengXian" panose="02010600030101010101" pitchFamily="2" charset="-122"/>
              <a:ea typeface="DengXian" panose="02010600030101010101" pitchFamily="2" charset="-122"/>
            </a:endParaRPr>
          </a:p>
        </p:txBody>
      </p:sp>
      <p:pic>
        <p:nvPicPr>
          <p:cNvPr id="2" name="Graphic 1" descr="Programmer female with solid fill">
            <a:extLst>
              <a:ext uri="{FF2B5EF4-FFF2-40B4-BE49-F238E27FC236}">
                <a16:creationId xmlns:a16="http://schemas.microsoft.com/office/drawing/2014/main" id="{6DAC42DA-BEE5-30D2-487C-871660A4CE0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752198" y="5225035"/>
            <a:ext cx="914400" cy="914400"/>
          </a:xfrm>
          <a:prstGeom prst="rect">
            <a:avLst/>
          </a:prstGeom>
        </p:spPr>
      </p:pic>
      <p:pic>
        <p:nvPicPr>
          <p:cNvPr id="3" name="Picture 2" descr="A black text on a checkered background&#10;&#10;Description automatically generated">
            <a:extLst>
              <a:ext uri="{FF2B5EF4-FFF2-40B4-BE49-F238E27FC236}">
                <a16:creationId xmlns:a16="http://schemas.microsoft.com/office/drawing/2014/main" id="{A8091AC4-E148-1B92-1BFF-E262EF344EFF}"/>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9923" b="89820" l="3974" r="95613">
                        <a14:foregroundMark x1="7575" y1="32732" x2="7409" y2="47552"/>
                        <a14:foregroundMark x1="3974" y1="51031" x2="3974" y2="51031"/>
                        <a14:foregroundMark x1="18129" y1="51160" x2="18129" y2="51160"/>
                        <a14:foregroundMark x1="16474" y1="55412" x2="16267" y2="45876"/>
                        <a14:foregroundMark x1="37583" y1="26675" x2="38742" y2="41495"/>
                        <a14:foregroundMark x1="18584" y1="49742" x2="16391" y2="49227"/>
                        <a14:foregroundMark x1="43584" y1="28351" x2="40480" y2="50258"/>
                        <a14:foregroundMark x1="47103" y1="43943" x2="53104" y2="46907"/>
                        <a14:foregroundMark x1="52680" y1="50515" x2="50786" y2="66624"/>
                        <a14:foregroundMark x1="53104" y1="46907" x2="52680" y2="50515"/>
                        <a14:foregroundMark x1="48013" y1="68153" x2="46813" y2="68814"/>
                        <a14:foregroundMark x1="50786" y1="66624" x2="48858" y2="67687"/>
                        <a14:foregroundMark x1="46813" y1="68814" x2="45820" y2="51546"/>
                        <a14:foregroundMark x1="45820" y1="51546" x2="46026" y2="49227"/>
                        <a14:foregroundMark x1="56167" y1="42268" x2="56084" y2="65722"/>
                        <a14:foregroundMark x1="56084" y1="65722" x2="57036" y2="76546"/>
                        <a14:foregroundMark x1="61258" y1="76031" x2="61258" y2="76031"/>
                        <a14:foregroundMark x1="63369" y1="24227" x2="67964" y2="25387"/>
                        <a14:foregroundMark x1="70861" y1="41753" x2="71026" y2="62887"/>
                        <a14:foregroundMark x1="71026" y1="62887" x2="72558" y2="76546"/>
                        <a14:foregroundMark x1="72558" y1="76546" x2="72558" y2="76546"/>
                        <a14:foregroundMark x1="81623" y1="26933" x2="82161" y2="67268"/>
                        <a14:foregroundMark x1="82161" y1="67268" x2="81498" y2="73582"/>
                        <a14:foregroundMark x1="92839" y1="56107" x2="95820" y2="51418"/>
                        <a14:foregroundMark x1="91887" y1="57603" x2="92830" y2="56120"/>
                        <a14:foregroundMark x1="95820" y1="51418" x2="92881" y2="41237"/>
                        <a14:foregroundMark x1="92881" y1="41237" x2="90811" y2="54124"/>
                        <a14:foregroundMark x1="90811" y1="54124" x2="91018" y2="72294"/>
                        <a14:foregroundMark x1="91018" y1="72294" x2="95157" y2="73582"/>
                        <a14:foregroundMark x1="95157" y1="73582" x2="95613" y2="71649"/>
                        <a14:foregroundMark x1="15646" y1="57732" x2="15646" y2="41237"/>
                        <a14:backgroundMark x1="48137" y1="69459" x2="48137" y2="69459"/>
                        <a14:backgroundMark x1="47889" y1="68943" x2="48924" y2="67268"/>
                        <a14:backgroundMark x1="47517" y1="69974" x2="47517" y2="69974"/>
                        <a14:backgroundMark x1="49048" y1="68041" x2="49048" y2="68041"/>
                        <a14:backgroundMark x1="52897" y1="50515" x2="52897" y2="50515"/>
                        <a14:backgroundMark x1="52897" y1="46649" x2="52897" y2="46649"/>
                        <a14:backgroundMark x1="52732" y1="48840" x2="52732" y2="46778"/>
                        <a14:backgroundMark x1="48427" y1="44588" x2="48427" y2="44588"/>
                        <a14:backgroundMark x1="93046" y1="54124" x2="93212" y2="47809"/>
                        <a14:backgroundMark x1="93419" y1="73067" x2="93419" y2="73067"/>
                      </a14:backgroundRemoval>
                    </a14:imgEffect>
                  </a14:imgLayer>
                </a14:imgProps>
              </a:ext>
            </a:extLst>
          </a:blip>
          <a:stretch>
            <a:fillRect/>
          </a:stretch>
        </p:blipFill>
        <p:spPr>
          <a:xfrm>
            <a:off x="10051256" y="2848582"/>
            <a:ext cx="1538288" cy="494086"/>
          </a:xfrm>
          <a:prstGeom prst="rect">
            <a:avLst/>
          </a:prstGeom>
        </p:spPr>
      </p:pic>
      <p:sp>
        <p:nvSpPr>
          <p:cNvPr id="4" name="Cloud 3">
            <a:extLst>
              <a:ext uri="{FF2B5EF4-FFF2-40B4-BE49-F238E27FC236}">
                <a16:creationId xmlns:a16="http://schemas.microsoft.com/office/drawing/2014/main" id="{8520D10A-75EA-B2B0-9691-BDB13450BF14}"/>
              </a:ext>
            </a:extLst>
          </p:cNvPr>
          <p:cNvSpPr/>
          <p:nvPr/>
        </p:nvSpPr>
        <p:spPr>
          <a:xfrm>
            <a:off x="4078304" y="4213262"/>
            <a:ext cx="1347788" cy="1209675"/>
          </a:xfrm>
          <a:prstGeom prst="cloud">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a:latin typeface="DengXian" panose="02010600030101010101" pitchFamily="2" charset="-122"/>
                <a:ea typeface="DengXian" panose="02010600030101010101" pitchFamily="2" charset="-122"/>
              </a:rPr>
              <a:t>我想看</a:t>
            </a:r>
            <a:endParaRPr lang="en-HK" altLang="zh-TW">
              <a:latin typeface="DengXian" panose="02010600030101010101" pitchFamily="2" charset="-122"/>
              <a:ea typeface="DengXian" panose="02010600030101010101" pitchFamily="2" charset="-122"/>
            </a:endParaRPr>
          </a:p>
          <a:p>
            <a:pPr algn="ctr"/>
            <a:r>
              <a:rPr lang="zh-TW" altLang="en-US">
                <a:latin typeface="DengXian" panose="02010600030101010101" pitchFamily="2" charset="-122"/>
                <a:ea typeface="DengXian" panose="02010600030101010101" pitchFamily="2" charset="-122"/>
              </a:rPr>
              <a:t>這套片</a:t>
            </a:r>
            <a:endParaRPr lang="en-HK">
              <a:latin typeface="DengXian" panose="02010600030101010101" pitchFamily="2" charset="-122"/>
              <a:ea typeface="DengXian" panose="02010600030101010101" pitchFamily="2" charset="-122"/>
            </a:endParaRPr>
          </a:p>
        </p:txBody>
      </p:sp>
      <p:sp>
        <p:nvSpPr>
          <p:cNvPr id="6" name="Cloud 5">
            <a:extLst>
              <a:ext uri="{FF2B5EF4-FFF2-40B4-BE49-F238E27FC236}">
                <a16:creationId xmlns:a16="http://schemas.microsoft.com/office/drawing/2014/main" id="{4F61A2E3-EE0C-32C8-5AD6-C6CCDDE3C136}"/>
              </a:ext>
            </a:extLst>
          </p:cNvPr>
          <p:cNvSpPr/>
          <p:nvPr/>
        </p:nvSpPr>
        <p:spPr>
          <a:xfrm>
            <a:off x="10431206" y="1988867"/>
            <a:ext cx="1083188" cy="802565"/>
          </a:xfrm>
          <a:prstGeom prst="cloud">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latin typeface="DengXian" panose="02010600030101010101" pitchFamily="2" charset="-122"/>
                <a:ea typeface="DengXian" panose="02010600030101010101" pitchFamily="2" charset="-122"/>
                <a:cs typeface="Helvetica" panose="020B0604020202020204" pitchFamily="34" charset="0"/>
              </a:rPr>
              <a:t>OK</a:t>
            </a:r>
            <a:r>
              <a:rPr lang="zh-CN" altLang="en-US">
                <a:latin typeface="DengXian" panose="02010600030101010101" pitchFamily="2" charset="-122"/>
                <a:ea typeface="DengXian" panose="02010600030101010101" pitchFamily="2" charset="-122"/>
              </a:rPr>
              <a:t>！</a:t>
            </a:r>
            <a:endParaRPr lang="en-HK">
              <a:latin typeface="DengXian" panose="02010600030101010101" pitchFamily="2" charset="-122"/>
              <a:ea typeface="DengXian" panose="02010600030101010101" pitchFamily="2" charset="-122"/>
            </a:endParaRPr>
          </a:p>
        </p:txBody>
      </p:sp>
      <p:sp>
        <p:nvSpPr>
          <p:cNvPr id="8" name="TextBox 7">
            <a:extLst>
              <a:ext uri="{FF2B5EF4-FFF2-40B4-BE49-F238E27FC236}">
                <a16:creationId xmlns:a16="http://schemas.microsoft.com/office/drawing/2014/main" id="{CEFCB9DB-EFF6-5B5F-4747-1FAD270F0F6D}"/>
              </a:ext>
            </a:extLst>
          </p:cNvPr>
          <p:cNvSpPr txBox="1"/>
          <p:nvPr/>
        </p:nvSpPr>
        <p:spPr>
          <a:xfrm>
            <a:off x="6340492" y="4869899"/>
            <a:ext cx="1103697" cy="369332"/>
          </a:xfrm>
          <a:prstGeom prst="rect">
            <a:avLst/>
          </a:prstGeom>
          <a:noFill/>
        </p:spPr>
        <p:txBody>
          <a:bodyPr wrap="square">
            <a:spAutoFit/>
          </a:bodyPr>
          <a:lstStyle/>
          <a:p>
            <a:r>
              <a:rPr lang="en-HK" altLang="zh-TW">
                <a:latin typeface="DengXian" panose="02010600030101010101" pitchFamily="2" charset="-122"/>
                <a:ea typeface="DengXian" panose="02010600030101010101" pitchFamily="2" charset="-122"/>
              </a:rPr>
              <a:t>(</a:t>
            </a:r>
            <a:r>
              <a:rPr lang="zh-TW" altLang="en-US">
                <a:latin typeface="DengXian" panose="02010600030101010101" pitchFamily="2" charset="-122"/>
                <a:ea typeface="DengXian" panose="02010600030101010101" pitchFamily="2" charset="-122"/>
              </a:rPr>
              <a:t>客戶端</a:t>
            </a:r>
            <a:r>
              <a:rPr lang="en-HK" altLang="zh-TW">
                <a:latin typeface="DengXian" panose="02010600030101010101" pitchFamily="2" charset="-122"/>
                <a:ea typeface="DengXian" panose="02010600030101010101" pitchFamily="2" charset="-122"/>
              </a:rPr>
              <a:t>)</a:t>
            </a:r>
            <a:endParaRPr lang="en-HK">
              <a:latin typeface="DengXian" panose="02010600030101010101" pitchFamily="2" charset="-122"/>
              <a:ea typeface="DengXian" panose="02010600030101010101" pitchFamily="2" charset="-122"/>
            </a:endParaRPr>
          </a:p>
        </p:txBody>
      </p:sp>
      <p:sp>
        <p:nvSpPr>
          <p:cNvPr id="12" name="TextBox 11">
            <a:extLst>
              <a:ext uri="{FF2B5EF4-FFF2-40B4-BE49-F238E27FC236}">
                <a16:creationId xmlns:a16="http://schemas.microsoft.com/office/drawing/2014/main" id="{D269AE12-AACF-D43D-12B1-0E0DFB374BB2}"/>
              </a:ext>
            </a:extLst>
          </p:cNvPr>
          <p:cNvSpPr txBox="1"/>
          <p:nvPr/>
        </p:nvSpPr>
        <p:spPr>
          <a:xfrm>
            <a:off x="10032576" y="5524386"/>
            <a:ext cx="1538288" cy="646331"/>
          </a:xfrm>
          <a:prstGeom prst="rect">
            <a:avLst/>
          </a:prstGeom>
          <a:noFill/>
        </p:spPr>
        <p:txBody>
          <a:bodyPr wrap="square">
            <a:spAutoFit/>
          </a:bodyPr>
          <a:lstStyle/>
          <a:p>
            <a:pPr algn="ctr"/>
            <a:r>
              <a:rPr lang="en-HK" altLang="zh-TW">
                <a:latin typeface="DengXian" panose="02010600030101010101" pitchFamily="2" charset="-122"/>
                <a:ea typeface="DengXian" panose="02010600030101010101" pitchFamily="2" charset="-122"/>
              </a:rPr>
              <a:t>(</a:t>
            </a:r>
            <a:r>
              <a:rPr lang="zh-TW" altLang="en-US">
                <a:latin typeface="DengXian" panose="02010600030101010101" pitchFamily="2" charset="-122"/>
                <a:ea typeface="DengXian" panose="02010600030101010101" pitchFamily="2" charset="-122"/>
              </a:rPr>
              <a:t>服務器 </a:t>
            </a:r>
            <a:r>
              <a:rPr lang="en-HK" altLang="zh-TW">
                <a:latin typeface="DengXian" panose="02010600030101010101" pitchFamily="2" charset="-122"/>
                <a:ea typeface="DengXian" panose="02010600030101010101" pitchFamily="2" charset="-122"/>
              </a:rPr>
              <a:t>or </a:t>
            </a:r>
            <a:br>
              <a:rPr lang="ja-JP" altLang="en-US">
                <a:latin typeface="DengXian" panose="02010600030101010101" pitchFamily="2" charset="-122"/>
                <a:ea typeface="DengXian" panose="02010600030101010101" pitchFamily="2" charset="-122"/>
              </a:rPr>
            </a:br>
            <a:r>
              <a:rPr lang="ja-JP" altLang="en-US" b="0" i="0">
                <a:solidFill>
                  <a:srgbClr val="202124"/>
                </a:solidFill>
                <a:effectLst/>
                <a:latin typeface="DengXian" panose="02010600030101010101" pitchFamily="2" charset="-122"/>
                <a:ea typeface="DengXian" panose="02010600030101010101" pitchFamily="2" charset="-122"/>
              </a:rPr>
              <a:t>伺服器</a:t>
            </a:r>
            <a:r>
              <a:rPr lang="en-HK" altLang="ja-JP" b="0" i="0">
                <a:solidFill>
                  <a:srgbClr val="202124"/>
                </a:solidFill>
                <a:effectLst/>
                <a:latin typeface="DengXian" panose="02010600030101010101" pitchFamily="2" charset="-122"/>
                <a:ea typeface="DengXian" panose="02010600030101010101" pitchFamily="2" charset="-122"/>
              </a:rPr>
              <a:t>)</a:t>
            </a:r>
            <a:endParaRPr lang="en-HK">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4739254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22D59-C9D5-8249-B49A-9F8A8E6490FC}"/>
              </a:ext>
            </a:extLst>
          </p:cNvPr>
          <p:cNvSpPr>
            <a:spLocks noGrp="1"/>
          </p:cNvSpPr>
          <p:nvPr>
            <p:ph type="title"/>
          </p:nvPr>
        </p:nvSpPr>
        <p:spPr/>
        <p:txBody>
          <a:bodyPr anchor="ctr">
            <a:normAutofit/>
          </a:bodyPr>
          <a:lstStyle/>
          <a:p>
            <a:r>
              <a:rPr lang="zh-TW" altLang="en-US" sz="5100" b="1" dirty="0">
                <a:latin typeface="DengXian" panose="02010600030101010101" pitchFamily="2" charset="-122"/>
                <a:ea typeface="DengXian" panose="02010600030101010101" pitchFamily="2" charset="-122"/>
              </a:rPr>
              <a:t>互聯網的一些熱門應用</a:t>
            </a:r>
            <a:endParaRPr lang="en-US" sz="5100" b="1" dirty="0">
              <a:latin typeface="DengXian" panose="02010600030101010101" pitchFamily="2" charset="-122"/>
              <a:ea typeface="DengXian" panose="02010600030101010101" pitchFamily="2" charset="-122"/>
            </a:endParaRPr>
          </a:p>
        </p:txBody>
      </p:sp>
      <p:sp>
        <p:nvSpPr>
          <p:cNvPr id="3" name="Content Placeholder 2">
            <a:extLst>
              <a:ext uri="{FF2B5EF4-FFF2-40B4-BE49-F238E27FC236}">
                <a16:creationId xmlns:a16="http://schemas.microsoft.com/office/drawing/2014/main" id="{7B65BADE-1AA4-BD4F-91DA-841E06D5A61E}"/>
              </a:ext>
            </a:extLst>
          </p:cNvPr>
          <p:cNvSpPr>
            <a:spLocks noGrp="1"/>
          </p:cNvSpPr>
          <p:nvPr>
            <p:ph sz="half" idx="1"/>
          </p:nvPr>
        </p:nvSpPr>
        <p:spPr>
          <a:xfrm>
            <a:off x="1371600" y="2285999"/>
            <a:ext cx="5251938" cy="3581401"/>
          </a:xfrm>
        </p:spPr>
        <p:txBody>
          <a:bodyPr>
            <a:normAutofit/>
          </a:bodyPr>
          <a:lstStyle/>
          <a:p>
            <a:r>
              <a:rPr lang="zh-TW" altLang="en-US">
                <a:latin typeface="DengXian" panose="02010600030101010101" pitchFamily="2" charset="-122"/>
                <a:ea typeface="DengXian" panose="02010600030101010101" pitchFamily="2" charset="-122"/>
              </a:rPr>
              <a:t>萬維網</a:t>
            </a:r>
            <a:r>
              <a:rPr lang="zh-CN" altLang="en-US">
                <a:latin typeface="DengXian" panose="02010600030101010101" pitchFamily="2" charset="-122"/>
                <a:ea typeface="DengXian" panose="02010600030101010101" pitchFamily="2" charset="-122"/>
              </a:rPr>
              <a:t> </a:t>
            </a:r>
            <a:r>
              <a:rPr lang="en-US" altLang="zh-CN">
                <a:latin typeface="DengXian" panose="02010600030101010101" pitchFamily="2" charset="-122"/>
                <a:ea typeface="DengXian" panose="02010600030101010101" pitchFamily="2" charset="-122"/>
              </a:rPr>
              <a:t>World</a:t>
            </a:r>
            <a:r>
              <a:rPr lang="zh-CN" altLang="en-US">
                <a:latin typeface="DengXian" panose="02010600030101010101" pitchFamily="2" charset="-122"/>
                <a:ea typeface="DengXian" panose="02010600030101010101" pitchFamily="2" charset="-122"/>
              </a:rPr>
              <a:t> </a:t>
            </a:r>
            <a:r>
              <a:rPr lang="en-US" altLang="zh-CN">
                <a:latin typeface="DengXian" panose="02010600030101010101" pitchFamily="2" charset="-122"/>
                <a:ea typeface="DengXian" panose="02010600030101010101" pitchFamily="2" charset="-122"/>
              </a:rPr>
              <a:t>Wide</a:t>
            </a:r>
            <a:r>
              <a:rPr lang="zh-CN" altLang="en-US">
                <a:latin typeface="DengXian" panose="02010600030101010101" pitchFamily="2" charset="-122"/>
                <a:ea typeface="DengXian" panose="02010600030101010101" pitchFamily="2" charset="-122"/>
              </a:rPr>
              <a:t> </a:t>
            </a:r>
            <a:r>
              <a:rPr lang="en-US" altLang="zh-CN">
                <a:latin typeface="DengXian" panose="02010600030101010101" pitchFamily="2" charset="-122"/>
                <a:ea typeface="DengXian" panose="02010600030101010101" pitchFamily="2" charset="-122"/>
              </a:rPr>
              <a:t>Web</a:t>
            </a:r>
            <a:endParaRPr lang="en-HK" altLang="zh-TW">
              <a:latin typeface="DengXian" panose="02010600030101010101" pitchFamily="2" charset="-122"/>
              <a:ea typeface="DengXian" panose="02010600030101010101" pitchFamily="2" charset="-122"/>
            </a:endParaRPr>
          </a:p>
          <a:p>
            <a:r>
              <a:rPr lang="zh-TW" altLang="en-US">
                <a:latin typeface="DengXian" panose="02010600030101010101" pitchFamily="2" charset="-122"/>
                <a:ea typeface="DengXian" panose="02010600030101010101" pitchFamily="2" charset="-122"/>
              </a:rPr>
              <a:t>電子郵件</a:t>
            </a:r>
            <a:r>
              <a:rPr lang="zh-CN" altLang="en-US">
                <a:latin typeface="DengXian" panose="02010600030101010101" pitchFamily="2" charset="-122"/>
                <a:ea typeface="DengXian" panose="02010600030101010101" pitchFamily="2" charset="-122"/>
              </a:rPr>
              <a:t> </a:t>
            </a:r>
            <a:r>
              <a:rPr lang="en-US" altLang="zh-CN">
                <a:latin typeface="DengXian" panose="02010600030101010101" pitchFamily="2" charset="-122"/>
                <a:ea typeface="DengXian" panose="02010600030101010101" pitchFamily="2" charset="-122"/>
              </a:rPr>
              <a:t>Email</a:t>
            </a:r>
            <a:endParaRPr lang="zh-TW" altLang="en-US">
              <a:latin typeface="DengXian" panose="02010600030101010101" pitchFamily="2" charset="-122"/>
              <a:ea typeface="DengXian" panose="02010600030101010101" pitchFamily="2" charset="-122"/>
            </a:endParaRPr>
          </a:p>
          <a:p>
            <a:r>
              <a:rPr lang="zh-TW" altLang="en-US">
                <a:latin typeface="DengXian" panose="02010600030101010101" pitchFamily="2" charset="-122"/>
                <a:ea typeface="DengXian" panose="02010600030101010101" pitchFamily="2" charset="-122"/>
              </a:rPr>
              <a:t>即時通訊</a:t>
            </a:r>
            <a:r>
              <a:rPr lang="en-US" altLang="zh-TW">
                <a:latin typeface="DengXian" panose="02010600030101010101" pitchFamily="2" charset="-122"/>
                <a:ea typeface="DengXian" panose="02010600030101010101" pitchFamily="2" charset="-122"/>
              </a:rPr>
              <a:t> Instant Messenger</a:t>
            </a:r>
            <a:endParaRPr lang="zh-TW" altLang="en-US">
              <a:latin typeface="DengXian" panose="02010600030101010101" pitchFamily="2" charset="-122"/>
              <a:ea typeface="DengXian" panose="02010600030101010101" pitchFamily="2" charset="-122"/>
            </a:endParaRPr>
          </a:p>
          <a:p>
            <a:r>
              <a:rPr lang="zh-TW" altLang="en-US">
                <a:latin typeface="DengXian" panose="02010600030101010101" pitchFamily="2" charset="-122"/>
                <a:ea typeface="DengXian" panose="02010600030101010101" pitchFamily="2" charset="-122"/>
              </a:rPr>
              <a:t>社交網絡</a:t>
            </a:r>
            <a:r>
              <a:rPr lang="en-US" altLang="zh-TW">
                <a:latin typeface="DengXian" panose="02010600030101010101" pitchFamily="2" charset="-122"/>
                <a:ea typeface="DengXian" panose="02010600030101010101" pitchFamily="2" charset="-122"/>
              </a:rPr>
              <a:t> Social Media</a:t>
            </a:r>
            <a:endParaRPr lang="zh-TW" altLang="en-US">
              <a:latin typeface="DengXian" panose="02010600030101010101" pitchFamily="2" charset="-122"/>
              <a:ea typeface="DengXian" panose="02010600030101010101" pitchFamily="2" charset="-122"/>
            </a:endParaRPr>
          </a:p>
          <a:p>
            <a:r>
              <a:rPr lang="zh-TW" altLang="en-US">
                <a:latin typeface="DengXian" panose="02010600030101010101" pitchFamily="2" charset="-122"/>
                <a:ea typeface="DengXian" panose="02010600030101010101" pitchFamily="2" charset="-122"/>
              </a:rPr>
              <a:t>直播</a:t>
            </a:r>
            <a:r>
              <a:rPr lang="en-US" altLang="zh-TW">
                <a:latin typeface="DengXian" panose="02010600030101010101" pitchFamily="2" charset="-122"/>
                <a:ea typeface="DengXian" panose="02010600030101010101" pitchFamily="2" charset="-122"/>
              </a:rPr>
              <a:t> Live Streaming</a:t>
            </a:r>
            <a:endParaRPr lang="zh-TW" altLang="en-US">
              <a:latin typeface="DengXian" panose="02010600030101010101" pitchFamily="2" charset="-122"/>
              <a:ea typeface="DengXian" panose="02010600030101010101" pitchFamily="2" charset="-122"/>
            </a:endParaRPr>
          </a:p>
          <a:p>
            <a:r>
              <a:rPr lang="zh-TW" altLang="en-US">
                <a:latin typeface="DengXian" panose="02010600030101010101" pitchFamily="2" charset="-122"/>
                <a:ea typeface="DengXian" panose="02010600030101010101" pitchFamily="2" charset="-122"/>
              </a:rPr>
              <a:t>網絡遊戲</a:t>
            </a:r>
            <a:r>
              <a:rPr lang="en-US" altLang="zh-TW">
                <a:latin typeface="DengXian" panose="02010600030101010101" pitchFamily="2" charset="-122"/>
                <a:ea typeface="DengXian" panose="02010600030101010101" pitchFamily="2" charset="-122"/>
              </a:rPr>
              <a:t> Gaming</a:t>
            </a:r>
            <a:endParaRPr lang="en-US">
              <a:latin typeface="DengXian" panose="02010600030101010101" pitchFamily="2" charset="-122"/>
              <a:ea typeface="DengXian" panose="02010600030101010101" pitchFamily="2" charset="-122"/>
            </a:endParaRPr>
          </a:p>
        </p:txBody>
      </p:sp>
      <p:sp>
        <p:nvSpPr>
          <p:cNvPr id="4" name="Slide Number Placeholder 3" hidden="1">
            <a:extLst>
              <a:ext uri="{FF2B5EF4-FFF2-40B4-BE49-F238E27FC236}">
                <a16:creationId xmlns:a16="http://schemas.microsoft.com/office/drawing/2014/main" id="{78C42761-9DFE-8A41-A95E-7348DCDD3D9E}"/>
              </a:ext>
            </a:extLst>
          </p:cNvPr>
          <p:cNvSpPr>
            <a:spLocks noGrp="1"/>
          </p:cNvSpPr>
          <p:nvPr>
            <p:ph type="sldNum" sz="quarter" idx="4294967295"/>
          </p:nvPr>
        </p:nvSpPr>
        <p:spPr>
          <a:xfrm>
            <a:off x="0" y="6045200"/>
            <a:ext cx="404813" cy="404813"/>
          </a:xfrm>
        </p:spPr>
        <p:txBody>
          <a:bodyPr/>
          <a:lstStyle/>
          <a:p>
            <a:pPr>
              <a:spcAft>
                <a:spcPts val="600"/>
              </a:spcAft>
            </a:pPr>
            <a:fld id="{14B07A3D-2F58-EF4D-A265-F014B879E6ED}" type="slidenum">
              <a:rPr lang="en-US" smtClean="0"/>
              <a:pPr>
                <a:spcAft>
                  <a:spcPts val="600"/>
                </a:spcAft>
              </a:pPr>
              <a:t>22</a:t>
            </a:fld>
            <a:endParaRPr lang="en-US"/>
          </a:p>
        </p:txBody>
      </p:sp>
      <p:pic>
        <p:nvPicPr>
          <p:cNvPr id="1026" name="Picture 2" descr="Everything parents need to know about Twitch, the video game streaming site  | Momaha | omaha.com">
            <a:extLst>
              <a:ext uri="{FF2B5EF4-FFF2-40B4-BE49-F238E27FC236}">
                <a16:creationId xmlns:a16="http://schemas.microsoft.com/office/drawing/2014/main" id="{7AEC1733-FC62-504B-8DB9-1DFA6301415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6857"/>
          <a:stretch/>
        </p:blipFill>
        <p:spPr bwMode="auto">
          <a:xfrm>
            <a:off x="6525403" y="2285999"/>
            <a:ext cx="4447786" cy="3581401"/>
          </a:xfrm>
          <a:prstGeom prst="rect">
            <a:avLst/>
          </a:prstGeom>
          <a:solidFill>
            <a:srgbClr val="FFFFFF"/>
          </a:solidFill>
        </p:spPr>
      </p:pic>
    </p:spTree>
    <p:extLst>
      <p:ext uri="{BB962C8B-B14F-4D97-AF65-F5344CB8AC3E}">
        <p14:creationId xmlns:p14="http://schemas.microsoft.com/office/powerpoint/2010/main" val="13274348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6AB8F-763B-1548-9F26-54387423C635}"/>
              </a:ext>
            </a:extLst>
          </p:cNvPr>
          <p:cNvSpPr>
            <a:spLocks noGrp="1"/>
          </p:cNvSpPr>
          <p:nvPr>
            <p:ph type="title"/>
          </p:nvPr>
        </p:nvSpPr>
        <p:spPr/>
        <p:txBody>
          <a:bodyPr/>
          <a:lstStyle/>
          <a:p>
            <a:r>
              <a:rPr lang="zh-TW" altLang="en-US" b="1" dirty="0">
                <a:latin typeface="DengXian" panose="02010600030101010101" pitchFamily="2" charset="-122"/>
                <a:ea typeface="DengXian" panose="02010600030101010101" pitchFamily="2" charset="-122"/>
              </a:rPr>
              <a:t>常見遊戲體驗</a:t>
            </a:r>
            <a:endParaRPr lang="en-US" b="1" dirty="0">
              <a:latin typeface="DengXian" panose="02010600030101010101" pitchFamily="2" charset="-122"/>
              <a:ea typeface="DengXian" panose="02010600030101010101" pitchFamily="2" charset="-122"/>
            </a:endParaRPr>
          </a:p>
        </p:txBody>
      </p:sp>
      <p:sp>
        <p:nvSpPr>
          <p:cNvPr id="6" name="Text Placeholder 5">
            <a:extLst>
              <a:ext uri="{FF2B5EF4-FFF2-40B4-BE49-F238E27FC236}">
                <a16:creationId xmlns:a16="http://schemas.microsoft.com/office/drawing/2014/main" id="{B9E20CD7-FBE4-0C43-9E29-DC5138297133}"/>
              </a:ext>
            </a:extLst>
          </p:cNvPr>
          <p:cNvSpPr>
            <a:spLocks noGrp="1"/>
          </p:cNvSpPr>
          <p:nvPr>
            <p:ph type="body" idx="1"/>
          </p:nvPr>
        </p:nvSpPr>
        <p:spPr>
          <a:xfrm>
            <a:off x="1371600" y="2340864"/>
            <a:ext cx="3071446" cy="823912"/>
          </a:xfrm>
        </p:spPr>
        <p:txBody>
          <a:bodyPr/>
          <a:lstStyle/>
          <a:p>
            <a:pPr algn="ctr"/>
            <a:r>
              <a:rPr lang="zh-TW" altLang="en-US" sz="2000" b="1">
                <a:latin typeface="DengXian" panose="02010600030101010101" pitchFamily="2" charset="-122"/>
                <a:ea typeface="DengXian" panose="02010600030101010101" pitchFamily="2" charset="-122"/>
              </a:rPr>
              <a:t>主機遊戲</a:t>
            </a:r>
            <a:endParaRPr lang="en-US" sz="2000" b="1">
              <a:latin typeface="DengXian" panose="02010600030101010101" pitchFamily="2" charset="-122"/>
              <a:ea typeface="DengXian" panose="02010600030101010101" pitchFamily="2" charset="-122"/>
            </a:endParaRPr>
          </a:p>
          <a:p>
            <a:pPr algn="ctr"/>
            <a:r>
              <a:rPr lang="en-US" sz="2000" err="1">
                <a:latin typeface="DengXian" panose="02010600030101010101" pitchFamily="2" charset="-122"/>
                <a:ea typeface="DengXian" panose="02010600030101010101" pitchFamily="2" charset="-122"/>
              </a:rPr>
              <a:t>完全依賴客戶端</a:t>
            </a:r>
            <a:endParaRPr lang="en-US" sz="2000">
              <a:latin typeface="DengXian" panose="02010600030101010101" pitchFamily="2" charset="-122"/>
              <a:ea typeface="DengXian" panose="02010600030101010101" pitchFamily="2" charset="-122"/>
            </a:endParaRPr>
          </a:p>
        </p:txBody>
      </p:sp>
      <p:pic>
        <p:nvPicPr>
          <p:cNvPr id="2050" name="Picture 2" descr="Video games in 2030: Will I still need a console game system? That depends">
            <a:extLst>
              <a:ext uri="{FF2B5EF4-FFF2-40B4-BE49-F238E27FC236}">
                <a16:creationId xmlns:a16="http://schemas.microsoft.com/office/drawing/2014/main" id="{029070AE-A8AE-D842-ABB9-4137394117D2}"/>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1683441" y="3305176"/>
            <a:ext cx="2447763" cy="1468658"/>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7">
            <a:extLst>
              <a:ext uri="{FF2B5EF4-FFF2-40B4-BE49-F238E27FC236}">
                <a16:creationId xmlns:a16="http://schemas.microsoft.com/office/drawing/2014/main" id="{61624714-A424-8745-83E8-7A1180A7497C}"/>
              </a:ext>
            </a:extLst>
          </p:cNvPr>
          <p:cNvSpPr>
            <a:spLocks noGrp="1"/>
          </p:cNvSpPr>
          <p:nvPr>
            <p:ph type="body" sz="quarter" idx="3"/>
          </p:nvPr>
        </p:nvSpPr>
        <p:spPr>
          <a:xfrm>
            <a:off x="4791063" y="2340864"/>
            <a:ext cx="3071446" cy="823912"/>
          </a:xfrm>
        </p:spPr>
        <p:txBody>
          <a:bodyPr/>
          <a:lstStyle/>
          <a:p>
            <a:pPr algn="ctr"/>
            <a:r>
              <a:rPr lang="zh-TW" altLang="en-US" sz="2000" b="1">
                <a:latin typeface="DengXian" panose="02010600030101010101" pitchFamily="2" charset="-122"/>
                <a:ea typeface="DengXian" panose="02010600030101010101" pitchFamily="2" charset="-122"/>
              </a:rPr>
              <a:t>在線遊戲</a:t>
            </a:r>
            <a:endParaRPr lang="en-US" sz="2000" b="1">
              <a:latin typeface="DengXian" panose="02010600030101010101" pitchFamily="2" charset="-122"/>
              <a:ea typeface="DengXian" panose="02010600030101010101" pitchFamily="2" charset="-122"/>
            </a:endParaRPr>
          </a:p>
          <a:p>
            <a:pPr algn="ctr"/>
            <a:r>
              <a:rPr lang="en-US" sz="2000" err="1">
                <a:latin typeface="DengXian" panose="02010600030101010101" pitchFamily="2" charset="-122"/>
                <a:ea typeface="DengXian" panose="02010600030101010101" pitchFamily="2" charset="-122"/>
              </a:rPr>
              <a:t>預載客戶端</a:t>
            </a:r>
            <a:r>
              <a:rPr lang="zh-CN" altLang="en-US" sz="2000">
                <a:latin typeface="DengXian" panose="02010600030101010101" pitchFamily="2" charset="-122"/>
                <a:ea typeface="DengXian" panose="02010600030101010101" pitchFamily="2" charset="-122"/>
              </a:rPr>
              <a:t> </a:t>
            </a:r>
            <a:r>
              <a:rPr lang="en-US" altLang="zh-CN" sz="2000">
                <a:latin typeface="DengXian" panose="02010600030101010101" pitchFamily="2" charset="-122"/>
                <a:ea typeface="DengXian" panose="02010600030101010101" pitchFamily="2" charset="-122"/>
              </a:rPr>
              <a:t>+</a:t>
            </a:r>
            <a:r>
              <a:rPr lang="zh-CN" altLang="en-US" sz="2000">
                <a:latin typeface="DengXian" panose="02010600030101010101" pitchFamily="2" charset="-122"/>
                <a:ea typeface="DengXian" panose="02010600030101010101" pitchFamily="2" charset="-122"/>
              </a:rPr>
              <a:t> 服務器連線</a:t>
            </a:r>
            <a:endParaRPr lang="en-US" sz="2000">
              <a:latin typeface="DengXian" panose="02010600030101010101" pitchFamily="2" charset="-122"/>
              <a:ea typeface="DengXian" panose="02010600030101010101" pitchFamily="2" charset="-122"/>
            </a:endParaRPr>
          </a:p>
        </p:txBody>
      </p:sp>
      <p:pic>
        <p:nvPicPr>
          <p:cNvPr id="2052" name="Picture 4" descr="Top 10 Most Popular Online Games 2022 | Updated Ranking">
            <a:extLst>
              <a:ext uri="{FF2B5EF4-FFF2-40B4-BE49-F238E27FC236}">
                <a16:creationId xmlns:a16="http://schemas.microsoft.com/office/drawing/2014/main" id="{B41FBAC7-0F0A-174C-A779-B7871CC75827}"/>
              </a:ext>
            </a:extLst>
          </p:cNvPr>
          <p:cNvPicPr>
            <a:picLocks noGrp="1" noChangeAspect="1" noChangeArrowheads="1"/>
          </p:cNvPicPr>
          <p:nvPr>
            <p:ph sz="quarter" idx="4"/>
          </p:nvPr>
        </p:nvPicPr>
        <p:blipFill>
          <a:blip r:embed="rId3">
            <a:extLst>
              <a:ext uri="{28A0092B-C50C-407E-A947-70E740481C1C}">
                <a14:useLocalDpi xmlns:a14="http://schemas.microsoft.com/office/drawing/2010/main" val="0"/>
              </a:ext>
            </a:extLst>
          </a:blip>
          <a:srcRect/>
          <a:stretch>
            <a:fillRect/>
          </a:stretch>
        </p:blipFill>
        <p:spPr bwMode="auto">
          <a:xfrm>
            <a:off x="5277745" y="3305176"/>
            <a:ext cx="2098082" cy="1468658"/>
          </a:xfrm>
          <a:prstGeom prst="rect">
            <a:avLst/>
          </a:prstGeom>
          <a:noFill/>
          <a:extLst>
            <a:ext uri="{909E8E84-426E-40DD-AFC4-6F175D3DCCD1}">
              <a14:hiddenFill xmlns:a14="http://schemas.microsoft.com/office/drawing/2010/main">
                <a:solidFill>
                  <a:srgbClr val="FFFFFF"/>
                </a:solidFill>
              </a14:hiddenFill>
            </a:ext>
          </a:extLst>
        </p:spPr>
      </p:pic>
      <p:sp>
        <p:nvSpPr>
          <p:cNvPr id="12" name="Text Placeholder 7">
            <a:extLst>
              <a:ext uri="{FF2B5EF4-FFF2-40B4-BE49-F238E27FC236}">
                <a16:creationId xmlns:a16="http://schemas.microsoft.com/office/drawing/2014/main" id="{81ACCDFA-1A10-F740-B944-BB5535C08F5F}"/>
              </a:ext>
            </a:extLst>
          </p:cNvPr>
          <p:cNvSpPr txBox="1">
            <a:spLocks/>
          </p:cNvSpPr>
          <p:nvPr/>
        </p:nvSpPr>
        <p:spPr>
          <a:xfrm>
            <a:off x="8026806" y="2340864"/>
            <a:ext cx="3489105" cy="823912"/>
          </a:xfrm>
          <a:prstGeom prst="rect">
            <a:avLst/>
          </a:prstGeom>
        </p:spPr>
        <p:txBody>
          <a:bodyPr vert="horz" lIns="91440" tIns="45720" rIns="91440" bIns="45720" rtlCol="0" anchor="b">
            <a:noAutofit/>
          </a:bodyPr>
          <a:lstStyle>
            <a:lvl1pPr marL="0" indent="0" algn="l" defTabSz="914400" rtl="0" eaLnBrk="1" latinLnBrk="0" hangingPunct="1">
              <a:lnSpc>
                <a:spcPct val="84000"/>
              </a:lnSpc>
              <a:spcBef>
                <a:spcPts val="0"/>
              </a:spcBef>
              <a:spcAft>
                <a:spcPts val="0"/>
              </a:spcAft>
              <a:buFont typeface="Franklin Gothic Book" panose="020B0503020102020204" pitchFamily="34" charset="0"/>
              <a:buNone/>
              <a:defRPr sz="3000" b="0" i="0" kern="1200" baseline="0">
                <a:solidFill>
                  <a:schemeClr val="tx2"/>
                </a:solidFill>
                <a:latin typeface="Helvetica" pitchFamily="2" charset="0"/>
                <a:ea typeface="Noto Sans SC Medium" panose="020B0600000000000000" pitchFamily="34" charset="-128"/>
                <a:cs typeface="Helvetica" pitchFamily="2" charset="0"/>
              </a:defRPr>
            </a:lvl1pPr>
            <a:lvl2pPr marL="457200" indent="0" algn="l" defTabSz="914400" rtl="0" eaLnBrk="1" latinLnBrk="0" hangingPunct="1">
              <a:lnSpc>
                <a:spcPct val="94000"/>
              </a:lnSpc>
              <a:spcBef>
                <a:spcPts val="500"/>
              </a:spcBef>
              <a:spcAft>
                <a:spcPts val="200"/>
              </a:spcAft>
              <a:buFont typeface="Franklin Gothic Book" panose="020B0503020102020204" pitchFamily="34" charset="0"/>
              <a:buNone/>
              <a:defRPr sz="2000" b="1" i="0" kern="1200" baseline="0">
                <a:solidFill>
                  <a:srgbClr val="42413D"/>
                </a:solidFill>
                <a:latin typeface="Helvetica" pitchFamily="2" charset="0"/>
                <a:ea typeface="Noto Sans SC Medium" panose="020B0600000000000000" pitchFamily="34" charset="-128"/>
                <a:cs typeface="Helvetica" pitchFamily="2" charset="0"/>
              </a:defRPr>
            </a:lvl2pPr>
            <a:lvl3pPr marL="914400" indent="0" algn="l" defTabSz="914400" rtl="0" eaLnBrk="1" latinLnBrk="0" hangingPunct="1">
              <a:lnSpc>
                <a:spcPct val="94000"/>
              </a:lnSpc>
              <a:spcBef>
                <a:spcPts val="500"/>
              </a:spcBef>
              <a:spcAft>
                <a:spcPts val="200"/>
              </a:spcAft>
              <a:buFont typeface="Franklin Gothic Book" panose="020B0503020102020204" pitchFamily="34" charset="0"/>
              <a:buNone/>
              <a:defRPr sz="1800" b="1" i="0" kern="1200" baseline="0">
                <a:solidFill>
                  <a:srgbClr val="42413D"/>
                </a:solidFill>
                <a:latin typeface="Helvetica" pitchFamily="2" charset="0"/>
                <a:ea typeface="Noto Sans SC Medium" panose="020B0600000000000000" pitchFamily="34" charset="-128"/>
                <a:cs typeface="Helvetica" pitchFamily="2" charset="0"/>
              </a:defRPr>
            </a:lvl3pPr>
            <a:lvl4pPr marL="1371600" indent="0" algn="l" defTabSz="914400" rtl="0" eaLnBrk="1" latinLnBrk="0" hangingPunct="1">
              <a:lnSpc>
                <a:spcPct val="94000"/>
              </a:lnSpc>
              <a:spcBef>
                <a:spcPts val="500"/>
              </a:spcBef>
              <a:spcAft>
                <a:spcPts val="200"/>
              </a:spcAft>
              <a:buFont typeface="Franklin Gothic Book" panose="020B0503020102020204" pitchFamily="34" charset="0"/>
              <a:buNone/>
              <a:defRPr sz="1600" b="1" i="0" kern="1200" baseline="0">
                <a:solidFill>
                  <a:srgbClr val="42413D"/>
                </a:solidFill>
                <a:latin typeface="Helvetica" pitchFamily="2" charset="0"/>
                <a:ea typeface="Noto Sans SC Medium" panose="020B0600000000000000" pitchFamily="34" charset="-128"/>
                <a:cs typeface="Helvetica" pitchFamily="2" charset="0"/>
              </a:defRPr>
            </a:lvl4pPr>
            <a:lvl5pPr marL="1828800" indent="0" algn="l" defTabSz="914400" rtl="0" eaLnBrk="1" latinLnBrk="0" hangingPunct="1">
              <a:lnSpc>
                <a:spcPct val="94000"/>
              </a:lnSpc>
              <a:spcBef>
                <a:spcPts val="500"/>
              </a:spcBef>
              <a:spcAft>
                <a:spcPts val="200"/>
              </a:spcAft>
              <a:buFont typeface="Franklin Gothic Book" panose="020B0503020102020204" pitchFamily="34" charset="0"/>
              <a:buNone/>
              <a:defRPr sz="1600" b="1" i="0" kern="1200" baseline="0">
                <a:solidFill>
                  <a:srgbClr val="42413D"/>
                </a:solidFill>
                <a:latin typeface="Helvetica" pitchFamily="2" charset="0"/>
                <a:ea typeface="Noto Sans SC Medium" panose="020B0600000000000000" pitchFamily="34" charset="-128"/>
                <a:cs typeface="Helvetica" pitchFamily="2" charset="0"/>
              </a:defRPr>
            </a:lvl5pPr>
            <a:lvl6pPr marL="2286000" indent="0" algn="l" defTabSz="914400" rtl="0" eaLnBrk="1" latinLnBrk="0" hangingPunct="1">
              <a:lnSpc>
                <a:spcPct val="94000"/>
              </a:lnSpc>
              <a:spcBef>
                <a:spcPts val="500"/>
              </a:spcBef>
              <a:spcAft>
                <a:spcPts val="200"/>
              </a:spcAft>
              <a:buFont typeface="Franklin Gothic Book" panose="020B0503020102020204" pitchFamily="34" charset="0"/>
              <a:buNone/>
              <a:defRPr sz="1600" b="1" i="1" kern="1200" baseline="0">
                <a:solidFill>
                  <a:schemeClr val="tx2"/>
                </a:solidFill>
                <a:latin typeface="+mn-lt"/>
                <a:ea typeface="+mn-ea"/>
                <a:cs typeface="+mn-cs"/>
              </a:defRPr>
            </a:lvl6pPr>
            <a:lvl7pPr marL="2743200" indent="0" algn="l" defTabSz="914400" rtl="0" eaLnBrk="1" latinLnBrk="0" hangingPunct="1">
              <a:lnSpc>
                <a:spcPct val="94000"/>
              </a:lnSpc>
              <a:spcBef>
                <a:spcPts val="500"/>
              </a:spcBef>
              <a:spcAft>
                <a:spcPts val="200"/>
              </a:spcAft>
              <a:buFont typeface="Franklin Gothic Book" panose="020B0503020102020204" pitchFamily="34" charset="0"/>
              <a:buNone/>
              <a:defRPr sz="1600" b="1" kern="1200" baseline="0">
                <a:solidFill>
                  <a:schemeClr val="tx2"/>
                </a:solidFill>
                <a:latin typeface="+mn-lt"/>
                <a:ea typeface="+mn-ea"/>
                <a:cs typeface="+mn-cs"/>
              </a:defRPr>
            </a:lvl7pPr>
            <a:lvl8pPr marL="3200400" indent="0" algn="l" defTabSz="914400" rtl="0" eaLnBrk="1" latinLnBrk="0" hangingPunct="1">
              <a:lnSpc>
                <a:spcPct val="94000"/>
              </a:lnSpc>
              <a:spcBef>
                <a:spcPts val="500"/>
              </a:spcBef>
              <a:spcAft>
                <a:spcPts val="200"/>
              </a:spcAft>
              <a:buFont typeface="Franklin Gothic Book" panose="020B0503020102020204" pitchFamily="34" charset="0"/>
              <a:buNone/>
              <a:defRPr sz="1600" b="1" i="1" kern="1200" baseline="0">
                <a:solidFill>
                  <a:schemeClr val="tx2"/>
                </a:solidFill>
                <a:latin typeface="+mn-lt"/>
                <a:ea typeface="+mn-ea"/>
                <a:cs typeface="+mn-cs"/>
              </a:defRPr>
            </a:lvl8pPr>
            <a:lvl9pPr marL="3657600" indent="0" algn="l" defTabSz="914400" rtl="0" eaLnBrk="1" latinLnBrk="0" hangingPunct="1">
              <a:lnSpc>
                <a:spcPct val="94000"/>
              </a:lnSpc>
              <a:spcBef>
                <a:spcPts val="500"/>
              </a:spcBef>
              <a:spcAft>
                <a:spcPts val="200"/>
              </a:spcAft>
              <a:buFont typeface="Franklin Gothic Book" panose="020B0503020102020204" pitchFamily="34" charset="0"/>
              <a:buNone/>
              <a:defRPr sz="1600" b="1" kern="1200" baseline="0">
                <a:solidFill>
                  <a:schemeClr val="tx2"/>
                </a:solidFill>
                <a:latin typeface="+mn-lt"/>
                <a:ea typeface="+mn-ea"/>
                <a:cs typeface="+mn-cs"/>
              </a:defRPr>
            </a:lvl9pPr>
          </a:lstStyle>
          <a:p>
            <a:pPr algn="ctr"/>
            <a:r>
              <a:rPr lang="zh-TW" altLang="en-US" sz="2000" b="1">
                <a:latin typeface="DengXian" panose="02010600030101010101" pitchFamily="2" charset="-122"/>
                <a:ea typeface="DengXian" panose="02010600030101010101" pitchFamily="2" charset="-122"/>
              </a:rPr>
              <a:t>雲遊戲</a:t>
            </a:r>
            <a:endParaRPr lang="en-US" sz="2000" b="1">
              <a:latin typeface="DengXian" panose="02010600030101010101" pitchFamily="2" charset="-122"/>
              <a:ea typeface="DengXian" panose="02010600030101010101" pitchFamily="2" charset="-122"/>
            </a:endParaRPr>
          </a:p>
          <a:p>
            <a:pPr algn="ctr"/>
            <a:r>
              <a:rPr lang="en-US" sz="2000" err="1">
                <a:latin typeface="DengXian" panose="02010600030101010101" pitchFamily="2" charset="-122"/>
                <a:ea typeface="DengXian" panose="02010600030101010101" pitchFamily="2" charset="-122"/>
              </a:rPr>
              <a:t>完全無需預先下載</a:t>
            </a:r>
            <a:endParaRPr lang="en-US" sz="2000">
              <a:latin typeface="DengXian" panose="02010600030101010101" pitchFamily="2" charset="-122"/>
              <a:ea typeface="DengXian" panose="02010600030101010101" pitchFamily="2" charset="-122"/>
            </a:endParaRPr>
          </a:p>
        </p:txBody>
      </p:sp>
      <p:pic>
        <p:nvPicPr>
          <p:cNvPr id="2054" name="Picture 6" descr="Flappy Bird Games · Play Free Online Flappy Bird Games · Gamasexual.com">
            <a:extLst>
              <a:ext uri="{FF2B5EF4-FFF2-40B4-BE49-F238E27FC236}">
                <a16:creationId xmlns:a16="http://schemas.microsoft.com/office/drawing/2014/main" id="{E4CBA452-F11E-6841-9BF6-43DA07E536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98872" y="3286836"/>
            <a:ext cx="2274586" cy="15163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79620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C8D8AC3-7EFB-DF45-AF99-F9A6A587B0EC}"/>
              </a:ext>
            </a:extLst>
          </p:cNvPr>
          <p:cNvSpPr>
            <a:spLocks noGrp="1"/>
          </p:cNvSpPr>
          <p:nvPr>
            <p:ph type="title"/>
          </p:nvPr>
        </p:nvSpPr>
        <p:spPr/>
        <p:txBody>
          <a:bodyPr/>
          <a:lstStyle/>
          <a:p>
            <a:r>
              <a:rPr lang="en-US" b="1" dirty="0" err="1">
                <a:solidFill>
                  <a:srgbClr val="FFC000"/>
                </a:solidFill>
                <a:latin typeface="DengXian" panose="02010600030101010101" pitchFamily="2" charset="-122"/>
                <a:ea typeface="DengXian" panose="02010600030101010101" pitchFamily="2" charset="-122"/>
              </a:rPr>
              <a:t>互聯網</a:t>
            </a:r>
            <a:r>
              <a:rPr lang="en-US" b="1" dirty="0">
                <a:solidFill>
                  <a:srgbClr val="FFC000"/>
                </a:solidFill>
                <a:latin typeface="DengXian" panose="02010600030101010101" pitchFamily="2" charset="-122"/>
                <a:ea typeface="DengXian" panose="02010600030101010101" pitchFamily="2" charset="-122"/>
              </a:rPr>
              <a:t> ≠ </a:t>
            </a:r>
            <a:r>
              <a:rPr lang="en-US" b="1" dirty="0" err="1">
                <a:solidFill>
                  <a:srgbClr val="FFC000"/>
                </a:solidFill>
                <a:latin typeface="DengXian" panose="02010600030101010101" pitchFamily="2" charset="-122"/>
                <a:ea typeface="DengXian" panose="02010600030101010101" pitchFamily="2" charset="-122"/>
              </a:rPr>
              <a:t>萬維網</a:t>
            </a:r>
            <a:br>
              <a:rPr lang="en-US" b="1" dirty="0">
                <a:solidFill>
                  <a:srgbClr val="FFC000"/>
                </a:solidFill>
                <a:latin typeface="DengXian" panose="02010600030101010101" pitchFamily="2" charset="-122"/>
                <a:ea typeface="DengXian" panose="02010600030101010101" pitchFamily="2" charset="-122"/>
              </a:rPr>
            </a:br>
            <a:r>
              <a:rPr lang="en-US" b="1" dirty="0">
                <a:solidFill>
                  <a:srgbClr val="FFC000"/>
                </a:solidFill>
                <a:latin typeface="DengXian" panose="02010600030101010101" pitchFamily="2" charset="-122"/>
                <a:ea typeface="DengXian" panose="02010600030101010101" pitchFamily="2" charset="-122"/>
              </a:rPr>
              <a:t>The Internet ≠ WWW</a:t>
            </a:r>
          </a:p>
        </p:txBody>
      </p:sp>
      <p:sp>
        <p:nvSpPr>
          <p:cNvPr id="6" name="Text Placeholder 5">
            <a:extLst>
              <a:ext uri="{FF2B5EF4-FFF2-40B4-BE49-F238E27FC236}">
                <a16:creationId xmlns:a16="http://schemas.microsoft.com/office/drawing/2014/main" id="{1FE532F3-9B43-1244-A87C-3E90CFE66585}"/>
              </a:ext>
            </a:extLst>
          </p:cNvPr>
          <p:cNvSpPr>
            <a:spLocks noGrp="1"/>
          </p:cNvSpPr>
          <p:nvPr>
            <p:ph type="body" idx="1"/>
          </p:nvPr>
        </p:nvSpPr>
        <p:spPr/>
        <p:txBody>
          <a:bodyPr>
            <a:normAutofit/>
          </a:bodyPr>
          <a:lstStyle/>
          <a:p>
            <a:r>
              <a:rPr lang="en-US" dirty="0" err="1">
                <a:latin typeface="DengXian" panose="02010600030101010101" pitchFamily="2" charset="-122"/>
                <a:ea typeface="DengXian" panose="02010600030101010101" pitchFamily="2" charset="-122"/>
              </a:rPr>
              <a:t>萬維網服務是互聯網上</a:t>
            </a:r>
            <a:r>
              <a:rPr lang="ja-JP" altLang="en-US" u="sng" dirty="0">
                <a:latin typeface="DengXian" panose="02010600030101010101" pitchFamily="2" charset="-122"/>
                <a:ea typeface="DengXian" panose="02010600030101010101" pitchFamily="2" charset="-122"/>
              </a:rPr>
              <a:t>其中一個</a:t>
            </a:r>
            <a:r>
              <a:rPr lang="en-US" dirty="0" err="1">
                <a:latin typeface="DengXian" panose="02010600030101010101" pitchFamily="2" charset="-122"/>
                <a:ea typeface="DengXian" panose="02010600030101010101" pitchFamily="2" charset="-122"/>
              </a:rPr>
              <a:t>應用</a:t>
            </a:r>
            <a:endParaRPr lang="en-US" dirty="0">
              <a:latin typeface="DengXian" panose="02010600030101010101" pitchFamily="2" charset="-122"/>
              <a:ea typeface="DengXian" panose="02010600030101010101" pitchFamily="2" charset="-122"/>
            </a:endParaRPr>
          </a:p>
          <a:p>
            <a:r>
              <a:rPr lang="ja-JP" altLang="en-US" dirty="0">
                <a:latin typeface="DengXian" panose="02010600030101010101" pitchFamily="2" charset="-122"/>
                <a:ea typeface="DengXian" panose="02010600030101010101" pitchFamily="2" charset="-122"/>
              </a:rPr>
              <a:t>也是</a:t>
            </a:r>
            <a:r>
              <a:rPr lang="en-US" dirty="0" err="1">
                <a:latin typeface="DengXian" panose="02010600030101010101" pitchFamily="2" charset="-122"/>
                <a:ea typeface="DengXian" panose="02010600030101010101" pitchFamily="2" charset="-122"/>
              </a:rPr>
              <a:t>最熱門的應用</a:t>
            </a:r>
            <a:endParaRPr lang="en-US" dirty="0">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39805421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075793A-126B-C44E-BAFD-5E1AE069A411}"/>
              </a:ext>
            </a:extLst>
          </p:cNvPr>
          <p:cNvSpPr>
            <a:spLocks noGrp="1"/>
          </p:cNvSpPr>
          <p:nvPr>
            <p:ph type="title"/>
          </p:nvPr>
        </p:nvSpPr>
        <p:spPr/>
        <p:txBody>
          <a:bodyPr/>
          <a:lstStyle/>
          <a:p>
            <a:r>
              <a:rPr lang="en-US" b="1" dirty="0" err="1">
                <a:latin typeface="DengXian" panose="02010600030101010101" pitchFamily="2" charset="-122"/>
                <a:ea typeface="DengXian" panose="02010600030101010101" pitchFamily="2" charset="-122"/>
              </a:rPr>
              <a:t>萬維網</a:t>
            </a:r>
            <a:r>
              <a:rPr lang="zh-CN" altLang="en-US" b="1" dirty="0">
                <a:latin typeface="DengXian" panose="02010600030101010101" pitchFamily="2" charset="-122"/>
                <a:ea typeface="DengXian" panose="02010600030101010101" pitchFamily="2" charset="-122"/>
              </a:rPr>
              <a:t> </a:t>
            </a:r>
            <a:r>
              <a:rPr lang="en-US" b="1" dirty="0">
                <a:latin typeface="DengXian" panose="02010600030101010101" pitchFamily="2" charset="-122"/>
                <a:ea typeface="DengXian" panose="02010600030101010101" pitchFamily="2" charset="-122"/>
              </a:rPr>
              <a:t>World Wide Web</a:t>
            </a:r>
          </a:p>
        </p:txBody>
      </p:sp>
      <p:sp>
        <p:nvSpPr>
          <p:cNvPr id="6" name="Content Placeholder 5">
            <a:extLst>
              <a:ext uri="{FF2B5EF4-FFF2-40B4-BE49-F238E27FC236}">
                <a16:creationId xmlns:a16="http://schemas.microsoft.com/office/drawing/2014/main" id="{3C72725A-7E19-0740-BAE7-F6FF910049C2}"/>
              </a:ext>
            </a:extLst>
          </p:cNvPr>
          <p:cNvSpPr>
            <a:spLocks noGrp="1"/>
          </p:cNvSpPr>
          <p:nvPr>
            <p:ph idx="1"/>
          </p:nvPr>
        </p:nvSpPr>
        <p:spPr/>
        <p:txBody>
          <a:bodyPr>
            <a:noAutofit/>
          </a:bodyPr>
          <a:lstStyle/>
          <a:p>
            <a:pPr>
              <a:lnSpc>
                <a:spcPct val="110000"/>
              </a:lnSpc>
            </a:pPr>
            <a:r>
              <a:rPr lang="zh-TW" altLang="en-US" dirty="0">
                <a:latin typeface="DengXian" panose="02010600030101010101" pitchFamily="2" charset="-122"/>
                <a:ea typeface="DengXian" panose="02010600030101010101" pitchFamily="2" charset="-122"/>
              </a:rPr>
              <a:t>萬維網（</a:t>
            </a:r>
            <a:r>
              <a:rPr lang="en-US" altLang="zh-TW" dirty="0">
                <a:latin typeface="DengXian" panose="02010600030101010101" pitchFamily="2" charset="-122"/>
                <a:ea typeface="DengXian" panose="02010600030101010101" pitchFamily="2" charset="-122"/>
              </a:rPr>
              <a:t>WWW</a:t>
            </a:r>
            <a:r>
              <a:rPr lang="zh-TW" altLang="en-US" dirty="0">
                <a:latin typeface="DengXian" panose="02010600030101010101" pitchFamily="2" charset="-122"/>
                <a:ea typeface="DengXian" panose="02010600030101010101" pitchFamily="2" charset="-122"/>
              </a:rPr>
              <a:t>）是互聯網上的一個訊息系統。 這個系統傳輸的文檔</a:t>
            </a:r>
            <a:r>
              <a:rPr lang="zh-CN" altLang="en-US" dirty="0">
                <a:latin typeface="DengXian" panose="02010600030101010101" pitchFamily="2" charset="-122"/>
                <a:ea typeface="DengXian" panose="02010600030101010101" pitchFamily="2" charset="-122"/>
              </a:rPr>
              <a:t>（</a:t>
            </a:r>
            <a:r>
              <a:rPr lang="en-US" altLang="zh-CN" dirty="0">
                <a:latin typeface="DengXian" panose="02010600030101010101" pitchFamily="2" charset="-122"/>
                <a:ea typeface="DengXian" panose="02010600030101010101" pitchFamily="2" charset="-122"/>
              </a:rPr>
              <a:t>File</a:t>
            </a:r>
            <a:r>
              <a:rPr lang="zh-CN" altLang="en-US" dirty="0">
                <a:latin typeface="DengXian" panose="02010600030101010101" pitchFamily="2" charset="-122"/>
                <a:ea typeface="DengXian" panose="02010600030101010101" pitchFamily="2" charset="-122"/>
              </a:rPr>
              <a:t>）</a:t>
            </a:r>
            <a:r>
              <a:rPr lang="zh-TW" altLang="en-US" dirty="0">
                <a:latin typeface="DengXian" panose="02010600030101010101" pitchFamily="2" charset="-122"/>
                <a:ea typeface="DengXian" panose="02010600030101010101" pitchFamily="2" charset="-122"/>
              </a:rPr>
              <a:t>可以包含文字、圖片、影片、音樂以及其他類型的多媒體內容</a:t>
            </a:r>
            <a:endParaRPr lang="en-HK" altLang="zh-TW" dirty="0">
              <a:latin typeface="DengXian" panose="02010600030101010101" pitchFamily="2" charset="-122"/>
              <a:ea typeface="DengXian" panose="02010600030101010101" pitchFamily="2" charset="-122"/>
            </a:endParaRPr>
          </a:p>
          <a:p>
            <a:pPr>
              <a:lnSpc>
                <a:spcPct val="110000"/>
              </a:lnSpc>
            </a:pPr>
            <a:r>
              <a:rPr lang="zh-TW" altLang="en-US" dirty="0">
                <a:latin typeface="DengXian" panose="02010600030101010101" pitchFamily="2" charset="-122"/>
                <a:ea typeface="DengXian" panose="02010600030101010101" pitchFamily="2" charset="-122"/>
              </a:rPr>
              <a:t>文檔和其他 </a:t>
            </a:r>
            <a:r>
              <a:rPr lang="en-US" dirty="0">
                <a:latin typeface="DengXian" panose="02010600030101010101" pitchFamily="2" charset="-122"/>
                <a:ea typeface="DengXian" panose="02010600030101010101" pitchFamily="2" charset="-122"/>
              </a:rPr>
              <a:t>Web </a:t>
            </a:r>
            <a:r>
              <a:rPr lang="zh-TW" altLang="en-US" dirty="0">
                <a:latin typeface="DengXian" panose="02010600030101010101" pitchFamily="2" charset="-122"/>
                <a:ea typeface="DengXian" panose="02010600030101010101" pitchFamily="2" charset="-122"/>
              </a:rPr>
              <a:t>資源由</a:t>
            </a:r>
            <a:endParaRPr lang="en-HK" altLang="zh-TW" dirty="0">
              <a:latin typeface="DengXian" panose="02010600030101010101" pitchFamily="2" charset="-122"/>
              <a:ea typeface="DengXian" panose="02010600030101010101" pitchFamily="2" charset="-122"/>
            </a:endParaRPr>
          </a:p>
          <a:p>
            <a:pPr marL="0" indent="0">
              <a:lnSpc>
                <a:spcPct val="110000"/>
              </a:lnSpc>
              <a:buNone/>
            </a:pPr>
            <a:r>
              <a:rPr lang="en-US" dirty="0">
                <a:latin typeface="DengXian" panose="02010600030101010101" pitchFamily="2" charset="-122"/>
                <a:ea typeface="DengXian" panose="02010600030101010101" pitchFamily="2" charset="-122"/>
              </a:rPr>
              <a:t>		</a:t>
            </a:r>
            <a:r>
              <a:rPr lang="en-US" b="1" dirty="0">
                <a:solidFill>
                  <a:schemeClr val="accent6">
                    <a:lumMod val="75000"/>
                  </a:schemeClr>
                </a:solidFill>
                <a:latin typeface="DengXian" panose="02010600030101010101" pitchFamily="2" charset="-122"/>
                <a:ea typeface="DengXian" panose="02010600030101010101" pitchFamily="2" charset="-122"/>
              </a:rPr>
              <a:t>U</a:t>
            </a:r>
            <a:r>
              <a:rPr lang="en-US" dirty="0">
                <a:solidFill>
                  <a:srgbClr val="0070C0"/>
                </a:solidFill>
                <a:latin typeface="DengXian" panose="02010600030101010101" pitchFamily="2" charset="-122"/>
                <a:ea typeface="DengXian" panose="02010600030101010101" pitchFamily="2" charset="-122"/>
              </a:rPr>
              <a:t>niform</a:t>
            </a:r>
            <a:r>
              <a:rPr lang="en-US" dirty="0">
                <a:solidFill>
                  <a:schemeClr val="accent6">
                    <a:lumMod val="75000"/>
                  </a:schemeClr>
                </a:solidFill>
                <a:latin typeface="DengXian" panose="02010600030101010101" pitchFamily="2" charset="-122"/>
                <a:ea typeface="DengXian" panose="02010600030101010101" pitchFamily="2" charset="-122"/>
              </a:rPr>
              <a:t>  </a:t>
            </a:r>
            <a:r>
              <a:rPr lang="en-US" b="1" dirty="0">
                <a:solidFill>
                  <a:schemeClr val="accent6">
                    <a:lumMod val="75000"/>
                  </a:schemeClr>
                </a:solidFill>
                <a:latin typeface="DengXian" panose="02010600030101010101" pitchFamily="2" charset="-122"/>
                <a:ea typeface="DengXian" panose="02010600030101010101" pitchFamily="2" charset="-122"/>
              </a:rPr>
              <a:t>R</a:t>
            </a:r>
            <a:r>
              <a:rPr lang="en-US" dirty="0">
                <a:solidFill>
                  <a:srgbClr val="0070C0"/>
                </a:solidFill>
                <a:latin typeface="DengXian" panose="02010600030101010101" pitchFamily="2" charset="-122"/>
                <a:ea typeface="DengXian" panose="02010600030101010101" pitchFamily="2" charset="-122"/>
              </a:rPr>
              <a:t>esource</a:t>
            </a:r>
            <a:r>
              <a:rPr lang="en-US" dirty="0">
                <a:solidFill>
                  <a:schemeClr val="accent6">
                    <a:lumMod val="75000"/>
                  </a:schemeClr>
                </a:solidFill>
                <a:latin typeface="DengXian" panose="02010600030101010101" pitchFamily="2" charset="-122"/>
                <a:ea typeface="DengXian" panose="02010600030101010101" pitchFamily="2" charset="-122"/>
              </a:rPr>
              <a:t> </a:t>
            </a:r>
            <a:r>
              <a:rPr lang="en-US" b="1" dirty="0">
                <a:solidFill>
                  <a:schemeClr val="accent6">
                    <a:lumMod val="75000"/>
                  </a:schemeClr>
                </a:solidFill>
                <a:latin typeface="DengXian" panose="02010600030101010101" pitchFamily="2" charset="-122"/>
                <a:ea typeface="DengXian" panose="02010600030101010101" pitchFamily="2" charset="-122"/>
              </a:rPr>
              <a:t>L</a:t>
            </a:r>
            <a:r>
              <a:rPr lang="en-US" dirty="0">
                <a:solidFill>
                  <a:srgbClr val="0070C0"/>
                </a:solidFill>
                <a:latin typeface="DengXian" panose="02010600030101010101" pitchFamily="2" charset="-122"/>
                <a:ea typeface="DengXian" panose="02010600030101010101" pitchFamily="2" charset="-122"/>
              </a:rPr>
              <a:t>ocators</a:t>
            </a:r>
            <a:r>
              <a:rPr lang="en-US" dirty="0">
                <a:solidFill>
                  <a:schemeClr val="accent6">
                    <a:lumMod val="75000"/>
                  </a:schemeClr>
                </a:solidFill>
                <a:latin typeface="DengXian" panose="02010600030101010101" pitchFamily="2" charset="-122"/>
                <a:ea typeface="DengXian" panose="02010600030101010101" pitchFamily="2" charset="-122"/>
              </a:rPr>
              <a:t> </a:t>
            </a:r>
            <a:r>
              <a:rPr lang="zh-TW" altLang="en-US" dirty="0">
                <a:latin typeface="DengXian" panose="02010600030101010101" pitchFamily="2" charset="-122"/>
                <a:ea typeface="DengXian" panose="02010600030101010101" pitchFamily="2" charset="-122"/>
              </a:rPr>
              <a:t>（</a:t>
            </a:r>
            <a:r>
              <a:rPr lang="en-US" dirty="0">
                <a:solidFill>
                  <a:schemeClr val="accent6">
                    <a:lumMod val="75000"/>
                  </a:schemeClr>
                </a:solidFill>
                <a:latin typeface="DengXian" panose="02010600030101010101" pitchFamily="2" charset="-122"/>
                <a:ea typeface="DengXian" panose="02010600030101010101" pitchFamily="2" charset="-122"/>
              </a:rPr>
              <a:t>URL</a:t>
            </a:r>
            <a:r>
              <a:rPr lang="zh-CN" altLang="en-US" dirty="0">
                <a:latin typeface="DengXian" panose="02010600030101010101" pitchFamily="2" charset="-122"/>
                <a:ea typeface="DengXian" panose="02010600030101010101" pitchFamily="2" charset="-122"/>
              </a:rPr>
              <a:t>）</a:t>
            </a:r>
            <a:r>
              <a:rPr lang="zh-TW" altLang="en-US" dirty="0">
                <a:latin typeface="DengXian" panose="02010600030101010101" pitchFamily="2" charset="-122"/>
                <a:ea typeface="DengXian" panose="02010600030101010101" pitchFamily="2" charset="-122"/>
              </a:rPr>
              <a:t>標識</a:t>
            </a:r>
            <a:endParaRPr lang="en-US" altLang="zh-TW" dirty="0">
              <a:latin typeface="DengXian" panose="02010600030101010101" pitchFamily="2" charset="-122"/>
              <a:ea typeface="DengXian" panose="02010600030101010101" pitchFamily="2" charset="-122"/>
            </a:endParaRPr>
          </a:p>
          <a:p>
            <a:pPr marL="0" indent="0">
              <a:lnSpc>
                <a:spcPct val="110000"/>
              </a:lnSpc>
              <a:buNone/>
            </a:pPr>
            <a:r>
              <a:rPr lang="en-US" dirty="0">
                <a:latin typeface="DengXian" panose="02010600030101010101" pitchFamily="2" charset="-122"/>
                <a:ea typeface="DengXian" panose="02010600030101010101" pitchFamily="2" charset="-122"/>
              </a:rPr>
              <a:t>		   </a:t>
            </a:r>
            <a:r>
              <a:rPr lang="zh-TW" altLang="en-US" dirty="0">
                <a:latin typeface="DengXian" panose="02010600030101010101" pitchFamily="2" charset="-122"/>
                <a:ea typeface="DengXian" panose="02010600030101010101" pitchFamily="2" charset="-122"/>
              </a:rPr>
              <a:t>統一       資源         定位符</a:t>
            </a:r>
            <a:endParaRPr lang="en-US" dirty="0">
              <a:latin typeface="DengXian" panose="02010600030101010101" pitchFamily="2" charset="-122"/>
              <a:ea typeface="DengXian" panose="02010600030101010101" pitchFamily="2" charset="-122"/>
            </a:endParaRPr>
          </a:p>
          <a:p>
            <a:pPr lvl="1">
              <a:lnSpc>
                <a:spcPct val="110000"/>
              </a:lnSpc>
            </a:pPr>
            <a:r>
              <a:rPr lang="zh-TW" altLang="en-US" dirty="0">
                <a:latin typeface="DengXian" panose="02010600030101010101" pitchFamily="2" charset="-122"/>
                <a:ea typeface="DengXian" panose="02010600030101010101" pitchFamily="2" charset="-122"/>
              </a:rPr>
              <a:t>例如 </a:t>
            </a:r>
            <a:r>
              <a:rPr lang="en-US" dirty="0">
                <a:latin typeface="DengXian" panose="02010600030101010101" pitchFamily="2" charset="-122"/>
                <a:ea typeface="DengXian" panose="02010600030101010101" pitchFamily="2" charset="-122"/>
              </a:rPr>
              <a:t>https://www.example.com</a:t>
            </a:r>
          </a:p>
        </p:txBody>
      </p:sp>
      <p:sp>
        <p:nvSpPr>
          <p:cNvPr id="4" name="Slide Number Placeholder 3">
            <a:extLst>
              <a:ext uri="{FF2B5EF4-FFF2-40B4-BE49-F238E27FC236}">
                <a16:creationId xmlns:a16="http://schemas.microsoft.com/office/drawing/2014/main" id="{45AB4E95-4BD9-0145-98F5-BCA2DA08AF53}"/>
              </a:ext>
            </a:extLst>
          </p:cNvPr>
          <p:cNvSpPr>
            <a:spLocks noGrp="1"/>
          </p:cNvSpPr>
          <p:nvPr>
            <p:ph type="sldNum" sz="quarter" idx="12"/>
          </p:nvPr>
        </p:nvSpPr>
        <p:spPr/>
        <p:txBody>
          <a:bodyPr/>
          <a:lstStyle/>
          <a:p>
            <a:fld id="{14B07A3D-2F58-EF4D-A265-F014B879E6ED}" type="slidenum">
              <a:rPr lang="en-US" smtClean="0">
                <a:latin typeface="DengXian" panose="02010600030101010101" pitchFamily="2" charset="-122"/>
                <a:ea typeface="DengXian" panose="02010600030101010101" pitchFamily="2" charset="-122"/>
              </a:rPr>
              <a:pPr/>
              <a:t>25</a:t>
            </a:fld>
            <a:endParaRPr lang="en-US">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8217825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B7EC4-E7FF-06B1-6676-C4B5730C7AB9}"/>
            </a:ext>
          </a:extLst>
        </p:cNvPr>
        <p:cNvGrpSpPr/>
        <p:nvPr/>
      </p:nvGrpSpPr>
      <p:grpSpPr>
        <a:xfrm>
          <a:off x="0" y="0"/>
          <a:ext cx="0" cy="0"/>
          <a:chOff x="0" y="0"/>
          <a:chExt cx="0" cy="0"/>
        </a:xfrm>
      </p:grpSpPr>
      <p:pic>
        <p:nvPicPr>
          <p:cNvPr id="27" name="圖片 26">
            <a:extLst>
              <a:ext uri="{FF2B5EF4-FFF2-40B4-BE49-F238E27FC236}">
                <a16:creationId xmlns:a16="http://schemas.microsoft.com/office/drawing/2014/main" id="{CB4AD2BC-07F5-9CAF-AAB0-7BD43003D7E2}"/>
              </a:ext>
            </a:extLst>
          </p:cNvPr>
          <p:cNvPicPr>
            <a:picLocks noChangeAspect="1"/>
          </p:cNvPicPr>
          <p:nvPr/>
        </p:nvPicPr>
        <p:blipFill>
          <a:blip r:embed="rId3"/>
          <a:stretch>
            <a:fillRect/>
          </a:stretch>
        </p:blipFill>
        <p:spPr>
          <a:xfrm>
            <a:off x="2493411" y="2598510"/>
            <a:ext cx="7772050" cy="3155420"/>
          </a:xfrm>
          <a:prstGeom prst="rect">
            <a:avLst/>
          </a:prstGeom>
        </p:spPr>
      </p:pic>
      <p:sp>
        <p:nvSpPr>
          <p:cNvPr id="5" name="Title 4">
            <a:extLst>
              <a:ext uri="{FF2B5EF4-FFF2-40B4-BE49-F238E27FC236}">
                <a16:creationId xmlns:a16="http://schemas.microsoft.com/office/drawing/2014/main" id="{CA0D4A34-6A3C-15D3-2019-2AE2923F40C2}"/>
              </a:ext>
            </a:extLst>
          </p:cNvPr>
          <p:cNvSpPr>
            <a:spLocks noGrp="1"/>
          </p:cNvSpPr>
          <p:nvPr>
            <p:ph type="title"/>
          </p:nvPr>
        </p:nvSpPr>
        <p:spPr>
          <a:xfrm>
            <a:off x="1295400" y="485489"/>
            <a:ext cx="9601200" cy="1485900"/>
          </a:xfrm>
        </p:spPr>
        <p:txBody>
          <a:bodyPr/>
          <a:lstStyle/>
          <a:p>
            <a:r>
              <a:rPr lang="en-US" b="1" dirty="0" err="1">
                <a:latin typeface="DengXian" panose="02010600030101010101" pitchFamily="2" charset="-122"/>
                <a:ea typeface="DengXian" panose="02010600030101010101" pitchFamily="2" charset="-122"/>
              </a:rPr>
              <a:t>萬維網</a:t>
            </a:r>
            <a:r>
              <a:rPr lang="zh-CN" altLang="en-US" b="1" dirty="0">
                <a:latin typeface="DengXian" panose="02010600030101010101" pitchFamily="2" charset="-122"/>
                <a:ea typeface="DengXian" panose="02010600030101010101" pitchFamily="2" charset="-122"/>
              </a:rPr>
              <a:t> </a:t>
            </a:r>
            <a:r>
              <a:rPr lang="en-US" b="1" dirty="0">
                <a:latin typeface="DengXian" panose="02010600030101010101" pitchFamily="2" charset="-122"/>
                <a:ea typeface="DengXian" panose="02010600030101010101" pitchFamily="2" charset="-122"/>
              </a:rPr>
              <a:t>World Wide Web</a:t>
            </a:r>
          </a:p>
        </p:txBody>
      </p:sp>
      <p:sp>
        <p:nvSpPr>
          <p:cNvPr id="6" name="Content Placeholder 5">
            <a:extLst>
              <a:ext uri="{FF2B5EF4-FFF2-40B4-BE49-F238E27FC236}">
                <a16:creationId xmlns:a16="http://schemas.microsoft.com/office/drawing/2014/main" id="{74ACE943-7200-2421-5BC9-A81624530174}"/>
              </a:ext>
            </a:extLst>
          </p:cNvPr>
          <p:cNvSpPr>
            <a:spLocks noGrp="1"/>
          </p:cNvSpPr>
          <p:nvPr>
            <p:ph idx="1"/>
          </p:nvPr>
        </p:nvSpPr>
        <p:spPr>
          <a:xfrm>
            <a:off x="2872874" y="6002351"/>
            <a:ext cx="7013125" cy="448213"/>
          </a:xfrm>
        </p:spPr>
        <p:txBody>
          <a:bodyPr>
            <a:noAutofit/>
          </a:bodyPr>
          <a:lstStyle/>
          <a:p>
            <a:pPr marL="0" indent="0">
              <a:buNone/>
            </a:pPr>
            <a:r>
              <a:rPr lang="en-US" altLang="zh-HK" sz="2400" b="1" dirty="0" err="1">
                <a:latin typeface="DengXian" panose="02010600030101010101" pitchFamily="2" charset="-122"/>
                <a:ea typeface="DengXian" panose="02010600030101010101" pitchFamily="2" charset="-122"/>
              </a:rPr>
              <a:t>萬維網</a:t>
            </a:r>
            <a:r>
              <a:rPr lang="zh-TW" altLang="en-US" sz="2400" dirty="0">
                <a:latin typeface="DengXian" panose="02010600030101010101" pitchFamily="2" charset="-122"/>
                <a:ea typeface="DengXian" panose="02010600030101010101" pitchFamily="2" charset="-122"/>
              </a:rPr>
              <a:t> （</a:t>
            </a:r>
            <a:r>
              <a:rPr lang="en-US" altLang="zh-TW" sz="2400" dirty="0">
                <a:latin typeface="DengXian" panose="02010600030101010101" pitchFamily="2" charset="-122"/>
                <a:ea typeface="DengXian" panose="02010600030101010101" pitchFamily="2" charset="-122"/>
              </a:rPr>
              <a:t>WWW</a:t>
            </a:r>
            <a:r>
              <a:rPr lang="zh-TW" altLang="en-US" sz="2400" dirty="0">
                <a:latin typeface="DengXian" panose="02010600030101010101" pitchFamily="2" charset="-122"/>
                <a:ea typeface="DengXian" panose="02010600030101010101" pitchFamily="2" charset="-122"/>
              </a:rPr>
              <a:t>） 只</a:t>
            </a:r>
            <a:r>
              <a:rPr lang="en-US" altLang="zh-HK" sz="2400" dirty="0" err="1">
                <a:latin typeface="DengXian" panose="02010600030101010101" pitchFamily="2" charset="-122"/>
                <a:ea typeface="DengXian" panose="02010600030101010101" pitchFamily="2" charset="-122"/>
              </a:rPr>
              <a:t>是互聯網上</a:t>
            </a:r>
            <a:r>
              <a:rPr lang="ja-JP" altLang="en-US" sz="2400" b="1" u="sng" dirty="0">
                <a:latin typeface="DengXian" panose="02010600030101010101" pitchFamily="2" charset="-122"/>
                <a:ea typeface="DengXian" panose="02010600030101010101" pitchFamily="2" charset="-122"/>
              </a:rPr>
              <a:t>其中一個</a:t>
            </a:r>
            <a:r>
              <a:rPr lang="en-US" altLang="zh-HK" sz="2400" dirty="0" err="1">
                <a:latin typeface="DengXian" panose="02010600030101010101" pitchFamily="2" charset="-122"/>
                <a:ea typeface="DengXian" panose="02010600030101010101" pitchFamily="2" charset="-122"/>
              </a:rPr>
              <a:t>應用</a:t>
            </a:r>
            <a:endParaRPr lang="en-US" altLang="zh-TW" sz="2400" b="1" dirty="0">
              <a:latin typeface="DengXian" panose="02010600030101010101" pitchFamily="2" charset="-122"/>
              <a:ea typeface="DengXian" panose="02010600030101010101" pitchFamily="2" charset="-122"/>
            </a:endParaRPr>
          </a:p>
        </p:txBody>
      </p:sp>
      <p:sp>
        <p:nvSpPr>
          <p:cNvPr id="4" name="Slide Number Placeholder 3">
            <a:extLst>
              <a:ext uri="{FF2B5EF4-FFF2-40B4-BE49-F238E27FC236}">
                <a16:creationId xmlns:a16="http://schemas.microsoft.com/office/drawing/2014/main" id="{EE81AEA9-1D1F-289A-3490-FD95D24D2992}"/>
              </a:ext>
            </a:extLst>
          </p:cNvPr>
          <p:cNvSpPr>
            <a:spLocks noGrp="1"/>
          </p:cNvSpPr>
          <p:nvPr>
            <p:ph type="sldNum" sz="quarter" idx="12"/>
          </p:nvPr>
        </p:nvSpPr>
        <p:spPr/>
        <p:txBody>
          <a:bodyPr/>
          <a:lstStyle/>
          <a:p>
            <a:fld id="{14B07A3D-2F58-EF4D-A265-F014B879E6ED}" type="slidenum">
              <a:rPr lang="en-US" smtClean="0">
                <a:latin typeface="DengXian" panose="02010600030101010101" pitchFamily="2" charset="-122"/>
                <a:ea typeface="DengXian" panose="02010600030101010101" pitchFamily="2" charset="-122"/>
              </a:rPr>
              <a:pPr/>
              <a:t>26</a:t>
            </a:fld>
            <a:endParaRPr lang="en-US">
              <a:latin typeface="DengXian" panose="02010600030101010101" pitchFamily="2" charset="-122"/>
              <a:ea typeface="DengXian" panose="02010600030101010101" pitchFamily="2" charset="-122"/>
            </a:endParaRPr>
          </a:p>
        </p:txBody>
      </p:sp>
      <p:sp>
        <p:nvSpPr>
          <p:cNvPr id="9" name="文字方塊 8">
            <a:extLst>
              <a:ext uri="{FF2B5EF4-FFF2-40B4-BE49-F238E27FC236}">
                <a16:creationId xmlns:a16="http://schemas.microsoft.com/office/drawing/2014/main" id="{3F615113-06A8-3BBF-B902-48D1F0CF3A0F}"/>
              </a:ext>
            </a:extLst>
          </p:cNvPr>
          <p:cNvSpPr txBox="1"/>
          <p:nvPr/>
        </p:nvSpPr>
        <p:spPr>
          <a:xfrm>
            <a:off x="736198" y="4348230"/>
            <a:ext cx="1960493" cy="707886"/>
          </a:xfrm>
          <a:prstGeom prst="rect">
            <a:avLst/>
          </a:prstGeom>
          <a:noFill/>
        </p:spPr>
        <p:txBody>
          <a:bodyPr wrap="square">
            <a:spAutoFit/>
          </a:bodyPr>
          <a:lstStyle/>
          <a:p>
            <a:pPr algn="ctr">
              <a:buNone/>
            </a:pPr>
            <a:r>
              <a:rPr lang="zh-HK" altLang="zh-HK" sz="2000" b="1" dirty="0">
                <a:solidFill>
                  <a:srgbClr val="2C4C83"/>
                </a:solidFill>
                <a:latin typeface="DengXian" panose="02010600030101010101" pitchFamily="2" charset="-122"/>
                <a:ea typeface="DengXian" panose="02010600030101010101" pitchFamily="2" charset="-122"/>
              </a:rPr>
              <a:t>連接全球電腦</a:t>
            </a:r>
            <a:endParaRPr lang="en-US" altLang="zh-HK" sz="2000" b="1" dirty="0">
              <a:solidFill>
                <a:srgbClr val="2C4C83"/>
              </a:solidFill>
              <a:latin typeface="DengXian" panose="02010600030101010101" pitchFamily="2" charset="-122"/>
              <a:ea typeface="DengXian" panose="02010600030101010101" pitchFamily="2" charset="-122"/>
            </a:endParaRPr>
          </a:p>
          <a:p>
            <a:pPr algn="ctr">
              <a:buNone/>
            </a:pPr>
            <a:r>
              <a:rPr lang="en-US" altLang="zh-HK" sz="2000" b="1" dirty="0">
                <a:solidFill>
                  <a:srgbClr val="2C4C83"/>
                </a:solidFill>
                <a:latin typeface="DengXian" panose="02010600030101010101" pitchFamily="2" charset="-122"/>
                <a:ea typeface="DengXian" panose="02010600030101010101" pitchFamily="2" charset="-122"/>
              </a:rPr>
              <a:t> </a:t>
            </a:r>
            <a:r>
              <a:rPr lang="zh-TW" altLang="en-US" sz="2000" b="1" dirty="0">
                <a:solidFill>
                  <a:srgbClr val="2C4C83"/>
                </a:solidFill>
                <a:latin typeface="DengXian" panose="02010600030101010101" pitchFamily="2" charset="-122"/>
                <a:ea typeface="DengXian" panose="02010600030101010101" pitchFamily="2" charset="-122"/>
              </a:rPr>
              <a:t>並</a:t>
            </a:r>
            <a:r>
              <a:rPr lang="zh-HK" altLang="zh-HK" sz="2000" b="1" dirty="0">
                <a:solidFill>
                  <a:srgbClr val="2C4C83"/>
                </a:solidFill>
                <a:latin typeface="DengXian" panose="02010600030101010101" pitchFamily="2" charset="-122"/>
                <a:ea typeface="DengXian" panose="02010600030101010101" pitchFamily="2" charset="-122"/>
              </a:rPr>
              <a:t>負責傳輸</a:t>
            </a:r>
          </a:p>
        </p:txBody>
      </p:sp>
      <p:sp>
        <p:nvSpPr>
          <p:cNvPr id="13" name="文字方塊 12">
            <a:extLst>
              <a:ext uri="{FF2B5EF4-FFF2-40B4-BE49-F238E27FC236}">
                <a16:creationId xmlns:a16="http://schemas.microsoft.com/office/drawing/2014/main" id="{8E0E4A23-1802-46CE-4567-8FDC904C875B}"/>
              </a:ext>
            </a:extLst>
          </p:cNvPr>
          <p:cNvSpPr txBox="1"/>
          <p:nvPr/>
        </p:nvSpPr>
        <p:spPr>
          <a:xfrm>
            <a:off x="5274951" y="2044512"/>
            <a:ext cx="2208972" cy="400110"/>
          </a:xfrm>
          <a:prstGeom prst="rect">
            <a:avLst/>
          </a:prstGeom>
          <a:noFill/>
        </p:spPr>
        <p:txBody>
          <a:bodyPr wrap="square">
            <a:spAutoFit/>
          </a:bodyPr>
          <a:lstStyle/>
          <a:p>
            <a:pPr algn="ctr">
              <a:buNone/>
            </a:pPr>
            <a:r>
              <a:rPr lang="zh-HK" altLang="zh-HK" sz="2000" b="1" dirty="0">
                <a:solidFill>
                  <a:srgbClr val="FFCE2B"/>
                </a:solidFill>
                <a:latin typeface="DengXian" panose="02010600030101010101" pitchFamily="2" charset="-122"/>
                <a:ea typeface="DengXian" panose="02010600030101010101" pitchFamily="2" charset="-122"/>
              </a:rPr>
              <a:t>即時影音</a:t>
            </a:r>
          </a:p>
        </p:txBody>
      </p:sp>
      <p:sp>
        <p:nvSpPr>
          <p:cNvPr id="15" name="文字方塊 14">
            <a:extLst>
              <a:ext uri="{FF2B5EF4-FFF2-40B4-BE49-F238E27FC236}">
                <a16:creationId xmlns:a16="http://schemas.microsoft.com/office/drawing/2014/main" id="{3B7B83D0-59EC-E9BE-FDDF-3F9765C980B8}"/>
              </a:ext>
            </a:extLst>
          </p:cNvPr>
          <p:cNvSpPr txBox="1"/>
          <p:nvPr/>
        </p:nvSpPr>
        <p:spPr>
          <a:xfrm>
            <a:off x="3643513" y="1890624"/>
            <a:ext cx="2607440" cy="707886"/>
          </a:xfrm>
          <a:prstGeom prst="rect">
            <a:avLst/>
          </a:prstGeom>
          <a:noFill/>
        </p:spPr>
        <p:txBody>
          <a:bodyPr wrap="square">
            <a:spAutoFit/>
          </a:bodyPr>
          <a:lstStyle/>
          <a:p>
            <a:pPr algn="ctr">
              <a:buNone/>
            </a:pPr>
            <a:r>
              <a:rPr lang="zh-TW" altLang="en-US" sz="2000" b="1" dirty="0">
                <a:solidFill>
                  <a:srgbClr val="FFCE2B"/>
                </a:solidFill>
                <a:latin typeface="DengXian" panose="02010600030101010101" pitchFamily="2" charset="-122"/>
                <a:ea typeface="DengXian" panose="02010600030101010101" pitchFamily="2" charset="-122"/>
              </a:rPr>
              <a:t>網頁內容</a:t>
            </a:r>
            <a:endParaRPr lang="en-US" altLang="zh-TW" sz="2000" b="1" dirty="0">
              <a:solidFill>
                <a:srgbClr val="FFCE2B"/>
              </a:solidFill>
              <a:latin typeface="DengXian" panose="02010600030101010101" pitchFamily="2" charset="-122"/>
              <a:ea typeface="DengXian" panose="02010600030101010101" pitchFamily="2" charset="-122"/>
            </a:endParaRPr>
          </a:p>
          <a:p>
            <a:pPr algn="ctr">
              <a:buNone/>
            </a:pPr>
            <a:r>
              <a:rPr lang="en-US" altLang="zh-TW" sz="2000" b="1" dirty="0">
                <a:solidFill>
                  <a:srgbClr val="FFCE2B"/>
                </a:solidFill>
                <a:latin typeface="DengXian" panose="02010600030101010101" pitchFamily="2" charset="-122"/>
                <a:ea typeface="DengXian" panose="02010600030101010101" pitchFamily="2" charset="-122"/>
              </a:rPr>
              <a:t>(</a:t>
            </a:r>
            <a:r>
              <a:rPr lang="zh-TW" altLang="en-US" sz="2000" b="1" u="sng" dirty="0">
                <a:solidFill>
                  <a:srgbClr val="FFCE2B"/>
                </a:solidFill>
                <a:latin typeface="DengXian" panose="02010600030101010101" pitchFamily="2" charset="-122"/>
                <a:ea typeface="DengXian" panose="02010600030101010101" pitchFamily="2" charset="-122"/>
              </a:rPr>
              <a:t>最為常用</a:t>
            </a:r>
            <a:r>
              <a:rPr lang="en-US" altLang="zh-TW" sz="2000" b="1" dirty="0">
                <a:solidFill>
                  <a:srgbClr val="FFCE2B"/>
                </a:solidFill>
                <a:latin typeface="DengXian" panose="02010600030101010101" pitchFamily="2" charset="-122"/>
                <a:ea typeface="DengXian" panose="02010600030101010101" pitchFamily="2" charset="-122"/>
              </a:rPr>
              <a:t>)</a:t>
            </a:r>
            <a:endParaRPr lang="zh-TW" altLang="en-US" sz="2000" b="1" dirty="0">
              <a:solidFill>
                <a:srgbClr val="FFCE2B"/>
              </a:solidFill>
              <a:latin typeface="DengXian" panose="02010600030101010101" pitchFamily="2" charset="-122"/>
              <a:ea typeface="DengXian" panose="02010600030101010101" pitchFamily="2" charset="-122"/>
            </a:endParaRPr>
          </a:p>
        </p:txBody>
      </p:sp>
      <p:sp>
        <p:nvSpPr>
          <p:cNvPr id="17" name="文字方塊 16">
            <a:extLst>
              <a:ext uri="{FF2B5EF4-FFF2-40B4-BE49-F238E27FC236}">
                <a16:creationId xmlns:a16="http://schemas.microsoft.com/office/drawing/2014/main" id="{5C26ADDA-0D84-0F64-462F-3D82064B5B7D}"/>
              </a:ext>
            </a:extLst>
          </p:cNvPr>
          <p:cNvSpPr txBox="1"/>
          <p:nvPr/>
        </p:nvSpPr>
        <p:spPr>
          <a:xfrm>
            <a:off x="1098977" y="3674942"/>
            <a:ext cx="1234936" cy="400110"/>
          </a:xfrm>
          <a:prstGeom prst="rect">
            <a:avLst/>
          </a:prstGeom>
          <a:noFill/>
        </p:spPr>
        <p:txBody>
          <a:bodyPr wrap="square">
            <a:spAutoFit/>
          </a:bodyPr>
          <a:lstStyle/>
          <a:p>
            <a:pPr>
              <a:buNone/>
            </a:pPr>
            <a:r>
              <a:rPr lang="zh-HK" altLang="zh-HK" sz="2000" b="1" dirty="0">
                <a:latin typeface="DengXian" panose="02010600030101010101" pitchFamily="2" charset="-122"/>
                <a:ea typeface="DengXian" panose="02010600030101010101" pitchFamily="2" charset="-122"/>
              </a:rPr>
              <a:t>基礎設施</a:t>
            </a:r>
            <a:r>
              <a:rPr lang="en-US" altLang="zh-HK" sz="2000" b="1" dirty="0">
                <a:latin typeface="DengXian" panose="02010600030101010101" pitchFamily="2" charset="-122"/>
                <a:ea typeface="DengXian" panose="02010600030101010101" pitchFamily="2" charset="-122"/>
              </a:rPr>
              <a:t>:</a:t>
            </a:r>
            <a:endParaRPr lang="zh-HK" altLang="zh-HK" sz="2000" b="1" dirty="0">
              <a:latin typeface="DengXian" panose="02010600030101010101" pitchFamily="2" charset="-122"/>
              <a:ea typeface="DengXian" panose="02010600030101010101" pitchFamily="2" charset="-122"/>
            </a:endParaRPr>
          </a:p>
        </p:txBody>
      </p:sp>
      <p:sp>
        <p:nvSpPr>
          <p:cNvPr id="19" name="文字方塊 18">
            <a:extLst>
              <a:ext uri="{FF2B5EF4-FFF2-40B4-BE49-F238E27FC236}">
                <a16:creationId xmlns:a16="http://schemas.microsoft.com/office/drawing/2014/main" id="{74B93EE6-3DB2-F8CC-7FB0-DFF4CE7FBADF}"/>
              </a:ext>
            </a:extLst>
          </p:cNvPr>
          <p:cNvSpPr txBox="1"/>
          <p:nvPr/>
        </p:nvSpPr>
        <p:spPr>
          <a:xfrm>
            <a:off x="2943497" y="2031224"/>
            <a:ext cx="703580" cy="400110"/>
          </a:xfrm>
          <a:prstGeom prst="rect">
            <a:avLst/>
          </a:prstGeom>
          <a:noFill/>
        </p:spPr>
        <p:txBody>
          <a:bodyPr wrap="square">
            <a:spAutoFit/>
          </a:bodyPr>
          <a:lstStyle/>
          <a:p>
            <a:r>
              <a:rPr lang="zh-HK" altLang="zh-HK" sz="2000" b="1" dirty="0">
                <a:latin typeface="DengXian" panose="02010600030101010101" pitchFamily="2" charset="-122"/>
                <a:ea typeface="DengXian" panose="02010600030101010101" pitchFamily="2" charset="-122"/>
              </a:rPr>
              <a:t>應用</a:t>
            </a:r>
            <a:r>
              <a:rPr lang="en-US" altLang="zh-HK" sz="2000" b="1" dirty="0">
                <a:latin typeface="DengXian" panose="02010600030101010101" pitchFamily="2" charset="-122"/>
                <a:ea typeface="DengXian" panose="02010600030101010101" pitchFamily="2" charset="-122"/>
              </a:rPr>
              <a:t>:</a:t>
            </a:r>
            <a:endParaRPr lang="zh-HK" altLang="en-US" dirty="0">
              <a:latin typeface="DengXian" panose="02010600030101010101" pitchFamily="2" charset="-122"/>
              <a:ea typeface="DengXian" panose="02010600030101010101" pitchFamily="2" charset="-122"/>
            </a:endParaRPr>
          </a:p>
        </p:txBody>
      </p:sp>
      <p:sp>
        <p:nvSpPr>
          <p:cNvPr id="23" name="文字方塊 22">
            <a:extLst>
              <a:ext uri="{FF2B5EF4-FFF2-40B4-BE49-F238E27FC236}">
                <a16:creationId xmlns:a16="http://schemas.microsoft.com/office/drawing/2014/main" id="{B26CE0CF-F132-1326-E671-B874B38BB311}"/>
              </a:ext>
            </a:extLst>
          </p:cNvPr>
          <p:cNvSpPr txBox="1"/>
          <p:nvPr/>
        </p:nvSpPr>
        <p:spPr>
          <a:xfrm>
            <a:off x="6855207" y="2045376"/>
            <a:ext cx="2047240" cy="400110"/>
          </a:xfrm>
          <a:prstGeom prst="rect">
            <a:avLst/>
          </a:prstGeom>
          <a:noFill/>
        </p:spPr>
        <p:txBody>
          <a:bodyPr wrap="square">
            <a:spAutoFit/>
          </a:bodyPr>
          <a:lstStyle/>
          <a:p>
            <a:pPr algn="ctr">
              <a:buNone/>
            </a:pPr>
            <a:r>
              <a:rPr lang="zh-HK" altLang="zh-HK" sz="2000" b="1" dirty="0">
                <a:solidFill>
                  <a:srgbClr val="FFCE2B"/>
                </a:solidFill>
                <a:latin typeface="DengXian" panose="02010600030101010101" pitchFamily="2" charset="-122"/>
                <a:ea typeface="DengXian" panose="02010600030101010101" pitchFamily="2" charset="-122"/>
              </a:rPr>
              <a:t>訊息及附件</a:t>
            </a:r>
          </a:p>
        </p:txBody>
      </p:sp>
      <p:sp>
        <p:nvSpPr>
          <p:cNvPr id="25" name="文字方塊 24">
            <a:extLst>
              <a:ext uri="{FF2B5EF4-FFF2-40B4-BE49-F238E27FC236}">
                <a16:creationId xmlns:a16="http://schemas.microsoft.com/office/drawing/2014/main" id="{731DAF67-EBC7-AF4D-AAFC-DB5C9DEB6339}"/>
              </a:ext>
            </a:extLst>
          </p:cNvPr>
          <p:cNvSpPr txBox="1"/>
          <p:nvPr/>
        </p:nvSpPr>
        <p:spPr>
          <a:xfrm>
            <a:off x="8722966" y="2031224"/>
            <a:ext cx="1468120" cy="400110"/>
          </a:xfrm>
          <a:prstGeom prst="rect">
            <a:avLst/>
          </a:prstGeom>
          <a:noFill/>
        </p:spPr>
        <p:txBody>
          <a:bodyPr wrap="square">
            <a:spAutoFit/>
          </a:bodyPr>
          <a:lstStyle/>
          <a:p>
            <a:pPr algn="ctr"/>
            <a:r>
              <a:rPr lang="zh-HK" altLang="zh-HK" sz="2000" b="1" dirty="0">
                <a:solidFill>
                  <a:srgbClr val="FFCE2B"/>
                </a:solidFill>
                <a:latin typeface="DengXian" panose="02010600030101010101" pitchFamily="2" charset="-122"/>
                <a:ea typeface="DengXian" panose="02010600030101010101" pitchFamily="2" charset="-122"/>
              </a:rPr>
              <a:t>影片及音樂</a:t>
            </a:r>
            <a:endParaRPr lang="zh-HK" altLang="en-US" b="1" dirty="0">
              <a:solidFill>
                <a:srgbClr val="FFCE2B"/>
              </a:solidFill>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18976500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075793A-126B-C44E-BAFD-5E1AE069A411}"/>
              </a:ext>
            </a:extLst>
          </p:cNvPr>
          <p:cNvSpPr>
            <a:spLocks noGrp="1"/>
          </p:cNvSpPr>
          <p:nvPr>
            <p:ph type="title"/>
          </p:nvPr>
        </p:nvSpPr>
        <p:spPr/>
        <p:txBody>
          <a:bodyPr/>
          <a:lstStyle/>
          <a:p>
            <a:r>
              <a:rPr lang="en-US" b="1" dirty="0" err="1">
                <a:latin typeface="DengXian" panose="02010600030101010101" pitchFamily="2" charset="-122"/>
                <a:ea typeface="DengXian" panose="02010600030101010101" pitchFamily="2" charset="-122"/>
              </a:rPr>
              <a:t>萬維網</a:t>
            </a:r>
            <a:r>
              <a:rPr lang="zh-CN" altLang="en-US" b="1" dirty="0">
                <a:latin typeface="DengXian" panose="02010600030101010101" pitchFamily="2" charset="-122"/>
                <a:ea typeface="DengXian" panose="02010600030101010101" pitchFamily="2" charset="-122"/>
              </a:rPr>
              <a:t> </a:t>
            </a:r>
            <a:r>
              <a:rPr lang="en-US" b="1" dirty="0">
                <a:latin typeface="DengXian" panose="02010600030101010101" pitchFamily="2" charset="-122"/>
                <a:ea typeface="DengXian" panose="02010600030101010101" pitchFamily="2" charset="-122"/>
              </a:rPr>
              <a:t>World Wide Web</a:t>
            </a:r>
          </a:p>
        </p:txBody>
      </p:sp>
      <p:sp>
        <p:nvSpPr>
          <p:cNvPr id="6" name="Content Placeholder 5">
            <a:extLst>
              <a:ext uri="{FF2B5EF4-FFF2-40B4-BE49-F238E27FC236}">
                <a16:creationId xmlns:a16="http://schemas.microsoft.com/office/drawing/2014/main" id="{3C72725A-7E19-0740-BAE7-F6FF910049C2}"/>
              </a:ext>
            </a:extLst>
          </p:cNvPr>
          <p:cNvSpPr>
            <a:spLocks noGrp="1"/>
          </p:cNvSpPr>
          <p:nvPr>
            <p:ph idx="1"/>
          </p:nvPr>
        </p:nvSpPr>
        <p:spPr>
          <a:xfrm>
            <a:off x="1371600" y="2286000"/>
            <a:ext cx="9784080" cy="3581400"/>
          </a:xfrm>
        </p:spPr>
        <p:txBody>
          <a:bodyPr>
            <a:noAutofit/>
          </a:bodyPr>
          <a:lstStyle/>
          <a:p>
            <a:pPr>
              <a:lnSpc>
                <a:spcPct val="110000"/>
              </a:lnSpc>
            </a:pPr>
            <a:r>
              <a:rPr lang="zh-TW" altLang="en-US" sz="2400" dirty="0">
                <a:latin typeface="DengXian" panose="02010600030101010101" pitchFamily="2" charset="-122"/>
                <a:ea typeface="DengXian" panose="02010600030101010101" pitchFamily="2" charset="-122"/>
              </a:rPr>
              <a:t>用戶使用稱為 </a:t>
            </a:r>
            <a:r>
              <a:rPr lang="en-US" sz="2400" dirty="0">
                <a:latin typeface="DengXian" panose="02010600030101010101" pitchFamily="2" charset="-122"/>
                <a:ea typeface="DengXian" panose="02010600030101010101" pitchFamily="2" charset="-122"/>
              </a:rPr>
              <a:t>Web </a:t>
            </a:r>
            <a:r>
              <a:rPr lang="zh-TW" altLang="en-US" sz="2400" b="1" u="sng" dirty="0">
                <a:solidFill>
                  <a:schemeClr val="accent1"/>
                </a:solidFill>
                <a:latin typeface="DengXian" panose="02010600030101010101" pitchFamily="2" charset="-122"/>
                <a:ea typeface="DengXian" panose="02010600030101010101" pitchFamily="2" charset="-122"/>
              </a:rPr>
              <a:t>瀏覽器軟件</a:t>
            </a:r>
            <a:r>
              <a:rPr lang="zh-TW" altLang="en-US" sz="2400" dirty="0">
                <a:latin typeface="DengXian" panose="02010600030101010101" pitchFamily="2" charset="-122"/>
                <a:ea typeface="DengXian" panose="02010600030101010101" pitchFamily="2" charset="-122"/>
              </a:rPr>
              <a:t>應用程序</a:t>
            </a:r>
            <a:r>
              <a:rPr lang="zh-CN" altLang="en-US" sz="2400" dirty="0">
                <a:latin typeface="DengXian" panose="02010600030101010101" pitchFamily="2" charset="-122"/>
                <a:ea typeface="DengXian" panose="02010600030101010101" pitchFamily="2" charset="-122"/>
              </a:rPr>
              <a:t>（</a:t>
            </a:r>
            <a:r>
              <a:rPr lang="en-US" altLang="zh-CN" sz="2400" dirty="0">
                <a:latin typeface="DengXian" panose="02010600030101010101" pitchFamily="2" charset="-122"/>
                <a:ea typeface="DengXian" panose="02010600030101010101" pitchFamily="2" charset="-122"/>
              </a:rPr>
              <a:t>browser</a:t>
            </a:r>
            <a:r>
              <a:rPr lang="zh-CN" altLang="en-US" sz="2400" dirty="0">
                <a:latin typeface="DengXian" panose="02010600030101010101" pitchFamily="2" charset="-122"/>
                <a:ea typeface="DengXian" panose="02010600030101010101" pitchFamily="2" charset="-122"/>
              </a:rPr>
              <a:t>）</a:t>
            </a:r>
            <a:r>
              <a:rPr lang="zh-TW" altLang="en-US" sz="2400" dirty="0">
                <a:latin typeface="DengXian" panose="02010600030101010101" pitchFamily="2" charset="-122"/>
                <a:ea typeface="DengXian" panose="02010600030101010101" pitchFamily="2" charset="-122"/>
              </a:rPr>
              <a:t>查看網頁</a:t>
            </a:r>
          </a:p>
          <a:p>
            <a:pPr>
              <a:lnSpc>
                <a:spcPct val="110000"/>
              </a:lnSpc>
            </a:pPr>
            <a:r>
              <a:rPr lang="zh-TW" altLang="en-US" sz="2400" dirty="0">
                <a:latin typeface="DengXian" panose="02010600030101010101" pitchFamily="2" charset="-122"/>
                <a:ea typeface="DengXian" panose="02010600030101010101" pitchFamily="2" charset="-122"/>
              </a:rPr>
              <a:t>用戶</a:t>
            </a:r>
            <a:r>
              <a:rPr lang="ja-JP" altLang="en-US" sz="2400" b="0" i="0" dirty="0">
                <a:solidFill>
                  <a:srgbClr val="000000"/>
                </a:solidFill>
                <a:effectLst/>
                <a:latin typeface="DengXian" panose="02010600030101010101" pitchFamily="2" charset="-122"/>
                <a:ea typeface="DengXian" panose="02010600030101010101" pitchFamily="2" charset="-122"/>
              </a:rPr>
              <a:t>點擊</a:t>
            </a:r>
            <a:r>
              <a:rPr lang="en-US" altLang="zh-TW" sz="2400" b="1" u="sng" dirty="0">
                <a:solidFill>
                  <a:schemeClr val="accent1"/>
                </a:solidFill>
                <a:latin typeface="DengXian" panose="02010600030101010101" pitchFamily="2" charset="-122"/>
                <a:ea typeface="DengXian" panose="02010600030101010101" pitchFamily="2" charset="-122"/>
              </a:rPr>
              <a:t>Hyperlink</a:t>
            </a:r>
            <a:r>
              <a:rPr lang="en-HK" altLang="zh-TW" sz="2400" dirty="0">
                <a:latin typeface="DengXian" panose="02010600030101010101" pitchFamily="2" charset="-122"/>
                <a:ea typeface="DengXian" panose="02010600030101010101" pitchFamily="2" charset="-122"/>
              </a:rPr>
              <a:t>, </a:t>
            </a:r>
            <a:r>
              <a:rPr lang="zh-TW" altLang="en-US" sz="2400" dirty="0">
                <a:latin typeface="DengXian" panose="02010600030101010101" pitchFamily="2" charset="-122"/>
                <a:ea typeface="DengXian" panose="02010600030101010101" pitchFamily="2" charset="-122"/>
              </a:rPr>
              <a:t>通過 </a:t>
            </a:r>
            <a:r>
              <a:rPr lang="en-US" sz="2400" dirty="0">
                <a:latin typeface="DengXian" panose="02010600030101010101" pitchFamily="2" charset="-122"/>
                <a:ea typeface="DengXian" panose="02010600030101010101" pitchFamily="2" charset="-122"/>
              </a:rPr>
              <a:t>Internet</a:t>
            </a:r>
            <a:r>
              <a:rPr lang="zh-TW" altLang="en-US" sz="2400" dirty="0">
                <a:latin typeface="DengXian" panose="02010600030101010101" pitchFamily="2" charset="-122"/>
                <a:ea typeface="DengXian" panose="02010600030101010101" pitchFamily="2" charset="-122"/>
              </a:rPr>
              <a:t>到達想探訪的網頁</a:t>
            </a:r>
            <a:endParaRPr lang="en-US" altLang="zh-TW" sz="2400" dirty="0">
              <a:latin typeface="DengXian" panose="02010600030101010101" pitchFamily="2" charset="-122"/>
              <a:ea typeface="DengXian" panose="02010600030101010101" pitchFamily="2" charset="-122"/>
            </a:endParaRPr>
          </a:p>
          <a:p>
            <a:pPr marL="0" indent="0">
              <a:lnSpc>
                <a:spcPct val="110000"/>
              </a:lnSpc>
              <a:buNone/>
            </a:pPr>
            <a:r>
              <a:rPr lang="en-US" altLang="zh-TW" sz="2400" dirty="0">
                <a:latin typeface="DengXian" panose="02010600030101010101" pitchFamily="2" charset="-122"/>
                <a:ea typeface="DengXian" panose="02010600030101010101" pitchFamily="2" charset="-122"/>
              </a:rPr>
              <a:t>	          </a:t>
            </a:r>
            <a:r>
              <a:rPr lang="zh-TW" altLang="en-US" sz="2400" b="1" dirty="0">
                <a:solidFill>
                  <a:schemeClr val="accent1"/>
                </a:solidFill>
                <a:latin typeface="DengXian" panose="02010600030101010101" pitchFamily="2" charset="-122"/>
                <a:ea typeface="DengXian" panose="02010600030101010101" pitchFamily="2" charset="-122"/>
              </a:rPr>
              <a:t>超鏈接</a:t>
            </a:r>
            <a:endParaRPr lang="en-US" altLang="zh-TW" sz="2400" b="1" dirty="0">
              <a:solidFill>
                <a:schemeClr val="accent1"/>
              </a:solidFill>
              <a:latin typeface="DengXian" panose="02010600030101010101" pitchFamily="2" charset="-122"/>
              <a:ea typeface="DengXian" panose="02010600030101010101" pitchFamily="2" charset="-122"/>
            </a:endParaRPr>
          </a:p>
          <a:p>
            <a:pPr>
              <a:lnSpc>
                <a:spcPct val="110000"/>
              </a:lnSpc>
            </a:pPr>
            <a:r>
              <a:rPr lang="en-US" sz="2400" dirty="0">
                <a:latin typeface="DengXian" panose="02010600030101010101" pitchFamily="2" charset="-122"/>
                <a:ea typeface="DengXian" panose="02010600030101010101" pitchFamily="2" charset="-122"/>
              </a:rPr>
              <a:t>Web</a:t>
            </a:r>
            <a:r>
              <a:rPr lang="zh-TW" altLang="en-US" sz="2400" dirty="0">
                <a:latin typeface="DengXian" panose="02010600030101010101" pitchFamily="2" charset="-122"/>
                <a:ea typeface="DengXian" panose="02010600030101010101" pitchFamily="2" charset="-122"/>
              </a:rPr>
              <a:t>網頁的文檔通過 </a:t>
            </a:r>
            <a:r>
              <a:rPr lang="en-US" altLang="zh-CN" sz="2400" b="1" u="sng" dirty="0">
                <a:solidFill>
                  <a:schemeClr val="accent6"/>
                </a:solidFill>
                <a:latin typeface="DengXian" panose="02010600030101010101" pitchFamily="2" charset="-122"/>
                <a:ea typeface="DengXian" panose="02010600030101010101" pitchFamily="2" charset="-122"/>
              </a:rPr>
              <a:t>H</a:t>
            </a:r>
            <a:r>
              <a:rPr lang="en-US" altLang="zh-CN" sz="2400" u="sng" dirty="0">
                <a:solidFill>
                  <a:schemeClr val="accent1"/>
                </a:solidFill>
                <a:latin typeface="DengXian" panose="02010600030101010101" pitchFamily="2" charset="-122"/>
                <a:ea typeface="DengXian" panose="02010600030101010101" pitchFamily="2" charset="-122"/>
              </a:rPr>
              <a:t>yper </a:t>
            </a:r>
            <a:r>
              <a:rPr lang="en-US" altLang="zh-CN" sz="2400" b="1" u="sng" dirty="0">
                <a:solidFill>
                  <a:schemeClr val="accent6"/>
                </a:solidFill>
                <a:latin typeface="DengXian" panose="02010600030101010101" pitchFamily="2" charset="-122"/>
                <a:ea typeface="DengXian" panose="02010600030101010101" pitchFamily="2" charset="-122"/>
              </a:rPr>
              <a:t>T</a:t>
            </a:r>
            <a:r>
              <a:rPr lang="en-US" altLang="zh-CN" sz="2400" u="sng" dirty="0">
                <a:solidFill>
                  <a:schemeClr val="accent1"/>
                </a:solidFill>
                <a:latin typeface="DengXian" panose="02010600030101010101" pitchFamily="2" charset="-122"/>
                <a:ea typeface="DengXian" panose="02010600030101010101" pitchFamily="2" charset="-122"/>
              </a:rPr>
              <a:t>ext </a:t>
            </a:r>
            <a:r>
              <a:rPr lang="en-US" altLang="zh-CN" sz="2400" b="1" u="sng" dirty="0">
                <a:solidFill>
                  <a:schemeClr val="accent6"/>
                </a:solidFill>
                <a:latin typeface="DengXian" panose="02010600030101010101" pitchFamily="2" charset="-122"/>
                <a:ea typeface="DengXian" panose="02010600030101010101" pitchFamily="2" charset="-122"/>
              </a:rPr>
              <a:t>T</a:t>
            </a:r>
            <a:r>
              <a:rPr lang="en-US" altLang="zh-CN" sz="2400" u="sng" dirty="0">
                <a:solidFill>
                  <a:schemeClr val="accent1"/>
                </a:solidFill>
                <a:latin typeface="DengXian" panose="02010600030101010101" pitchFamily="2" charset="-122"/>
                <a:ea typeface="DengXian" panose="02010600030101010101" pitchFamily="2" charset="-122"/>
              </a:rPr>
              <a:t>ransfer </a:t>
            </a:r>
            <a:r>
              <a:rPr lang="en-US" altLang="zh-CN" sz="2400" b="1" u="sng" dirty="0">
                <a:solidFill>
                  <a:schemeClr val="accent6"/>
                </a:solidFill>
                <a:latin typeface="DengXian" panose="02010600030101010101" pitchFamily="2" charset="-122"/>
                <a:ea typeface="DengXian" panose="02010600030101010101" pitchFamily="2" charset="-122"/>
              </a:rPr>
              <a:t>P</a:t>
            </a:r>
            <a:r>
              <a:rPr lang="en-US" altLang="zh-CN" sz="2400" u="sng" dirty="0">
                <a:solidFill>
                  <a:schemeClr val="accent1"/>
                </a:solidFill>
                <a:latin typeface="DengXian" panose="02010600030101010101" pitchFamily="2" charset="-122"/>
                <a:ea typeface="DengXian" panose="02010600030101010101" pitchFamily="2" charset="-122"/>
              </a:rPr>
              <a:t>rotocol </a:t>
            </a:r>
            <a:r>
              <a:rPr lang="en-US" altLang="zh-TW" sz="2400" b="1" u="sng" dirty="0">
                <a:solidFill>
                  <a:schemeClr val="accent1"/>
                </a:solidFill>
                <a:latin typeface="DengXian" panose="02010600030101010101" pitchFamily="2" charset="-122"/>
                <a:ea typeface="DengXian" panose="02010600030101010101" pitchFamily="2" charset="-122"/>
              </a:rPr>
              <a:t>(</a:t>
            </a:r>
            <a:r>
              <a:rPr lang="en-US" sz="2400" b="1" u="sng" dirty="0">
                <a:solidFill>
                  <a:schemeClr val="accent6"/>
                </a:solidFill>
                <a:latin typeface="DengXian" panose="02010600030101010101" pitchFamily="2" charset="-122"/>
                <a:ea typeface="DengXian" panose="02010600030101010101" pitchFamily="2" charset="-122"/>
              </a:rPr>
              <a:t>HTTP</a:t>
            </a:r>
            <a:r>
              <a:rPr lang="en-US" sz="2400" dirty="0">
                <a:latin typeface="DengXian" panose="02010600030101010101" pitchFamily="2" charset="-122"/>
                <a:ea typeface="DengXian" panose="02010600030101010101" pitchFamily="2" charset="-122"/>
              </a:rPr>
              <a:t>)  </a:t>
            </a:r>
            <a:r>
              <a:rPr lang="zh-TW" altLang="en-US" sz="2400" dirty="0">
                <a:latin typeface="DengXian" panose="02010600030101010101" pitchFamily="2" charset="-122"/>
                <a:ea typeface="DengXian" panose="02010600030101010101" pitchFamily="2" charset="-122"/>
              </a:rPr>
              <a:t>傳輸</a:t>
            </a:r>
            <a:br>
              <a:rPr lang="en-US" altLang="zh-TW" sz="2400" dirty="0">
                <a:latin typeface="DengXian" panose="02010600030101010101" pitchFamily="2" charset="-122"/>
                <a:ea typeface="DengXian" panose="02010600030101010101" pitchFamily="2" charset="-122"/>
              </a:rPr>
            </a:br>
            <a:r>
              <a:rPr lang="en-US" altLang="zh-TW" sz="2400" dirty="0">
                <a:latin typeface="DengXian" panose="02010600030101010101" pitchFamily="2" charset="-122"/>
                <a:ea typeface="DengXian" panose="02010600030101010101" pitchFamily="2" charset="-122"/>
              </a:rPr>
              <a:t>			         </a:t>
            </a:r>
            <a:r>
              <a:rPr lang="zh-TW" altLang="en-US" sz="2400" b="1" dirty="0">
                <a:solidFill>
                  <a:schemeClr val="accent1"/>
                </a:solidFill>
                <a:latin typeface="DengXian" panose="02010600030101010101" pitchFamily="2" charset="-122"/>
                <a:ea typeface="DengXian" panose="02010600030101010101" pitchFamily="2" charset="-122"/>
              </a:rPr>
              <a:t>超    文本   傳輸        協議</a:t>
            </a:r>
            <a:endParaRPr lang="zh-TW" altLang="en-US" sz="2400" dirty="0">
              <a:latin typeface="DengXian" panose="02010600030101010101" pitchFamily="2" charset="-122"/>
              <a:ea typeface="DengXian" panose="02010600030101010101" pitchFamily="2" charset="-122"/>
            </a:endParaRPr>
          </a:p>
          <a:p>
            <a:pPr>
              <a:lnSpc>
                <a:spcPct val="110000"/>
              </a:lnSpc>
            </a:pPr>
            <a:r>
              <a:rPr lang="en-US" sz="2400" b="1" u="sng" dirty="0">
                <a:solidFill>
                  <a:schemeClr val="accent1"/>
                </a:solidFill>
                <a:latin typeface="DengXian" panose="02010600030101010101" pitchFamily="2" charset="-122"/>
                <a:ea typeface="DengXian" panose="02010600030101010101" pitchFamily="2" charset="-122"/>
              </a:rPr>
              <a:t>Web </a:t>
            </a:r>
            <a:r>
              <a:rPr lang="zh-TW" altLang="en-US" sz="2400" b="1" u="sng" dirty="0">
                <a:solidFill>
                  <a:schemeClr val="accent1"/>
                </a:solidFill>
                <a:latin typeface="DengXian" panose="02010600030101010101" pitchFamily="2" charset="-122"/>
                <a:ea typeface="DengXian" panose="02010600030101010101" pitchFamily="2" charset="-122"/>
              </a:rPr>
              <a:t>服務器</a:t>
            </a:r>
            <a:r>
              <a:rPr lang="zh-CN" altLang="en-US" sz="2400" b="1" u="sng" dirty="0">
                <a:solidFill>
                  <a:schemeClr val="accent1"/>
                </a:solidFill>
                <a:latin typeface="DengXian" panose="02010600030101010101" pitchFamily="2" charset="-122"/>
                <a:ea typeface="DengXian" panose="02010600030101010101" pitchFamily="2" charset="-122"/>
              </a:rPr>
              <a:t>（</a:t>
            </a:r>
            <a:r>
              <a:rPr lang="en-US" altLang="zh-CN" sz="2400" b="1" u="sng" dirty="0">
                <a:solidFill>
                  <a:schemeClr val="accent1"/>
                </a:solidFill>
                <a:latin typeface="DengXian" panose="02010600030101010101" pitchFamily="2" charset="-122"/>
                <a:ea typeface="DengXian" panose="02010600030101010101" pitchFamily="2" charset="-122"/>
              </a:rPr>
              <a:t>web</a:t>
            </a:r>
            <a:r>
              <a:rPr lang="zh-CN" altLang="en-US" sz="2400" b="1" u="sng" dirty="0">
                <a:solidFill>
                  <a:schemeClr val="accent1"/>
                </a:solidFill>
                <a:latin typeface="DengXian" panose="02010600030101010101" pitchFamily="2" charset="-122"/>
                <a:ea typeface="DengXian" panose="02010600030101010101" pitchFamily="2" charset="-122"/>
              </a:rPr>
              <a:t> </a:t>
            </a:r>
            <a:r>
              <a:rPr lang="en-US" altLang="zh-CN" sz="2400" b="1" u="sng" dirty="0">
                <a:solidFill>
                  <a:schemeClr val="accent1"/>
                </a:solidFill>
                <a:latin typeface="DengXian" panose="02010600030101010101" pitchFamily="2" charset="-122"/>
                <a:ea typeface="DengXian" panose="02010600030101010101" pitchFamily="2" charset="-122"/>
              </a:rPr>
              <a:t>server</a:t>
            </a:r>
            <a:r>
              <a:rPr lang="zh-CN" altLang="en-US" sz="2400" dirty="0">
                <a:latin typeface="DengXian" panose="02010600030101010101" pitchFamily="2" charset="-122"/>
                <a:ea typeface="DengXian" panose="02010600030101010101" pitchFamily="2" charset="-122"/>
              </a:rPr>
              <a:t>）</a:t>
            </a:r>
            <a:r>
              <a:rPr lang="zh-TW" altLang="en-US" sz="2400" b="0" i="0" dirty="0">
                <a:solidFill>
                  <a:srgbClr val="000000"/>
                </a:solidFill>
                <a:effectLst/>
                <a:latin typeface="DengXian" panose="02010600030101010101" pitchFamily="2" charset="-122"/>
                <a:ea typeface="DengXian" panose="02010600030101010101" pitchFamily="2" charset="-122"/>
              </a:rPr>
              <a:t> 網頁實際存放在</a:t>
            </a:r>
            <a:r>
              <a:rPr lang="en-US" altLang="zh-TW" sz="2400" b="0" i="0" dirty="0">
                <a:solidFill>
                  <a:srgbClr val="000000"/>
                </a:solidFill>
                <a:effectLst/>
                <a:latin typeface="DengXian" panose="02010600030101010101" pitchFamily="2" charset="-122"/>
                <a:ea typeface="DengXian" panose="02010600030101010101" pitchFamily="2" charset="-122"/>
              </a:rPr>
              <a:t>Web</a:t>
            </a:r>
            <a:r>
              <a:rPr lang="zh-TW" altLang="en-US" sz="2400" b="0" i="0" dirty="0">
                <a:solidFill>
                  <a:srgbClr val="000000"/>
                </a:solidFill>
                <a:effectLst/>
                <a:latin typeface="DengXian" panose="02010600030101010101" pitchFamily="2" charset="-122"/>
                <a:ea typeface="DengXian" panose="02010600030101010101" pitchFamily="2" charset="-122"/>
              </a:rPr>
              <a:t>服務器上，這些服務器透過</a:t>
            </a:r>
            <a:r>
              <a:rPr lang="en-US" sz="2400" dirty="0">
                <a:latin typeface="DengXian" panose="02010600030101010101" pitchFamily="2" charset="-122"/>
                <a:ea typeface="DengXian" panose="02010600030101010101" pitchFamily="2" charset="-122"/>
              </a:rPr>
              <a:t>Internet</a:t>
            </a:r>
            <a:r>
              <a:rPr lang="zh-TW" altLang="en-US" sz="2400" b="0" i="0" dirty="0">
                <a:solidFill>
                  <a:srgbClr val="000000"/>
                </a:solidFill>
                <a:effectLst/>
                <a:latin typeface="DengXian" panose="02010600030101010101" pitchFamily="2" charset="-122"/>
                <a:ea typeface="DengXian" panose="02010600030101010101" pitchFamily="2" charset="-122"/>
              </a:rPr>
              <a:t>對</a:t>
            </a:r>
            <a:r>
              <a:rPr lang="zh-TW" altLang="en-US" sz="2400" dirty="0">
                <a:latin typeface="DengXian" panose="02010600030101010101" pitchFamily="2" charset="-122"/>
                <a:ea typeface="DengXian" panose="02010600030101010101" pitchFamily="2" charset="-122"/>
              </a:rPr>
              <a:t>用戶</a:t>
            </a:r>
            <a:r>
              <a:rPr lang="zh-TW" altLang="en-US" sz="2400" b="0" i="0" dirty="0">
                <a:solidFill>
                  <a:srgbClr val="000000"/>
                </a:solidFill>
                <a:effectLst/>
                <a:latin typeface="DengXian" panose="02010600030101010101" pitchFamily="2" charset="-122"/>
                <a:ea typeface="DengXian" panose="02010600030101010101" pitchFamily="2" charset="-122"/>
              </a:rPr>
              <a:t>提供網頁。</a:t>
            </a:r>
            <a:endParaRPr lang="en-US" sz="2400" dirty="0">
              <a:latin typeface="DengXian" panose="02010600030101010101" pitchFamily="2" charset="-122"/>
              <a:ea typeface="DengXian" panose="02010600030101010101" pitchFamily="2" charset="-122"/>
            </a:endParaRPr>
          </a:p>
        </p:txBody>
      </p:sp>
      <p:sp>
        <p:nvSpPr>
          <p:cNvPr id="4" name="Slide Number Placeholder 3">
            <a:extLst>
              <a:ext uri="{FF2B5EF4-FFF2-40B4-BE49-F238E27FC236}">
                <a16:creationId xmlns:a16="http://schemas.microsoft.com/office/drawing/2014/main" id="{45AB4E95-4BD9-0145-98F5-BCA2DA08AF53}"/>
              </a:ext>
            </a:extLst>
          </p:cNvPr>
          <p:cNvSpPr>
            <a:spLocks noGrp="1"/>
          </p:cNvSpPr>
          <p:nvPr>
            <p:ph type="sldNum" sz="quarter" idx="12"/>
          </p:nvPr>
        </p:nvSpPr>
        <p:spPr/>
        <p:txBody>
          <a:bodyPr/>
          <a:lstStyle/>
          <a:p>
            <a:fld id="{14B07A3D-2F58-EF4D-A265-F014B879E6ED}" type="slidenum">
              <a:rPr lang="en-US" smtClean="0">
                <a:latin typeface="DengXian" panose="02010600030101010101" pitchFamily="2" charset="-122"/>
                <a:ea typeface="DengXian" panose="02010600030101010101" pitchFamily="2" charset="-122"/>
              </a:rPr>
              <a:pPr/>
              <a:t>27</a:t>
            </a:fld>
            <a:endParaRPr lang="en-US">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3074698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CFC506-5FA2-1D97-CFCB-0EDE81982ED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25B1000-A3AD-C762-F6D5-49B0DFC1206D}"/>
              </a:ext>
            </a:extLst>
          </p:cNvPr>
          <p:cNvSpPr>
            <a:spLocks noGrp="1"/>
          </p:cNvSpPr>
          <p:nvPr>
            <p:ph type="title"/>
          </p:nvPr>
        </p:nvSpPr>
        <p:spPr/>
        <p:txBody>
          <a:bodyPr/>
          <a:lstStyle/>
          <a:p>
            <a:r>
              <a:rPr lang="en-US" b="1" dirty="0" err="1">
                <a:latin typeface="DengXian" panose="02010600030101010101" pitchFamily="2" charset="-122"/>
                <a:ea typeface="DengXian" panose="02010600030101010101" pitchFamily="2" charset="-122"/>
              </a:rPr>
              <a:t>萬維網</a:t>
            </a:r>
            <a:r>
              <a:rPr lang="zh-CN" altLang="en-US" b="1" dirty="0">
                <a:latin typeface="DengXian" panose="02010600030101010101" pitchFamily="2" charset="-122"/>
                <a:ea typeface="DengXian" panose="02010600030101010101" pitchFamily="2" charset="-122"/>
              </a:rPr>
              <a:t> </a:t>
            </a:r>
            <a:r>
              <a:rPr lang="en-US" b="1" dirty="0">
                <a:latin typeface="DengXian" panose="02010600030101010101" pitchFamily="2" charset="-122"/>
                <a:ea typeface="DengXian" panose="02010600030101010101" pitchFamily="2" charset="-122"/>
              </a:rPr>
              <a:t>World Wide Web</a:t>
            </a:r>
          </a:p>
        </p:txBody>
      </p:sp>
      <p:sp>
        <p:nvSpPr>
          <p:cNvPr id="6" name="Content Placeholder 5">
            <a:extLst>
              <a:ext uri="{FF2B5EF4-FFF2-40B4-BE49-F238E27FC236}">
                <a16:creationId xmlns:a16="http://schemas.microsoft.com/office/drawing/2014/main" id="{467FBFC1-0F95-6B95-B9A4-FA3D943280B2}"/>
              </a:ext>
            </a:extLst>
          </p:cNvPr>
          <p:cNvSpPr>
            <a:spLocks noGrp="1"/>
          </p:cNvSpPr>
          <p:nvPr>
            <p:ph idx="1"/>
          </p:nvPr>
        </p:nvSpPr>
        <p:spPr>
          <a:xfrm>
            <a:off x="1371600" y="2286000"/>
            <a:ext cx="9829800" cy="3581400"/>
          </a:xfrm>
        </p:spPr>
        <p:txBody>
          <a:bodyPr>
            <a:noAutofit/>
          </a:bodyPr>
          <a:lstStyle/>
          <a:p>
            <a:pPr>
              <a:lnSpc>
                <a:spcPct val="110000"/>
              </a:lnSpc>
            </a:pPr>
            <a:r>
              <a:rPr lang="zh-TW" altLang="en-US" sz="2400" dirty="0">
                <a:latin typeface="DengXian" panose="02010600030101010101" pitchFamily="2" charset="-122"/>
                <a:ea typeface="DengXian" panose="02010600030101010101" pitchFamily="2" charset="-122"/>
              </a:rPr>
              <a:t>用戶使用</a:t>
            </a:r>
            <a:r>
              <a:rPr lang="zh-TW" altLang="en-US" sz="2400" b="1" u="sng" dirty="0">
                <a:solidFill>
                  <a:schemeClr val="accent1"/>
                </a:solidFill>
                <a:latin typeface="DengXian" panose="02010600030101010101" pitchFamily="2" charset="-122"/>
                <a:ea typeface="DengXian" panose="02010600030101010101" pitchFamily="2" charset="-122"/>
              </a:rPr>
              <a:t>網頁瀏覽器軟件</a:t>
            </a:r>
            <a:r>
              <a:rPr lang="zh-TW" altLang="en-US" sz="2400" dirty="0">
                <a:latin typeface="DengXian" panose="02010600030101010101" pitchFamily="2" charset="-122"/>
                <a:ea typeface="DengXian" panose="02010600030101010101" pitchFamily="2" charset="-122"/>
              </a:rPr>
              <a:t>來查看網頁</a:t>
            </a:r>
            <a:endParaRPr lang="en-US" altLang="zh-TW" sz="2400" dirty="0">
              <a:latin typeface="DengXian" panose="02010600030101010101" pitchFamily="2" charset="-122"/>
              <a:ea typeface="DengXian" panose="02010600030101010101" pitchFamily="2" charset="-122"/>
            </a:endParaRPr>
          </a:p>
          <a:p>
            <a:pPr>
              <a:lnSpc>
                <a:spcPct val="110000"/>
              </a:lnSpc>
            </a:pPr>
            <a:r>
              <a:rPr lang="zh-HK" altLang="en-US" sz="2400" dirty="0">
                <a:latin typeface="DengXian" panose="02010600030101010101" pitchFamily="2" charset="-122"/>
                <a:ea typeface="DengXian" panose="02010600030101010101" pitchFamily="2" charset="-122"/>
              </a:rPr>
              <a:t>並以</a:t>
            </a:r>
            <a:r>
              <a:rPr lang="zh-HK" altLang="en-US" sz="2400" b="1" dirty="0">
                <a:latin typeface="DengXian" panose="02010600030101010101" pitchFamily="2" charset="-122"/>
                <a:ea typeface="DengXian" panose="02010600030101010101" pitchFamily="2" charset="-122"/>
              </a:rPr>
              <a:t>統一資源定位器</a:t>
            </a:r>
            <a:r>
              <a:rPr lang="zh-HK" altLang="en-US" sz="2400" dirty="0">
                <a:latin typeface="DengXian" panose="02010600030101010101" pitchFamily="2" charset="-122"/>
                <a:ea typeface="DengXian" panose="02010600030101010101" pitchFamily="2" charset="-122"/>
              </a:rPr>
              <a:t>（</a:t>
            </a:r>
            <a:r>
              <a:rPr lang="en-US" altLang="zh-TW" sz="2400" dirty="0">
                <a:latin typeface="DengXian" panose="02010600030101010101" pitchFamily="2" charset="-122"/>
                <a:ea typeface="DengXian" panose="02010600030101010101" pitchFamily="2" charset="-122"/>
              </a:rPr>
              <a:t>URL</a:t>
            </a:r>
            <a:r>
              <a:rPr lang="zh-TW" altLang="en-US" sz="2400" dirty="0">
                <a:latin typeface="DengXian" panose="02010600030101010101" pitchFamily="2" charset="-122"/>
                <a:ea typeface="DengXian" panose="02010600030101010101" pitchFamily="2" charset="-122"/>
              </a:rPr>
              <a:t>）</a:t>
            </a:r>
            <a:r>
              <a:rPr lang="zh-HK" altLang="en-US" sz="2400" dirty="0">
                <a:latin typeface="DengXian" panose="02010600030101010101" pitchFamily="2" charset="-122"/>
                <a:ea typeface="DengXian" panose="02010600030101010101" pitchFamily="2" charset="-122"/>
              </a:rPr>
              <a:t>標識</a:t>
            </a:r>
            <a:r>
              <a:rPr lang="zh-TW" altLang="en-US" sz="2400" dirty="0">
                <a:latin typeface="DengXian" panose="02010600030101010101" pitchFamily="2" charset="-122"/>
                <a:ea typeface="DengXian" panose="02010600030101010101" pitchFamily="2" charset="-122"/>
              </a:rPr>
              <a:t>；</a:t>
            </a:r>
            <a:r>
              <a:rPr lang="zh-HK" altLang="en-US" sz="2400" dirty="0">
                <a:latin typeface="DengXian" panose="02010600030101010101" pitchFamily="2" charset="-122"/>
                <a:ea typeface="DengXian" panose="02010600030101010101" pitchFamily="2" charset="-122"/>
              </a:rPr>
              <a:t>例如：</a:t>
            </a:r>
            <a:r>
              <a:rPr lang="en-US" altLang="zh-TW" sz="2400" dirty="0">
                <a:latin typeface="DengXian" panose="02010600030101010101" pitchFamily="2" charset="-122"/>
                <a:ea typeface="DengXian" panose="02010600030101010101" pitchFamily="2" charset="-122"/>
              </a:rPr>
              <a:t>https://www.google.com/</a:t>
            </a:r>
          </a:p>
          <a:p>
            <a:pPr>
              <a:lnSpc>
                <a:spcPct val="110000"/>
              </a:lnSpc>
            </a:pPr>
            <a:r>
              <a:rPr lang="zh-TW" altLang="en-US" sz="2400" dirty="0">
                <a:latin typeface="DengXian" panose="02010600030101010101" pitchFamily="2" charset="-122"/>
                <a:ea typeface="DengXian" panose="02010600030101010101" pitchFamily="2" charset="-122"/>
              </a:rPr>
              <a:t>網頁的文檔通過 </a:t>
            </a:r>
            <a:r>
              <a:rPr lang="en-US" altLang="zh-CN" sz="2400" b="1" u="sng" dirty="0">
                <a:solidFill>
                  <a:schemeClr val="accent6"/>
                </a:solidFill>
                <a:latin typeface="DengXian" panose="02010600030101010101" pitchFamily="2" charset="-122"/>
                <a:ea typeface="DengXian" panose="02010600030101010101" pitchFamily="2" charset="-122"/>
              </a:rPr>
              <a:t>H</a:t>
            </a:r>
            <a:r>
              <a:rPr lang="en-US" altLang="zh-CN" sz="2400" u="sng" dirty="0">
                <a:solidFill>
                  <a:schemeClr val="accent1"/>
                </a:solidFill>
                <a:latin typeface="DengXian" panose="02010600030101010101" pitchFamily="2" charset="-122"/>
                <a:ea typeface="DengXian" panose="02010600030101010101" pitchFamily="2" charset="-122"/>
              </a:rPr>
              <a:t>yper </a:t>
            </a:r>
            <a:r>
              <a:rPr lang="en-US" altLang="zh-CN" sz="2400" b="1" u="sng" dirty="0">
                <a:solidFill>
                  <a:schemeClr val="accent6"/>
                </a:solidFill>
                <a:latin typeface="DengXian" panose="02010600030101010101" pitchFamily="2" charset="-122"/>
                <a:ea typeface="DengXian" panose="02010600030101010101" pitchFamily="2" charset="-122"/>
              </a:rPr>
              <a:t>T</a:t>
            </a:r>
            <a:r>
              <a:rPr lang="en-US" altLang="zh-CN" sz="2400" u="sng" dirty="0">
                <a:solidFill>
                  <a:schemeClr val="accent1"/>
                </a:solidFill>
                <a:latin typeface="DengXian" panose="02010600030101010101" pitchFamily="2" charset="-122"/>
                <a:ea typeface="DengXian" panose="02010600030101010101" pitchFamily="2" charset="-122"/>
              </a:rPr>
              <a:t>ext </a:t>
            </a:r>
            <a:r>
              <a:rPr lang="en-US" altLang="zh-CN" sz="2400" b="1" u="sng" dirty="0">
                <a:solidFill>
                  <a:schemeClr val="accent6"/>
                </a:solidFill>
                <a:latin typeface="DengXian" panose="02010600030101010101" pitchFamily="2" charset="-122"/>
                <a:ea typeface="DengXian" panose="02010600030101010101" pitchFamily="2" charset="-122"/>
              </a:rPr>
              <a:t>T</a:t>
            </a:r>
            <a:r>
              <a:rPr lang="en-US" altLang="zh-CN" sz="2400" u="sng" dirty="0">
                <a:solidFill>
                  <a:schemeClr val="accent1"/>
                </a:solidFill>
                <a:latin typeface="DengXian" panose="02010600030101010101" pitchFamily="2" charset="-122"/>
                <a:ea typeface="DengXian" panose="02010600030101010101" pitchFamily="2" charset="-122"/>
              </a:rPr>
              <a:t>ransfer </a:t>
            </a:r>
            <a:r>
              <a:rPr lang="en-US" altLang="zh-CN" sz="2400" b="1" u="sng" dirty="0">
                <a:solidFill>
                  <a:schemeClr val="accent6"/>
                </a:solidFill>
                <a:latin typeface="DengXian" panose="02010600030101010101" pitchFamily="2" charset="-122"/>
                <a:ea typeface="DengXian" panose="02010600030101010101" pitchFamily="2" charset="-122"/>
              </a:rPr>
              <a:t>P</a:t>
            </a:r>
            <a:r>
              <a:rPr lang="en-US" altLang="zh-CN" sz="2400" u="sng" dirty="0">
                <a:solidFill>
                  <a:schemeClr val="accent1"/>
                </a:solidFill>
                <a:latin typeface="DengXian" panose="02010600030101010101" pitchFamily="2" charset="-122"/>
                <a:ea typeface="DengXian" panose="02010600030101010101" pitchFamily="2" charset="-122"/>
              </a:rPr>
              <a:t>rotocol </a:t>
            </a:r>
            <a:r>
              <a:rPr lang="en-US" altLang="zh-TW" sz="2400" b="1" u="sng" dirty="0">
                <a:solidFill>
                  <a:schemeClr val="accent1"/>
                </a:solidFill>
                <a:latin typeface="DengXian" panose="02010600030101010101" pitchFamily="2" charset="-122"/>
                <a:ea typeface="DengXian" panose="02010600030101010101" pitchFamily="2" charset="-122"/>
              </a:rPr>
              <a:t>(</a:t>
            </a:r>
            <a:r>
              <a:rPr lang="en-US" sz="2400" b="1" u="sng" dirty="0">
                <a:solidFill>
                  <a:schemeClr val="accent6"/>
                </a:solidFill>
                <a:latin typeface="DengXian" panose="02010600030101010101" pitchFamily="2" charset="-122"/>
                <a:ea typeface="DengXian" panose="02010600030101010101" pitchFamily="2" charset="-122"/>
              </a:rPr>
              <a:t>HTTP</a:t>
            </a:r>
            <a:r>
              <a:rPr lang="en-US" sz="2400" dirty="0">
                <a:latin typeface="DengXian" panose="02010600030101010101" pitchFamily="2" charset="-122"/>
                <a:ea typeface="DengXian" panose="02010600030101010101" pitchFamily="2" charset="-122"/>
              </a:rPr>
              <a:t>)  </a:t>
            </a:r>
            <a:r>
              <a:rPr lang="zh-TW" altLang="en-US" sz="2400" dirty="0">
                <a:latin typeface="DengXian" panose="02010600030101010101" pitchFamily="2" charset="-122"/>
                <a:ea typeface="DengXian" panose="02010600030101010101" pitchFamily="2" charset="-122"/>
              </a:rPr>
              <a:t>傳輸</a:t>
            </a:r>
            <a:br>
              <a:rPr lang="en-US" altLang="zh-TW" sz="2400" dirty="0">
                <a:latin typeface="DengXian" panose="02010600030101010101" pitchFamily="2" charset="-122"/>
                <a:ea typeface="DengXian" panose="02010600030101010101" pitchFamily="2" charset="-122"/>
              </a:rPr>
            </a:br>
            <a:r>
              <a:rPr lang="en-US" altLang="zh-TW" sz="2400" dirty="0">
                <a:latin typeface="DengXian" panose="02010600030101010101" pitchFamily="2" charset="-122"/>
                <a:ea typeface="DengXian" panose="02010600030101010101" pitchFamily="2" charset="-122"/>
              </a:rPr>
              <a:t>			         </a:t>
            </a:r>
            <a:r>
              <a:rPr lang="zh-TW" altLang="en-US" sz="2400" b="1" dirty="0">
                <a:solidFill>
                  <a:schemeClr val="accent1"/>
                </a:solidFill>
                <a:latin typeface="DengXian" panose="02010600030101010101" pitchFamily="2" charset="-122"/>
                <a:ea typeface="DengXian" panose="02010600030101010101" pitchFamily="2" charset="-122"/>
              </a:rPr>
              <a:t>超    文本   傳輸        協議</a:t>
            </a:r>
            <a:endParaRPr lang="en-US" altLang="zh-TW" sz="2400" b="1" dirty="0">
              <a:solidFill>
                <a:schemeClr val="accent1"/>
              </a:solidFill>
              <a:latin typeface="DengXian" panose="02010600030101010101" pitchFamily="2" charset="-122"/>
              <a:ea typeface="DengXian" panose="02010600030101010101" pitchFamily="2" charset="-122"/>
            </a:endParaRPr>
          </a:p>
          <a:p>
            <a:pPr>
              <a:lnSpc>
                <a:spcPct val="110000"/>
              </a:lnSpc>
            </a:pPr>
            <a:r>
              <a:rPr lang="en-US" altLang="zh-HK" sz="2400" b="1" dirty="0">
                <a:solidFill>
                  <a:schemeClr val="tx1"/>
                </a:solidFill>
                <a:latin typeface="DengXian" panose="02010600030101010101" pitchFamily="2" charset="-122"/>
                <a:ea typeface="DengXian" panose="02010600030101010101" pitchFamily="2" charset="-122"/>
              </a:rPr>
              <a:t> </a:t>
            </a:r>
            <a:r>
              <a:rPr lang="zh-HK" altLang="zh-HK" sz="2400" b="1" u="sng" dirty="0">
                <a:solidFill>
                  <a:schemeClr val="accent6"/>
                </a:solidFill>
                <a:latin typeface="DengXian" panose="02010600030101010101" pitchFamily="2" charset="-122"/>
                <a:ea typeface="DengXian" panose="02010600030101010101" pitchFamily="2" charset="-122"/>
              </a:rPr>
              <a:t>HTTP</a:t>
            </a:r>
            <a:r>
              <a:rPr lang="zh-HK" altLang="zh-HK" sz="2400" dirty="0">
                <a:latin typeface="DengXian" panose="02010600030101010101" pitchFamily="2" charset="-122"/>
                <a:ea typeface="DengXian" panose="02010600030101010101" pitchFamily="2" charset="-122"/>
              </a:rPr>
              <a:t>與</a:t>
            </a:r>
            <a:r>
              <a:rPr lang="zh-TW" altLang="en-US" sz="2400" dirty="0">
                <a:latin typeface="DengXian" panose="02010600030101010101" pitchFamily="2" charset="-122"/>
                <a:ea typeface="DengXian" panose="02010600030101010101" pitchFamily="2" charset="-122"/>
              </a:rPr>
              <a:t>本課前方提吸到的</a:t>
            </a:r>
            <a:r>
              <a:rPr lang="zh-HK" altLang="zh-HK" sz="2400" b="1" u="sng" dirty="0">
                <a:solidFill>
                  <a:schemeClr val="accent6"/>
                </a:solidFill>
                <a:latin typeface="DengXian" panose="02010600030101010101" pitchFamily="2" charset="-122"/>
                <a:ea typeface="DengXian" panose="02010600030101010101" pitchFamily="2" charset="-122"/>
              </a:rPr>
              <a:t>TCP/IP</a:t>
            </a:r>
            <a:r>
              <a:rPr lang="zh-HK" altLang="zh-HK" sz="2400" dirty="0">
                <a:latin typeface="DengXian" panose="02010600030101010101" pitchFamily="2" charset="-122"/>
                <a:ea typeface="DengXian" panose="02010600030101010101" pitchFamily="2" charset="-122"/>
              </a:rPr>
              <a:t>皆屬於我們在瀏覽網絡時所遵循的</a:t>
            </a:r>
            <a:r>
              <a:rPr lang="zh-HK" altLang="zh-HK" sz="2400" b="1" dirty="0">
                <a:latin typeface="DengXian" panose="02010600030101010101" pitchFamily="2" charset="-122"/>
                <a:ea typeface="DengXian" panose="02010600030101010101" pitchFamily="2" charset="-122"/>
              </a:rPr>
              <a:t>通訊規則</a:t>
            </a:r>
            <a:endParaRPr lang="en-US" altLang="zh-TW" sz="2400" b="1" dirty="0">
              <a:solidFill>
                <a:schemeClr val="accent1"/>
              </a:solidFill>
              <a:latin typeface="DengXian" panose="02010600030101010101" pitchFamily="2" charset="-122"/>
              <a:ea typeface="DengXian" panose="02010600030101010101" pitchFamily="2" charset="-122"/>
            </a:endParaRPr>
          </a:p>
          <a:p>
            <a:pPr>
              <a:lnSpc>
                <a:spcPct val="110000"/>
              </a:lnSpc>
            </a:pPr>
            <a:r>
              <a:rPr lang="zh-TW" altLang="en-US" sz="2400" b="0" i="0" dirty="0">
                <a:solidFill>
                  <a:srgbClr val="000000"/>
                </a:solidFill>
                <a:effectLst/>
                <a:latin typeface="DengXian" panose="02010600030101010101" pitchFamily="2" charset="-122"/>
                <a:ea typeface="DengXian" panose="02010600030101010101" pitchFamily="2" charset="-122"/>
              </a:rPr>
              <a:t>網頁實際存放在</a:t>
            </a:r>
            <a:r>
              <a:rPr lang="zh-TW" altLang="en-US" sz="2400" b="1" i="0" u="sng" dirty="0">
                <a:solidFill>
                  <a:schemeClr val="accent1"/>
                </a:solidFill>
                <a:effectLst/>
                <a:latin typeface="DengXian" panose="02010600030101010101" pitchFamily="2" charset="-122"/>
                <a:ea typeface="DengXian" panose="02010600030101010101" pitchFamily="2" charset="-122"/>
              </a:rPr>
              <a:t>網頁</a:t>
            </a:r>
            <a:r>
              <a:rPr lang="zh-TW" altLang="en-US" sz="2400" b="1" u="sng" dirty="0">
                <a:solidFill>
                  <a:schemeClr val="accent1"/>
                </a:solidFill>
                <a:latin typeface="DengXian" panose="02010600030101010101" pitchFamily="2" charset="-122"/>
                <a:ea typeface="DengXian" panose="02010600030101010101" pitchFamily="2" charset="-122"/>
              </a:rPr>
              <a:t>服務器</a:t>
            </a:r>
            <a:r>
              <a:rPr lang="zh-TW" altLang="en-US" sz="2400" b="0" i="0" dirty="0">
                <a:solidFill>
                  <a:srgbClr val="000000"/>
                </a:solidFill>
                <a:effectLst/>
                <a:latin typeface="DengXian" panose="02010600030101010101" pitchFamily="2" charset="-122"/>
                <a:ea typeface="DengXian" panose="02010600030101010101" pitchFamily="2" charset="-122"/>
              </a:rPr>
              <a:t>上，並透</a:t>
            </a:r>
            <a:r>
              <a:rPr lang="zh-TW" altLang="en-US" sz="2400" dirty="0">
                <a:solidFill>
                  <a:srgbClr val="000000"/>
                </a:solidFill>
                <a:latin typeface="DengXian" panose="02010600030101010101" pitchFamily="2" charset="-122"/>
                <a:ea typeface="DengXian" panose="02010600030101010101" pitchFamily="2" charset="-122"/>
              </a:rPr>
              <a:t>過</a:t>
            </a:r>
            <a:r>
              <a:rPr lang="zh-TW" altLang="en-US" sz="2400" b="1" i="0" dirty="0">
                <a:solidFill>
                  <a:srgbClr val="000000"/>
                </a:solidFill>
                <a:effectLst/>
                <a:latin typeface="DengXian" panose="02010600030101010101" pitchFamily="2" charset="-122"/>
                <a:ea typeface="DengXian" panose="02010600030101010101" pitchFamily="2" charset="-122"/>
              </a:rPr>
              <a:t>互聯網</a:t>
            </a:r>
            <a:r>
              <a:rPr lang="zh-TW" altLang="en-US" sz="2400" b="0" i="0" dirty="0">
                <a:solidFill>
                  <a:srgbClr val="000000"/>
                </a:solidFill>
                <a:effectLst/>
                <a:latin typeface="DengXian" panose="02010600030101010101" pitchFamily="2" charset="-122"/>
                <a:ea typeface="DengXian" panose="02010600030101010101" pitchFamily="2" charset="-122"/>
              </a:rPr>
              <a:t>對</a:t>
            </a:r>
            <a:r>
              <a:rPr lang="zh-TW" altLang="en-US" sz="2400" dirty="0">
                <a:latin typeface="DengXian" panose="02010600030101010101" pitchFamily="2" charset="-122"/>
                <a:ea typeface="DengXian" panose="02010600030101010101" pitchFamily="2" charset="-122"/>
              </a:rPr>
              <a:t>用戶</a:t>
            </a:r>
            <a:r>
              <a:rPr lang="zh-TW" altLang="en-US" sz="2400" b="0" i="0" dirty="0">
                <a:solidFill>
                  <a:srgbClr val="000000"/>
                </a:solidFill>
                <a:effectLst/>
                <a:latin typeface="DengXian" panose="02010600030101010101" pitchFamily="2" charset="-122"/>
                <a:ea typeface="DengXian" panose="02010600030101010101" pitchFamily="2" charset="-122"/>
              </a:rPr>
              <a:t>提供網頁。</a:t>
            </a:r>
            <a:endParaRPr lang="en-US" sz="2400" dirty="0">
              <a:latin typeface="DengXian" panose="02010600030101010101" pitchFamily="2" charset="-122"/>
              <a:ea typeface="DengXian" panose="02010600030101010101" pitchFamily="2" charset="-122"/>
            </a:endParaRPr>
          </a:p>
        </p:txBody>
      </p:sp>
      <p:sp>
        <p:nvSpPr>
          <p:cNvPr id="4" name="Slide Number Placeholder 3">
            <a:extLst>
              <a:ext uri="{FF2B5EF4-FFF2-40B4-BE49-F238E27FC236}">
                <a16:creationId xmlns:a16="http://schemas.microsoft.com/office/drawing/2014/main" id="{14A2D390-7FB4-BF8A-19BC-2B508FB75201}"/>
              </a:ext>
            </a:extLst>
          </p:cNvPr>
          <p:cNvSpPr>
            <a:spLocks noGrp="1"/>
          </p:cNvSpPr>
          <p:nvPr>
            <p:ph type="sldNum" sz="quarter" idx="12"/>
          </p:nvPr>
        </p:nvSpPr>
        <p:spPr/>
        <p:txBody>
          <a:bodyPr/>
          <a:lstStyle/>
          <a:p>
            <a:fld id="{14B07A3D-2F58-EF4D-A265-F014B879E6ED}" type="slidenum">
              <a:rPr lang="en-US" smtClean="0">
                <a:latin typeface="DengXian" panose="02010600030101010101" pitchFamily="2" charset="-122"/>
                <a:ea typeface="DengXian" panose="02010600030101010101" pitchFamily="2" charset="-122"/>
              </a:rPr>
              <a:pPr/>
              <a:t>28</a:t>
            </a:fld>
            <a:endParaRPr lang="en-US">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4094730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55B10-1243-594C-B5EF-46718DF312FD}"/>
              </a:ext>
            </a:extLst>
          </p:cNvPr>
          <p:cNvSpPr>
            <a:spLocks noGrp="1"/>
          </p:cNvSpPr>
          <p:nvPr>
            <p:ph type="title"/>
          </p:nvPr>
        </p:nvSpPr>
        <p:spPr>
          <a:xfrm>
            <a:off x="1378214" y="406536"/>
            <a:ext cx="9601200" cy="1485900"/>
          </a:xfrm>
        </p:spPr>
        <p:txBody>
          <a:bodyPr/>
          <a:lstStyle/>
          <a:p>
            <a:r>
              <a:rPr lang="en-US" b="1" dirty="0" err="1">
                <a:latin typeface="DengXian" panose="02010600030101010101" pitchFamily="2" charset="-122"/>
                <a:ea typeface="DengXian" panose="02010600030101010101" pitchFamily="2" charset="-122"/>
              </a:rPr>
              <a:t>網頁應用例子</a:t>
            </a:r>
            <a:endParaRPr lang="en-US" b="1" dirty="0">
              <a:latin typeface="DengXian" panose="02010600030101010101" pitchFamily="2" charset="-122"/>
              <a:ea typeface="DengXian" panose="02010600030101010101" pitchFamily="2" charset="-122"/>
            </a:endParaRPr>
          </a:p>
        </p:txBody>
      </p:sp>
      <p:pic>
        <p:nvPicPr>
          <p:cNvPr id="3074" name="Picture 2">
            <a:extLst>
              <a:ext uri="{FF2B5EF4-FFF2-40B4-BE49-F238E27FC236}">
                <a16:creationId xmlns:a16="http://schemas.microsoft.com/office/drawing/2014/main" id="{53269FE9-9B5E-3D46-B512-CB8F10A2A4FC}"/>
              </a:ext>
            </a:extLst>
          </p:cNvPr>
          <p:cNvPicPr>
            <a:picLocks noGrp="1" noChangeAspect="1" noChangeArrowheads="1"/>
          </p:cNvPicPr>
          <p:nvPr>
            <p:ph idx="1"/>
          </p:nvPr>
        </p:nvPicPr>
        <p:blipFill>
          <a:blip r:embed="rId3" cstate="screen">
            <a:extLst>
              <a:ext uri="{28A0092B-C50C-407E-A947-70E740481C1C}">
                <a14:useLocalDpi xmlns:a14="http://schemas.microsoft.com/office/drawing/2010/main"/>
              </a:ext>
            </a:extLst>
          </a:blip>
          <a:stretch>
            <a:fillRect/>
          </a:stretch>
        </p:blipFill>
        <p:spPr bwMode="auto">
          <a:xfrm>
            <a:off x="1371600" y="2583116"/>
            <a:ext cx="10665802" cy="4274884"/>
          </a:xfrm>
          <a:prstGeom prst="rect">
            <a:avLst/>
          </a:prstGeom>
          <a:solidFill>
            <a:schemeClr val="bg1"/>
          </a:solidFill>
        </p:spPr>
      </p:pic>
      <p:sp>
        <p:nvSpPr>
          <p:cNvPr id="4" name="Slide Number Placeholder 3">
            <a:extLst>
              <a:ext uri="{FF2B5EF4-FFF2-40B4-BE49-F238E27FC236}">
                <a16:creationId xmlns:a16="http://schemas.microsoft.com/office/drawing/2014/main" id="{A0D4EAB6-1AEB-9048-BB4A-D0B9A1650F6D}"/>
              </a:ext>
            </a:extLst>
          </p:cNvPr>
          <p:cNvSpPr>
            <a:spLocks noGrp="1"/>
          </p:cNvSpPr>
          <p:nvPr>
            <p:ph type="sldNum" sz="quarter" idx="12"/>
          </p:nvPr>
        </p:nvSpPr>
        <p:spPr/>
        <p:txBody>
          <a:bodyPr/>
          <a:lstStyle/>
          <a:p>
            <a:fld id="{14B07A3D-2F58-EF4D-A265-F014B879E6ED}" type="slidenum">
              <a:rPr lang="en-US" smtClean="0"/>
              <a:pPr/>
              <a:t>29</a:t>
            </a:fld>
            <a:endParaRPr lang="en-US"/>
          </a:p>
        </p:txBody>
      </p:sp>
      <p:sp>
        <p:nvSpPr>
          <p:cNvPr id="6" name="TextBox 5">
            <a:extLst>
              <a:ext uri="{FF2B5EF4-FFF2-40B4-BE49-F238E27FC236}">
                <a16:creationId xmlns:a16="http://schemas.microsoft.com/office/drawing/2014/main" id="{A87EF0F7-6E67-1D41-AB17-5871268438D2}"/>
              </a:ext>
            </a:extLst>
          </p:cNvPr>
          <p:cNvSpPr txBox="1"/>
          <p:nvPr/>
        </p:nvSpPr>
        <p:spPr>
          <a:xfrm>
            <a:off x="6990865" y="3404467"/>
            <a:ext cx="877163" cy="369332"/>
          </a:xfrm>
          <a:prstGeom prst="rect">
            <a:avLst/>
          </a:prstGeom>
          <a:solidFill>
            <a:schemeClr val="tx2"/>
          </a:solidFill>
        </p:spPr>
        <p:txBody>
          <a:bodyPr wrap="none" rtlCol="0">
            <a:spAutoFit/>
          </a:bodyPr>
          <a:lstStyle/>
          <a:p>
            <a:r>
              <a:rPr lang="en-US" err="1">
                <a:solidFill>
                  <a:schemeClr val="bg1"/>
                </a:solidFill>
              </a:rPr>
              <a:t>互聯網</a:t>
            </a:r>
            <a:endParaRPr lang="en-US">
              <a:solidFill>
                <a:schemeClr val="bg1"/>
              </a:solidFill>
            </a:endParaRPr>
          </a:p>
        </p:txBody>
      </p:sp>
      <p:sp>
        <p:nvSpPr>
          <p:cNvPr id="7" name="TextBox 6">
            <a:extLst>
              <a:ext uri="{FF2B5EF4-FFF2-40B4-BE49-F238E27FC236}">
                <a16:creationId xmlns:a16="http://schemas.microsoft.com/office/drawing/2014/main" id="{B38862B3-C00D-064F-8E56-E6EFDA02590E}"/>
              </a:ext>
            </a:extLst>
          </p:cNvPr>
          <p:cNvSpPr txBox="1"/>
          <p:nvPr/>
        </p:nvSpPr>
        <p:spPr>
          <a:xfrm>
            <a:off x="9733687" y="2448775"/>
            <a:ext cx="1338828" cy="369332"/>
          </a:xfrm>
          <a:prstGeom prst="rect">
            <a:avLst/>
          </a:prstGeom>
          <a:solidFill>
            <a:schemeClr val="tx2"/>
          </a:solidFill>
        </p:spPr>
        <p:txBody>
          <a:bodyPr wrap="none" rtlCol="0">
            <a:spAutoFit/>
          </a:bodyPr>
          <a:lstStyle/>
          <a:p>
            <a:r>
              <a:rPr lang="zh-TW" altLang="en-US" b="0" i="0">
                <a:solidFill>
                  <a:schemeClr val="bg1"/>
                </a:solidFill>
                <a:effectLst/>
                <a:latin typeface="-apple-system"/>
              </a:rPr>
              <a:t>網頁服務器</a:t>
            </a:r>
            <a:endParaRPr lang="en-US">
              <a:solidFill>
                <a:schemeClr val="bg1"/>
              </a:solidFill>
            </a:endParaRPr>
          </a:p>
        </p:txBody>
      </p:sp>
      <p:sp>
        <p:nvSpPr>
          <p:cNvPr id="14" name="Freeform: Shape 13">
            <a:extLst>
              <a:ext uri="{FF2B5EF4-FFF2-40B4-BE49-F238E27FC236}">
                <a16:creationId xmlns:a16="http://schemas.microsoft.com/office/drawing/2014/main" id="{D4396E54-014C-CA2D-3A1E-8A327725BDB1}"/>
              </a:ext>
            </a:extLst>
          </p:cNvPr>
          <p:cNvSpPr/>
          <p:nvPr/>
        </p:nvSpPr>
        <p:spPr>
          <a:xfrm>
            <a:off x="2255937" y="5235216"/>
            <a:ext cx="384080" cy="310326"/>
          </a:xfrm>
          <a:custGeom>
            <a:avLst/>
            <a:gdLst>
              <a:gd name="connsiteX0" fmla="*/ 357566 w 384080"/>
              <a:gd name="connsiteY0" fmla="*/ 81625 h 310326"/>
              <a:gd name="connsiteX1" fmla="*/ 303495 w 384080"/>
              <a:gd name="connsiteY1" fmla="*/ 0 h 310326"/>
              <a:gd name="connsiteX2" fmla="*/ 227069 w 384080"/>
              <a:gd name="connsiteY2" fmla="*/ 61869 h 310326"/>
              <a:gd name="connsiteX3" fmla="*/ 101642 w 384080"/>
              <a:gd name="connsiteY3" fmla="*/ 118929 h 310326"/>
              <a:gd name="connsiteX4" fmla="*/ 85165 w 384080"/>
              <a:gd name="connsiteY4" fmla="*/ 110780 h 310326"/>
              <a:gd name="connsiteX5" fmla="*/ 89554 w 384080"/>
              <a:gd name="connsiteY5" fmla="*/ 96313 h 310326"/>
              <a:gd name="connsiteX6" fmla="*/ 118279 w 384080"/>
              <a:gd name="connsiteY6" fmla="*/ 56410 h 310326"/>
              <a:gd name="connsiteX7" fmla="*/ 122178 w 384080"/>
              <a:gd name="connsiteY7" fmla="*/ 47052 h 310326"/>
              <a:gd name="connsiteX8" fmla="*/ 94493 w 384080"/>
              <a:gd name="connsiteY8" fmla="*/ 71097 h 310326"/>
              <a:gd name="connsiteX9" fmla="*/ 24826 w 384080"/>
              <a:gd name="connsiteY9" fmla="*/ 105281 h 310326"/>
              <a:gd name="connsiteX10" fmla="*/ 3899 w 384080"/>
              <a:gd name="connsiteY10" fmla="*/ 150903 h 310326"/>
              <a:gd name="connsiteX11" fmla="*/ 0 w 384080"/>
              <a:gd name="connsiteY11" fmla="*/ 180537 h 310326"/>
              <a:gd name="connsiteX12" fmla="*/ 270917 w 384080"/>
              <a:gd name="connsiteY12" fmla="*/ 294997 h 310326"/>
              <a:gd name="connsiteX13" fmla="*/ 384081 w 384080"/>
              <a:gd name="connsiteY13" fmla="*/ 183657 h 310326"/>
              <a:gd name="connsiteX14" fmla="*/ 357566 w 384080"/>
              <a:gd name="connsiteY14" fmla="*/ 81625 h 31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4080" h="310326">
                <a:moveTo>
                  <a:pt x="357566" y="81625"/>
                </a:moveTo>
                <a:cubicBezTo>
                  <a:pt x="344392" y="51498"/>
                  <a:pt x="326098" y="23881"/>
                  <a:pt x="303495" y="0"/>
                </a:cubicBezTo>
                <a:cubicBezTo>
                  <a:pt x="280770" y="23807"/>
                  <a:pt x="255086" y="44599"/>
                  <a:pt x="227069" y="61869"/>
                </a:cubicBezTo>
                <a:cubicBezTo>
                  <a:pt x="187139" y="84775"/>
                  <a:pt x="145146" y="103879"/>
                  <a:pt x="101642" y="118929"/>
                </a:cubicBezTo>
                <a:cubicBezTo>
                  <a:pt x="94841" y="121229"/>
                  <a:pt x="87465" y="117581"/>
                  <a:pt x="85165" y="110780"/>
                </a:cubicBezTo>
                <a:cubicBezTo>
                  <a:pt x="83384" y="105516"/>
                  <a:pt x="85148" y="99701"/>
                  <a:pt x="89554" y="96313"/>
                </a:cubicBezTo>
                <a:cubicBezTo>
                  <a:pt x="101812" y="85166"/>
                  <a:pt x="111598" y="71572"/>
                  <a:pt x="118279" y="56410"/>
                </a:cubicBezTo>
                <a:cubicBezTo>
                  <a:pt x="119838" y="53030"/>
                  <a:pt x="121138" y="50041"/>
                  <a:pt x="122178" y="47052"/>
                </a:cubicBezTo>
                <a:cubicBezTo>
                  <a:pt x="113710" y="55902"/>
                  <a:pt x="104443" y="63951"/>
                  <a:pt x="94493" y="71097"/>
                </a:cubicBezTo>
                <a:cubicBezTo>
                  <a:pt x="73248" y="86146"/>
                  <a:pt x="49728" y="97687"/>
                  <a:pt x="24826" y="105281"/>
                </a:cubicBezTo>
                <a:cubicBezTo>
                  <a:pt x="14952" y="118984"/>
                  <a:pt x="7844" y="134480"/>
                  <a:pt x="3899" y="150903"/>
                </a:cubicBezTo>
                <a:cubicBezTo>
                  <a:pt x="1926" y="160681"/>
                  <a:pt x="623" y="170583"/>
                  <a:pt x="0" y="180537"/>
                </a:cubicBezTo>
                <a:cubicBezTo>
                  <a:pt x="43204" y="286956"/>
                  <a:pt x="164497" y="338202"/>
                  <a:pt x="270917" y="294997"/>
                </a:cubicBezTo>
                <a:cubicBezTo>
                  <a:pt x="321877" y="274309"/>
                  <a:pt x="362567" y="234275"/>
                  <a:pt x="384081" y="183657"/>
                </a:cubicBezTo>
                <a:cubicBezTo>
                  <a:pt x="379364" y="148706"/>
                  <a:pt x="370462" y="114450"/>
                  <a:pt x="357566" y="81625"/>
                </a:cubicBezTo>
                <a:close/>
              </a:path>
            </a:pathLst>
          </a:custGeom>
          <a:solidFill>
            <a:srgbClr val="000000"/>
          </a:solidFill>
          <a:ln w="12998" cap="flat">
            <a:noFill/>
            <a:prstDash val="solid"/>
            <a:miter/>
          </a:ln>
        </p:spPr>
        <p:txBody>
          <a:bodyPr rtlCol="0" anchor="ctr"/>
          <a:lstStyle/>
          <a:p>
            <a:endParaRPr lang="en-HK"/>
          </a:p>
        </p:txBody>
      </p:sp>
      <p:grpSp>
        <p:nvGrpSpPr>
          <p:cNvPr id="17" name="Group 16">
            <a:extLst>
              <a:ext uri="{FF2B5EF4-FFF2-40B4-BE49-F238E27FC236}">
                <a16:creationId xmlns:a16="http://schemas.microsoft.com/office/drawing/2014/main" id="{C6144605-7C59-16D2-36E3-C6A01AF9A854}"/>
              </a:ext>
            </a:extLst>
          </p:cNvPr>
          <p:cNvGrpSpPr/>
          <p:nvPr/>
        </p:nvGrpSpPr>
        <p:grpSpPr>
          <a:xfrm>
            <a:off x="2110623" y="5046161"/>
            <a:ext cx="675878" cy="915494"/>
            <a:chOff x="2110623" y="5046161"/>
            <a:chExt cx="675878" cy="915494"/>
          </a:xfrm>
        </p:grpSpPr>
        <p:sp>
          <p:nvSpPr>
            <p:cNvPr id="13" name="Freeform: Shape 12">
              <a:extLst>
                <a:ext uri="{FF2B5EF4-FFF2-40B4-BE49-F238E27FC236}">
                  <a16:creationId xmlns:a16="http://schemas.microsoft.com/office/drawing/2014/main" id="{69A24952-B922-19C1-8F87-80465D92BC98}"/>
                </a:ext>
              </a:extLst>
            </p:cNvPr>
            <p:cNvSpPr/>
            <p:nvPr/>
          </p:nvSpPr>
          <p:spPr>
            <a:xfrm>
              <a:off x="2110623" y="5597721"/>
              <a:ext cx="675878" cy="363934"/>
            </a:xfrm>
            <a:custGeom>
              <a:avLst/>
              <a:gdLst>
                <a:gd name="connsiteX0" fmla="*/ 642085 w 675878"/>
                <a:gd name="connsiteY0" fmla="*/ 124777 h 363934"/>
                <a:gd name="connsiteX1" fmla="*/ 477404 w 675878"/>
                <a:gd name="connsiteY1" fmla="*/ 25995 h 363934"/>
                <a:gd name="connsiteX2" fmla="*/ 337939 w 675878"/>
                <a:gd name="connsiteY2" fmla="*/ 0 h 363934"/>
                <a:gd name="connsiteX3" fmla="*/ 198475 w 675878"/>
                <a:gd name="connsiteY3" fmla="*/ 25995 h 363934"/>
                <a:gd name="connsiteX4" fmla="*/ 33794 w 675878"/>
                <a:gd name="connsiteY4" fmla="*/ 124777 h 363934"/>
                <a:gd name="connsiteX5" fmla="*/ 0 w 675878"/>
                <a:gd name="connsiteY5" fmla="*/ 207963 h 363934"/>
                <a:gd name="connsiteX6" fmla="*/ 0 w 675878"/>
                <a:gd name="connsiteY6" fmla="*/ 363934 h 363934"/>
                <a:gd name="connsiteX7" fmla="*/ 324942 w 675878"/>
                <a:gd name="connsiteY7" fmla="*/ 363934 h 363934"/>
                <a:gd name="connsiteX8" fmla="*/ 324942 w 675878"/>
                <a:gd name="connsiteY8" fmla="*/ 106191 h 363934"/>
                <a:gd name="connsiteX9" fmla="*/ 199514 w 675878"/>
                <a:gd name="connsiteY9" fmla="*/ 167410 h 363934"/>
                <a:gd name="connsiteX10" fmla="*/ 194185 w 675878"/>
                <a:gd name="connsiteY10" fmla="*/ 168710 h 363934"/>
                <a:gd name="connsiteX11" fmla="*/ 186907 w 675878"/>
                <a:gd name="connsiteY11" fmla="*/ 166240 h 363934"/>
                <a:gd name="connsiteX12" fmla="*/ 182098 w 675878"/>
                <a:gd name="connsiteY12" fmla="*/ 154542 h 363934"/>
                <a:gd name="connsiteX13" fmla="*/ 198085 w 675878"/>
                <a:gd name="connsiteY13" fmla="*/ 54070 h 363934"/>
                <a:gd name="connsiteX14" fmla="*/ 206793 w 675878"/>
                <a:gd name="connsiteY14" fmla="*/ 50691 h 363934"/>
                <a:gd name="connsiteX15" fmla="*/ 257224 w 675878"/>
                <a:gd name="connsiteY15" fmla="*/ 36263 h 363934"/>
                <a:gd name="connsiteX16" fmla="*/ 389314 w 675878"/>
                <a:gd name="connsiteY16" fmla="*/ 65502 h 363934"/>
                <a:gd name="connsiteX17" fmla="*/ 419045 w 675878"/>
                <a:gd name="connsiteY17" fmla="*/ 35484 h 363934"/>
                <a:gd name="connsiteX18" fmla="*/ 468696 w 675878"/>
                <a:gd name="connsiteY18" fmla="*/ 50561 h 363934"/>
                <a:gd name="connsiteX19" fmla="*/ 477794 w 675878"/>
                <a:gd name="connsiteY19" fmla="*/ 53940 h 363934"/>
                <a:gd name="connsiteX20" fmla="*/ 493911 w 675878"/>
                <a:gd name="connsiteY20" fmla="*/ 154542 h 363934"/>
                <a:gd name="connsiteX21" fmla="*/ 489102 w 675878"/>
                <a:gd name="connsiteY21" fmla="*/ 166240 h 363934"/>
                <a:gd name="connsiteX22" fmla="*/ 481824 w 675878"/>
                <a:gd name="connsiteY22" fmla="*/ 168710 h 363934"/>
                <a:gd name="connsiteX23" fmla="*/ 476494 w 675878"/>
                <a:gd name="connsiteY23" fmla="*/ 167410 h 363934"/>
                <a:gd name="connsiteX24" fmla="*/ 350937 w 675878"/>
                <a:gd name="connsiteY24" fmla="*/ 106191 h 363934"/>
                <a:gd name="connsiteX25" fmla="*/ 350937 w 675878"/>
                <a:gd name="connsiteY25" fmla="*/ 363934 h 363934"/>
                <a:gd name="connsiteX26" fmla="*/ 675879 w 675878"/>
                <a:gd name="connsiteY26" fmla="*/ 363934 h 363934"/>
                <a:gd name="connsiteX27" fmla="*/ 675879 w 675878"/>
                <a:gd name="connsiteY27" fmla="*/ 207963 h 363934"/>
                <a:gd name="connsiteX28" fmla="*/ 642085 w 675878"/>
                <a:gd name="connsiteY28" fmla="*/ 124777 h 363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75878" h="363934">
                  <a:moveTo>
                    <a:pt x="642085" y="124777"/>
                  </a:moveTo>
                  <a:cubicBezTo>
                    <a:pt x="595307" y="79899"/>
                    <a:pt x="539021" y="46135"/>
                    <a:pt x="477404" y="25995"/>
                  </a:cubicBezTo>
                  <a:cubicBezTo>
                    <a:pt x="432835" y="9093"/>
                    <a:pt x="385604" y="290"/>
                    <a:pt x="337939" y="0"/>
                  </a:cubicBezTo>
                  <a:cubicBezTo>
                    <a:pt x="290352" y="1071"/>
                    <a:pt x="243253" y="9850"/>
                    <a:pt x="198475" y="25995"/>
                  </a:cubicBezTo>
                  <a:cubicBezTo>
                    <a:pt x="137807" y="48167"/>
                    <a:pt x="81917" y="81692"/>
                    <a:pt x="33794" y="124777"/>
                  </a:cubicBezTo>
                  <a:cubicBezTo>
                    <a:pt x="12058" y="147002"/>
                    <a:pt x="-79" y="176876"/>
                    <a:pt x="0" y="207963"/>
                  </a:cubicBezTo>
                  <a:lnTo>
                    <a:pt x="0" y="363934"/>
                  </a:lnTo>
                  <a:lnTo>
                    <a:pt x="324942" y="363934"/>
                  </a:lnTo>
                  <a:lnTo>
                    <a:pt x="324942" y="106191"/>
                  </a:lnTo>
                  <a:lnTo>
                    <a:pt x="199514" y="167410"/>
                  </a:lnTo>
                  <a:cubicBezTo>
                    <a:pt x="197874" y="168279"/>
                    <a:pt x="196043" y="168725"/>
                    <a:pt x="194185" y="168710"/>
                  </a:cubicBezTo>
                  <a:cubicBezTo>
                    <a:pt x="191547" y="168751"/>
                    <a:pt x="188976" y="167878"/>
                    <a:pt x="186907" y="166240"/>
                  </a:cubicBezTo>
                  <a:cubicBezTo>
                    <a:pt x="183152" y="163618"/>
                    <a:pt x="181272" y="159047"/>
                    <a:pt x="182098" y="154542"/>
                  </a:cubicBezTo>
                  <a:lnTo>
                    <a:pt x="198085" y="54070"/>
                  </a:lnTo>
                  <a:lnTo>
                    <a:pt x="206793" y="50691"/>
                  </a:lnTo>
                  <a:cubicBezTo>
                    <a:pt x="224470" y="44712"/>
                    <a:pt x="241107" y="40033"/>
                    <a:pt x="257224" y="36263"/>
                  </a:cubicBezTo>
                  <a:cubicBezTo>
                    <a:pt x="285625" y="80813"/>
                    <a:pt x="344765" y="93904"/>
                    <a:pt x="389314" y="65502"/>
                  </a:cubicBezTo>
                  <a:cubicBezTo>
                    <a:pt x="401338" y="57837"/>
                    <a:pt x="411496" y="47581"/>
                    <a:pt x="419045" y="35484"/>
                  </a:cubicBezTo>
                  <a:cubicBezTo>
                    <a:pt x="435889" y="39487"/>
                    <a:pt x="452470" y="44522"/>
                    <a:pt x="468696" y="50561"/>
                  </a:cubicBezTo>
                  <a:lnTo>
                    <a:pt x="477794" y="53940"/>
                  </a:lnTo>
                  <a:lnTo>
                    <a:pt x="493911" y="154542"/>
                  </a:lnTo>
                  <a:cubicBezTo>
                    <a:pt x="494737" y="159047"/>
                    <a:pt x="492857" y="163618"/>
                    <a:pt x="489102" y="166240"/>
                  </a:cubicBezTo>
                  <a:cubicBezTo>
                    <a:pt x="487033" y="167878"/>
                    <a:pt x="484462" y="168751"/>
                    <a:pt x="481824" y="168710"/>
                  </a:cubicBezTo>
                  <a:cubicBezTo>
                    <a:pt x="479966" y="168725"/>
                    <a:pt x="478135" y="168279"/>
                    <a:pt x="476494" y="167410"/>
                  </a:cubicBezTo>
                  <a:lnTo>
                    <a:pt x="350937" y="106191"/>
                  </a:lnTo>
                  <a:lnTo>
                    <a:pt x="350937" y="363934"/>
                  </a:lnTo>
                  <a:lnTo>
                    <a:pt x="675879" y="363934"/>
                  </a:lnTo>
                  <a:lnTo>
                    <a:pt x="675879" y="207963"/>
                  </a:lnTo>
                  <a:cubicBezTo>
                    <a:pt x="675958" y="176876"/>
                    <a:pt x="663821" y="147002"/>
                    <a:pt x="642085" y="124777"/>
                  </a:cubicBezTo>
                  <a:close/>
                </a:path>
              </a:pathLst>
            </a:custGeom>
            <a:solidFill>
              <a:srgbClr val="000000"/>
            </a:solidFill>
            <a:ln w="12998" cap="flat">
              <a:noFill/>
              <a:prstDash val="solid"/>
              <a:miter/>
            </a:ln>
          </p:spPr>
          <p:txBody>
            <a:bodyPr rtlCol="0" anchor="ctr"/>
            <a:lstStyle/>
            <a:p>
              <a:endParaRPr lang="en-HK"/>
            </a:p>
          </p:txBody>
        </p:sp>
        <p:sp>
          <p:nvSpPr>
            <p:cNvPr id="15" name="Freeform: Shape 14">
              <a:extLst>
                <a:ext uri="{FF2B5EF4-FFF2-40B4-BE49-F238E27FC236}">
                  <a16:creationId xmlns:a16="http://schemas.microsoft.com/office/drawing/2014/main" id="{E1B1ECC8-50A1-21F9-0507-06B71123FA8F}"/>
                </a:ext>
              </a:extLst>
            </p:cNvPr>
            <p:cNvSpPr/>
            <p:nvPr/>
          </p:nvSpPr>
          <p:spPr>
            <a:xfrm>
              <a:off x="2227602" y="5046161"/>
              <a:ext cx="445169" cy="322540"/>
            </a:xfrm>
            <a:custGeom>
              <a:avLst/>
              <a:gdLst>
                <a:gd name="connsiteX0" fmla="*/ 35354 w 445169"/>
                <a:gd name="connsiteY0" fmla="*/ 274839 h 322540"/>
                <a:gd name="connsiteX1" fmla="*/ 42372 w 445169"/>
                <a:gd name="connsiteY1" fmla="*/ 270290 h 322540"/>
                <a:gd name="connsiteX2" fmla="*/ 107361 w 445169"/>
                <a:gd name="connsiteY2" fmla="*/ 239096 h 322540"/>
                <a:gd name="connsiteX3" fmla="*/ 155972 w 445169"/>
                <a:gd name="connsiteY3" fmla="*/ 187625 h 322540"/>
                <a:gd name="connsiteX4" fmla="*/ 167800 w 445169"/>
                <a:gd name="connsiteY4" fmla="*/ 181256 h 322540"/>
                <a:gd name="connsiteX5" fmla="*/ 178848 w 445169"/>
                <a:gd name="connsiteY5" fmla="*/ 188795 h 322540"/>
                <a:gd name="connsiteX6" fmla="*/ 169879 w 445169"/>
                <a:gd name="connsiteY6" fmla="*/ 256513 h 322540"/>
                <a:gd name="connsiteX7" fmla="*/ 164680 w 445169"/>
                <a:gd name="connsiteY7" fmla="*/ 266651 h 322540"/>
                <a:gd name="connsiteX8" fmla="*/ 241496 w 445169"/>
                <a:gd name="connsiteY8" fmla="*/ 228698 h 322540"/>
                <a:gd name="connsiteX9" fmla="*/ 321302 w 445169"/>
                <a:gd name="connsiteY9" fmla="*/ 161630 h 322540"/>
                <a:gd name="connsiteX10" fmla="*/ 330530 w 445169"/>
                <a:gd name="connsiteY10" fmla="*/ 156951 h 322540"/>
                <a:gd name="connsiteX11" fmla="*/ 340409 w 445169"/>
                <a:gd name="connsiteY11" fmla="*/ 160460 h 322540"/>
                <a:gd name="connsiteX12" fmla="*/ 410076 w 445169"/>
                <a:gd name="connsiteY12" fmla="*/ 260932 h 322540"/>
                <a:gd name="connsiteX13" fmla="*/ 429573 w 445169"/>
                <a:gd name="connsiteY13" fmla="*/ 322541 h 322540"/>
                <a:gd name="connsiteX14" fmla="*/ 445170 w 445169"/>
                <a:gd name="connsiteY14" fmla="*/ 279649 h 322540"/>
                <a:gd name="connsiteX15" fmla="*/ 364974 w 445169"/>
                <a:gd name="connsiteY15" fmla="*/ 108729 h 322540"/>
                <a:gd name="connsiteX16" fmla="*/ 408386 w 445169"/>
                <a:gd name="connsiteY16" fmla="*/ 87283 h 322540"/>
                <a:gd name="connsiteX17" fmla="*/ 413092 w 445169"/>
                <a:gd name="connsiteY17" fmla="*/ 72192 h 322540"/>
                <a:gd name="connsiteX18" fmla="*/ 401368 w 445169"/>
                <a:gd name="connsiteY18" fmla="*/ 66357 h 322540"/>
                <a:gd name="connsiteX19" fmla="*/ 339629 w 445169"/>
                <a:gd name="connsiteY19" fmla="*/ 77535 h 322540"/>
                <a:gd name="connsiteX20" fmla="*/ 354836 w 445169"/>
                <a:gd name="connsiteY20" fmla="*/ 55569 h 322540"/>
                <a:gd name="connsiteX21" fmla="*/ 353406 w 445169"/>
                <a:gd name="connsiteY21" fmla="*/ 41142 h 322540"/>
                <a:gd name="connsiteX22" fmla="*/ 338979 w 445169"/>
                <a:gd name="connsiteY22" fmla="*/ 40362 h 322540"/>
                <a:gd name="connsiteX23" fmla="*/ 306225 w 445169"/>
                <a:gd name="connsiteY23" fmla="*/ 65057 h 322540"/>
                <a:gd name="connsiteX24" fmla="*/ 273601 w 445169"/>
                <a:gd name="connsiteY24" fmla="*/ 5658 h 322540"/>
                <a:gd name="connsiteX25" fmla="*/ 258360 w 445169"/>
                <a:gd name="connsiteY25" fmla="*/ 1461 h 322540"/>
                <a:gd name="connsiteX26" fmla="*/ 252804 w 445169"/>
                <a:gd name="connsiteY26" fmla="*/ 12677 h 322540"/>
                <a:gd name="connsiteX27" fmla="*/ 259953 w 445169"/>
                <a:gd name="connsiteY27" fmla="*/ 60638 h 322540"/>
                <a:gd name="connsiteX28" fmla="*/ 222260 w 445169"/>
                <a:gd name="connsiteY28" fmla="*/ 57259 h 322540"/>
                <a:gd name="connsiteX29" fmla="*/ 0 w 445169"/>
                <a:gd name="connsiteY29" fmla="*/ 279779 h 322540"/>
                <a:gd name="connsiteX30" fmla="*/ 11828 w 445169"/>
                <a:gd name="connsiteY30" fmla="*/ 318771 h 322540"/>
                <a:gd name="connsiteX31" fmla="*/ 35354 w 445169"/>
                <a:gd name="connsiteY31" fmla="*/ 274839 h 322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5169" h="322540">
                  <a:moveTo>
                    <a:pt x="35354" y="274839"/>
                  </a:moveTo>
                  <a:cubicBezTo>
                    <a:pt x="37128" y="272591"/>
                    <a:pt x="39596" y="270992"/>
                    <a:pt x="42372" y="270290"/>
                  </a:cubicBezTo>
                  <a:cubicBezTo>
                    <a:pt x="65645" y="263646"/>
                    <a:pt x="87620" y="253097"/>
                    <a:pt x="107361" y="239096"/>
                  </a:cubicBezTo>
                  <a:cubicBezTo>
                    <a:pt x="126520" y="224993"/>
                    <a:pt x="142986" y="207558"/>
                    <a:pt x="155972" y="187625"/>
                  </a:cubicBezTo>
                  <a:cubicBezTo>
                    <a:pt x="158427" y="183471"/>
                    <a:pt x="162980" y="181020"/>
                    <a:pt x="167800" y="181256"/>
                  </a:cubicBezTo>
                  <a:cubicBezTo>
                    <a:pt x="172592" y="181536"/>
                    <a:pt x="176840" y="184434"/>
                    <a:pt x="178848" y="188795"/>
                  </a:cubicBezTo>
                  <a:cubicBezTo>
                    <a:pt x="180018" y="191264"/>
                    <a:pt x="189766" y="214790"/>
                    <a:pt x="169879" y="256513"/>
                  </a:cubicBezTo>
                  <a:cubicBezTo>
                    <a:pt x="168190" y="260152"/>
                    <a:pt x="166370" y="263531"/>
                    <a:pt x="164680" y="266651"/>
                  </a:cubicBezTo>
                  <a:cubicBezTo>
                    <a:pt x="191193" y="255927"/>
                    <a:pt x="216870" y="243241"/>
                    <a:pt x="241496" y="228698"/>
                  </a:cubicBezTo>
                  <a:cubicBezTo>
                    <a:pt x="271357" y="210535"/>
                    <a:pt x="298270" y="187919"/>
                    <a:pt x="321302" y="161630"/>
                  </a:cubicBezTo>
                  <a:cubicBezTo>
                    <a:pt x="323597" y="158860"/>
                    <a:pt x="326939" y="157166"/>
                    <a:pt x="330530" y="156951"/>
                  </a:cubicBezTo>
                  <a:cubicBezTo>
                    <a:pt x="334170" y="156682"/>
                    <a:pt x="337755" y="157955"/>
                    <a:pt x="340409" y="160460"/>
                  </a:cubicBezTo>
                  <a:cubicBezTo>
                    <a:pt x="369850" y="189181"/>
                    <a:pt x="393501" y="223289"/>
                    <a:pt x="410076" y="260932"/>
                  </a:cubicBezTo>
                  <a:cubicBezTo>
                    <a:pt x="418009" y="280987"/>
                    <a:pt x="424523" y="301574"/>
                    <a:pt x="429573" y="322541"/>
                  </a:cubicBezTo>
                  <a:cubicBezTo>
                    <a:pt x="439011" y="310162"/>
                    <a:pt x="444452" y="295199"/>
                    <a:pt x="445170" y="279649"/>
                  </a:cubicBezTo>
                  <a:cubicBezTo>
                    <a:pt x="445239" y="213572"/>
                    <a:pt x="415837" y="150908"/>
                    <a:pt x="364974" y="108729"/>
                  </a:cubicBezTo>
                  <a:lnTo>
                    <a:pt x="408386" y="87283"/>
                  </a:lnTo>
                  <a:cubicBezTo>
                    <a:pt x="413853" y="84415"/>
                    <a:pt x="415960" y="77658"/>
                    <a:pt x="413092" y="72192"/>
                  </a:cubicBezTo>
                  <a:cubicBezTo>
                    <a:pt x="410851" y="67922"/>
                    <a:pt x="406125" y="65569"/>
                    <a:pt x="401368" y="66357"/>
                  </a:cubicBezTo>
                  <a:lnTo>
                    <a:pt x="339629" y="77535"/>
                  </a:lnTo>
                  <a:lnTo>
                    <a:pt x="354836" y="55569"/>
                  </a:lnTo>
                  <a:cubicBezTo>
                    <a:pt x="357910" y="51047"/>
                    <a:pt x="357308" y="44972"/>
                    <a:pt x="353406" y="41142"/>
                  </a:cubicBezTo>
                  <a:cubicBezTo>
                    <a:pt x="349458" y="37337"/>
                    <a:pt x="343315" y="37006"/>
                    <a:pt x="338979" y="40362"/>
                  </a:cubicBezTo>
                  <a:lnTo>
                    <a:pt x="306225" y="65057"/>
                  </a:lnTo>
                  <a:lnTo>
                    <a:pt x="273601" y="5658"/>
                  </a:lnTo>
                  <a:cubicBezTo>
                    <a:pt x="270551" y="290"/>
                    <a:pt x="263728" y="-1588"/>
                    <a:pt x="258360" y="1461"/>
                  </a:cubicBezTo>
                  <a:cubicBezTo>
                    <a:pt x="254393" y="3715"/>
                    <a:pt x="252194" y="8155"/>
                    <a:pt x="252804" y="12677"/>
                  </a:cubicBezTo>
                  <a:lnTo>
                    <a:pt x="259953" y="60638"/>
                  </a:lnTo>
                  <a:cubicBezTo>
                    <a:pt x="247505" y="58458"/>
                    <a:pt x="234896" y="57329"/>
                    <a:pt x="222260" y="57259"/>
                  </a:cubicBezTo>
                  <a:cubicBezTo>
                    <a:pt x="99467" y="57402"/>
                    <a:pt x="0" y="156986"/>
                    <a:pt x="0" y="279779"/>
                  </a:cubicBezTo>
                  <a:cubicBezTo>
                    <a:pt x="261" y="293620"/>
                    <a:pt x="4356" y="307118"/>
                    <a:pt x="11828" y="318771"/>
                  </a:cubicBezTo>
                  <a:cubicBezTo>
                    <a:pt x="17388" y="303016"/>
                    <a:pt x="25322" y="288201"/>
                    <a:pt x="35354" y="274839"/>
                  </a:cubicBezTo>
                  <a:close/>
                </a:path>
              </a:pathLst>
            </a:custGeom>
            <a:solidFill>
              <a:srgbClr val="000000"/>
            </a:solidFill>
            <a:ln w="12998" cap="flat">
              <a:noFill/>
              <a:prstDash val="solid"/>
              <a:miter/>
            </a:ln>
          </p:spPr>
          <p:txBody>
            <a:bodyPr rtlCol="0" anchor="ctr"/>
            <a:lstStyle/>
            <a:p>
              <a:endParaRPr lang="en-HK"/>
            </a:p>
          </p:txBody>
        </p:sp>
      </p:grpSp>
      <p:grpSp>
        <p:nvGrpSpPr>
          <p:cNvPr id="16" name="Group 15">
            <a:extLst>
              <a:ext uri="{FF2B5EF4-FFF2-40B4-BE49-F238E27FC236}">
                <a16:creationId xmlns:a16="http://schemas.microsoft.com/office/drawing/2014/main" id="{EBA42BCB-D98A-0B67-BF15-927329F974F4}"/>
              </a:ext>
            </a:extLst>
          </p:cNvPr>
          <p:cNvGrpSpPr/>
          <p:nvPr/>
        </p:nvGrpSpPr>
        <p:grpSpPr>
          <a:xfrm>
            <a:off x="1495592" y="2687656"/>
            <a:ext cx="3095458" cy="1285578"/>
            <a:chOff x="1495592" y="2687656"/>
            <a:chExt cx="3095458" cy="892247"/>
          </a:xfrm>
        </p:grpSpPr>
        <p:sp>
          <p:nvSpPr>
            <p:cNvPr id="3" name="TextBox 2">
              <a:extLst>
                <a:ext uri="{FF2B5EF4-FFF2-40B4-BE49-F238E27FC236}">
                  <a16:creationId xmlns:a16="http://schemas.microsoft.com/office/drawing/2014/main" id="{ED8B6F3F-EA20-2842-92A9-DE3F30163D78}"/>
                </a:ext>
              </a:extLst>
            </p:cNvPr>
            <p:cNvSpPr txBox="1"/>
            <p:nvPr/>
          </p:nvSpPr>
          <p:spPr>
            <a:xfrm>
              <a:off x="1495592" y="2687656"/>
              <a:ext cx="1338828" cy="369332"/>
            </a:xfrm>
            <a:prstGeom prst="rect">
              <a:avLst/>
            </a:prstGeom>
            <a:solidFill>
              <a:schemeClr val="tx2"/>
            </a:solidFill>
          </p:spPr>
          <p:txBody>
            <a:bodyPr wrap="none" rtlCol="0">
              <a:spAutoFit/>
            </a:bodyPr>
            <a:lstStyle/>
            <a:p>
              <a:r>
                <a:rPr lang="zh-TW" altLang="en-US">
                  <a:solidFill>
                    <a:schemeClr val="bg1"/>
                  </a:solidFill>
                  <a:latin typeface="+mj-ea"/>
                  <a:ea typeface="+mj-ea"/>
                  <a:cs typeface="Helvetica" panose="020B0604020202020204" pitchFamily="34" charset="0"/>
                </a:rPr>
                <a:t>客戶端</a:t>
              </a:r>
              <a:r>
                <a:rPr lang="en-US" err="1">
                  <a:solidFill>
                    <a:schemeClr val="bg1"/>
                  </a:solidFill>
                  <a:latin typeface="+mj-ea"/>
                  <a:ea typeface="+mj-ea"/>
                  <a:cs typeface="Helvetica" panose="020B0604020202020204" pitchFamily="34" charset="0"/>
                </a:rPr>
                <a:t>電腦</a:t>
              </a:r>
              <a:endParaRPr lang="en-US">
                <a:solidFill>
                  <a:schemeClr val="bg1"/>
                </a:solidFill>
                <a:latin typeface="+mj-ea"/>
                <a:ea typeface="+mj-ea"/>
                <a:cs typeface="Helvetica" panose="020B0604020202020204" pitchFamily="34" charset="0"/>
              </a:endParaRPr>
            </a:p>
          </p:txBody>
        </p:sp>
        <p:sp>
          <p:nvSpPr>
            <p:cNvPr id="10" name="TextBox 9">
              <a:extLst>
                <a:ext uri="{FF2B5EF4-FFF2-40B4-BE49-F238E27FC236}">
                  <a16:creationId xmlns:a16="http://schemas.microsoft.com/office/drawing/2014/main" id="{40F52A79-50CD-F2D3-A685-966B021F98A2}"/>
                </a:ext>
              </a:extLst>
            </p:cNvPr>
            <p:cNvSpPr txBox="1"/>
            <p:nvPr/>
          </p:nvSpPr>
          <p:spPr>
            <a:xfrm>
              <a:off x="1495592" y="3013136"/>
              <a:ext cx="1478290" cy="307777"/>
            </a:xfrm>
            <a:prstGeom prst="rect">
              <a:avLst/>
            </a:prstGeom>
            <a:solidFill>
              <a:schemeClr val="bg1"/>
            </a:solidFill>
          </p:spPr>
          <p:txBody>
            <a:bodyPr wrap="none" rtlCol="0">
              <a:spAutoFit/>
            </a:bodyPr>
            <a:lstStyle/>
            <a:p>
              <a:r>
                <a:rPr lang="en-HK" sz="1400">
                  <a:latin typeface="Helvetica" panose="020B0604020202020204" pitchFamily="34" charset="0"/>
                  <a:cs typeface="Helvetica" panose="020B0604020202020204" pitchFamily="34" charset="0"/>
                </a:rPr>
                <a:t>Client Computer</a:t>
              </a:r>
            </a:p>
          </p:txBody>
        </p:sp>
        <p:sp>
          <p:nvSpPr>
            <p:cNvPr id="11" name="Rectangle 10">
              <a:extLst>
                <a:ext uri="{FF2B5EF4-FFF2-40B4-BE49-F238E27FC236}">
                  <a16:creationId xmlns:a16="http://schemas.microsoft.com/office/drawing/2014/main" id="{1E4CDB52-E40B-D460-2282-1C6F54669010}"/>
                </a:ext>
              </a:extLst>
            </p:cNvPr>
            <p:cNvSpPr/>
            <p:nvPr/>
          </p:nvSpPr>
          <p:spPr>
            <a:xfrm>
              <a:off x="1544596" y="3272126"/>
              <a:ext cx="3046454" cy="3077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p>
          </p:txBody>
        </p:sp>
      </p:grpSp>
      <p:pic>
        <p:nvPicPr>
          <p:cNvPr id="2050" name="Picture 2" descr="How to set up Google's Chrome browser the right way | PCWorld">
            <a:extLst>
              <a:ext uri="{FF2B5EF4-FFF2-40B4-BE49-F238E27FC236}">
                <a16:creationId xmlns:a16="http://schemas.microsoft.com/office/drawing/2014/main" id="{E92D8D0D-DE30-47C9-D302-E5A1575348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1114" y="4250309"/>
            <a:ext cx="1216602" cy="974251"/>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a:extLst>
              <a:ext uri="{FF2B5EF4-FFF2-40B4-BE49-F238E27FC236}">
                <a16:creationId xmlns:a16="http://schemas.microsoft.com/office/drawing/2014/main" id="{BF353DC3-B0B5-B1B9-15BD-1EB2E8129ADC}"/>
              </a:ext>
            </a:extLst>
          </p:cNvPr>
          <p:cNvPicPr>
            <a:picLocks noChangeAspect="1"/>
          </p:cNvPicPr>
          <p:nvPr/>
        </p:nvPicPr>
        <p:blipFill rotWithShape="1">
          <a:blip r:embed="rId5"/>
          <a:srcRect l="2404" t="57361" r="76350" b="16239"/>
          <a:stretch/>
        </p:blipFill>
        <p:spPr>
          <a:xfrm>
            <a:off x="3022886" y="1786603"/>
            <a:ext cx="2936323" cy="2052290"/>
          </a:xfrm>
          <a:prstGeom prst="ellipse">
            <a:avLst/>
          </a:prstGeom>
          <a:ln w="3175"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cxnSp>
        <p:nvCxnSpPr>
          <p:cNvPr id="25" name="Straight Connector 24">
            <a:extLst>
              <a:ext uri="{FF2B5EF4-FFF2-40B4-BE49-F238E27FC236}">
                <a16:creationId xmlns:a16="http://schemas.microsoft.com/office/drawing/2014/main" id="{A92857A9-E76C-4F0D-1BC3-600DDF12AA06}"/>
              </a:ext>
            </a:extLst>
          </p:cNvPr>
          <p:cNvCxnSpPr>
            <a:cxnSpLocks/>
          </p:cNvCxnSpPr>
          <p:nvPr/>
        </p:nvCxnSpPr>
        <p:spPr>
          <a:xfrm flipV="1">
            <a:off x="2591114" y="2930769"/>
            <a:ext cx="416302" cy="1269215"/>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4718914-548A-5E02-05E1-1E4D4BD7DB6A}"/>
              </a:ext>
            </a:extLst>
          </p:cNvPr>
          <p:cNvCxnSpPr>
            <a:cxnSpLocks/>
          </p:cNvCxnSpPr>
          <p:nvPr/>
        </p:nvCxnSpPr>
        <p:spPr>
          <a:xfrm flipV="1">
            <a:off x="3769756" y="3838893"/>
            <a:ext cx="525676" cy="411416"/>
          </a:xfrm>
          <a:prstGeom prst="line">
            <a:avLst/>
          </a:prstGeom>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2C433D55-F464-EF82-95C2-0CE17E8F1391}"/>
              </a:ext>
            </a:extLst>
          </p:cNvPr>
          <p:cNvSpPr txBox="1"/>
          <p:nvPr/>
        </p:nvSpPr>
        <p:spPr>
          <a:xfrm>
            <a:off x="5974679" y="1987034"/>
            <a:ext cx="881973" cy="369332"/>
          </a:xfrm>
          <a:prstGeom prst="rect">
            <a:avLst/>
          </a:prstGeom>
          <a:solidFill>
            <a:schemeClr val="tx2"/>
          </a:solidFill>
        </p:spPr>
        <p:txBody>
          <a:bodyPr wrap="none" rtlCol="0">
            <a:spAutoFit/>
          </a:bodyPr>
          <a:lstStyle/>
          <a:p>
            <a:r>
              <a:rPr lang="ja-JP" altLang="en-US" b="1" i="0">
                <a:solidFill>
                  <a:schemeClr val="bg1"/>
                </a:solidFill>
                <a:effectLst/>
                <a:latin typeface="-apple-system"/>
              </a:rPr>
              <a:t>超鏈接</a:t>
            </a:r>
            <a:endParaRPr lang="en-US">
              <a:solidFill>
                <a:schemeClr val="bg1"/>
              </a:solidFill>
            </a:endParaRPr>
          </a:p>
        </p:txBody>
      </p:sp>
      <p:cxnSp>
        <p:nvCxnSpPr>
          <p:cNvPr id="31" name="Straight Connector 30">
            <a:extLst>
              <a:ext uri="{FF2B5EF4-FFF2-40B4-BE49-F238E27FC236}">
                <a16:creationId xmlns:a16="http://schemas.microsoft.com/office/drawing/2014/main" id="{3E3D981D-27F3-23C3-B4FE-5719082D1F23}"/>
              </a:ext>
            </a:extLst>
          </p:cNvPr>
          <p:cNvCxnSpPr>
            <a:cxnSpLocks/>
          </p:cNvCxnSpPr>
          <p:nvPr/>
        </p:nvCxnSpPr>
        <p:spPr>
          <a:xfrm flipV="1">
            <a:off x="5696371" y="2338943"/>
            <a:ext cx="503513" cy="7577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30BFD39-F207-8255-5D47-38CCC0366340}"/>
              </a:ext>
            </a:extLst>
          </p:cNvPr>
          <p:cNvCxnSpPr>
            <a:cxnSpLocks/>
            <a:endCxn id="30" idx="1"/>
          </p:cNvCxnSpPr>
          <p:nvPr/>
        </p:nvCxnSpPr>
        <p:spPr>
          <a:xfrm flipV="1">
            <a:off x="4514493" y="2171700"/>
            <a:ext cx="1460186" cy="1133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FBD4E47-0C81-91C2-7B3F-3652613DFD83}"/>
              </a:ext>
            </a:extLst>
          </p:cNvPr>
          <p:cNvCxnSpPr>
            <a:cxnSpLocks/>
          </p:cNvCxnSpPr>
          <p:nvPr/>
        </p:nvCxnSpPr>
        <p:spPr>
          <a:xfrm flipV="1">
            <a:off x="3881763" y="2338943"/>
            <a:ext cx="2110355" cy="48532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C4019261-8A08-73C2-3A44-5CAAA9B38717}"/>
              </a:ext>
            </a:extLst>
          </p:cNvPr>
          <p:cNvSpPr txBox="1"/>
          <p:nvPr/>
        </p:nvSpPr>
        <p:spPr>
          <a:xfrm>
            <a:off x="3951688" y="3958833"/>
            <a:ext cx="1819145" cy="338554"/>
          </a:xfrm>
          <a:prstGeom prst="rect">
            <a:avLst/>
          </a:prstGeom>
          <a:noFill/>
        </p:spPr>
        <p:txBody>
          <a:bodyPr wrap="square">
            <a:spAutoFit/>
          </a:bodyPr>
          <a:lstStyle/>
          <a:p>
            <a:r>
              <a:rPr lang="zh-CN" altLang="en-US" sz="1600">
                <a:solidFill>
                  <a:schemeClr val="accent1">
                    <a:lumMod val="75000"/>
                  </a:schemeClr>
                </a:solidFill>
              </a:rPr>
              <a:t>「請求」 </a:t>
            </a:r>
            <a:r>
              <a:rPr lang="en-US" altLang="zh-CN" sz="1600">
                <a:solidFill>
                  <a:schemeClr val="accent1">
                    <a:lumMod val="75000"/>
                  </a:schemeClr>
                </a:solidFill>
              </a:rPr>
              <a:t>(</a:t>
            </a:r>
            <a:r>
              <a:rPr lang="en-HK" altLang="zh-CN" sz="1600">
                <a:solidFill>
                  <a:schemeClr val="accent1">
                    <a:lumMod val="75000"/>
                  </a:schemeClr>
                </a:solidFill>
              </a:rPr>
              <a:t>request)</a:t>
            </a:r>
            <a:endParaRPr lang="en-HK" sz="1600"/>
          </a:p>
        </p:txBody>
      </p:sp>
      <p:sp>
        <p:nvSpPr>
          <p:cNvPr id="40" name="TextBox 39">
            <a:extLst>
              <a:ext uri="{FF2B5EF4-FFF2-40B4-BE49-F238E27FC236}">
                <a16:creationId xmlns:a16="http://schemas.microsoft.com/office/drawing/2014/main" id="{6E46E027-966B-7E1D-F3E4-65DEEA90DAD5}"/>
              </a:ext>
            </a:extLst>
          </p:cNvPr>
          <p:cNvSpPr txBox="1"/>
          <p:nvPr/>
        </p:nvSpPr>
        <p:spPr>
          <a:xfrm>
            <a:off x="4295432" y="5260448"/>
            <a:ext cx="1777271" cy="338554"/>
          </a:xfrm>
          <a:prstGeom prst="rect">
            <a:avLst/>
          </a:prstGeom>
          <a:noFill/>
        </p:spPr>
        <p:txBody>
          <a:bodyPr wrap="square">
            <a:spAutoFit/>
          </a:bodyPr>
          <a:lstStyle/>
          <a:p>
            <a:r>
              <a:rPr lang="zh-TW" altLang="en-US" sz="1600">
                <a:solidFill>
                  <a:schemeClr val="accent1">
                    <a:lumMod val="75000"/>
                  </a:schemeClr>
                </a:solidFill>
              </a:rPr>
              <a:t>“回應” </a:t>
            </a:r>
            <a:r>
              <a:rPr lang="en-HK" altLang="zh-TW" sz="1600">
                <a:solidFill>
                  <a:schemeClr val="accent1">
                    <a:lumMod val="75000"/>
                  </a:schemeClr>
                </a:solidFill>
              </a:rPr>
              <a:t>(response)</a:t>
            </a:r>
            <a:endParaRPr lang="en-HK" sz="1600"/>
          </a:p>
        </p:txBody>
      </p:sp>
      <p:sp>
        <p:nvSpPr>
          <p:cNvPr id="43" name="Rectangle 42">
            <a:extLst>
              <a:ext uri="{FF2B5EF4-FFF2-40B4-BE49-F238E27FC236}">
                <a16:creationId xmlns:a16="http://schemas.microsoft.com/office/drawing/2014/main" id="{EC25DBC7-7926-7B77-3A8F-F7D9AA6B1C0D}"/>
              </a:ext>
            </a:extLst>
          </p:cNvPr>
          <p:cNvSpPr/>
          <p:nvPr/>
        </p:nvSpPr>
        <p:spPr>
          <a:xfrm>
            <a:off x="7579409" y="4454769"/>
            <a:ext cx="1324708" cy="72253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1600">
                <a:solidFill>
                  <a:schemeClr val="tx1"/>
                </a:solidFill>
                <a:latin typeface="+mj-lt"/>
                <a:cs typeface="Helvetica" panose="020B0604020202020204" pitchFamily="34" charset="0"/>
              </a:rPr>
              <a:t>通過</a:t>
            </a:r>
            <a:r>
              <a:rPr lang="zh-TW" altLang="en-US" sz="1600">
                <a:solidFill>
                  <a:schemeClr val="bg1"/>
                </a:solidFill>
                <a:highlight>
                  <a:srgbClr val="42413D"/>
                </a:highlight>
                <a:latin typeface="+mj-lt"/>
                <a:cs typeface="Helvetica" panose="020B0604020202020204" pitchFamily="34" charset="0"/>
              </a:rPr>
              <a:t>超文本傳輸協議 </a:t>
            </a:r>
            <a:r>
              <a:rPr lang="en-US" altLang="zh-TW" sz="1600">
                <a:solidFill>
                  <a:schemeClr val="bg1"/>
                </a:solidFill>
                <a:highlight>
                  <a:srgbClr val="42413D"/>
                </a:highlight>
                <a:latin typeface="+mj-lt"/>
                <a:cs typeface="Helvetica" panose="020B0604020202020204" pitchFamily="34" charset="0"/>
              </a:rPr>
              <a:t>(</a:t>
            </a:r>
            <a:r>
              <a:rPr lang="en-US" sz="1600">
                <a:solidFill>
                  <a:schemeClr val="bg1"/>
                </a:solidFill>
                <a:highlight>
                  <a:srgbClr val="42413D"/>
                </a:highlight>
                <a:latin typeface="+mj-lt"/>
                <a:cs typeface="Helvetica" panose="020B0604020202020204" pitchFamily="34" charset="0"/>
              </a:rPr>
              <a:t>HTTP) </a:t>
            </a:r>
            <a:r>
              <a:rPr lang="zh-TW" altLang="en-US" sz="1600">
                <a:solidFill>
                  <a:schemeClr val="tx1"/>
                </a:solidFill>
                <a:latin typeface="+mj-lt"/>
                <a:cs typeface="Helvetica" panose="020B0604020202020204" pitchFamily="34" charset="0"/>
              </a:rPr>
              <a:t>傳輸</a:t>
            </a:r>
            <a:endParaRPr lang="en-HK" sz="1600">
              <a:solidFill>
                <a:schemeClr val="tx1"/>
              </a:solidFill>
              <a:latin typeface="+mj-lt"/>
              <a:cs typeface="Helvetica" panose="020B0604020202020204" pitchFamily="34" charset="0"/>
            </a:endParaRPr>
          </a:p>
        </p:txBody>
      </p:sp>
    </p:spTree>
    <p:extLst>
      <p:ext uri="{BB962C8B-B14F-4D97-AF65-F5344CB8AC3E}">
        <p14:creationId xmlns:p14="http://schemas.microsoft.com/office/powerpoint/2010/main" val="31774032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FBA78-8D73-CE1E-EED1-9FA72F5C53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6A97C1-2B5B-21CF-4B09-A4617762C77E}"/>
              </a:ext>
            </a:extLst>
          </p:cNvPr>
          <p:cNvSpPr>
            <a:spLocks noGrp="1"/>
          </p:cNvSpPr>
          <p:nvPr>
            <p:ph type="title"/>
          </p:nvPr>
        </p:nvSpPr>
        <p:spPr>
          <a:xfrm>
            <a:off x="1378214" y="406536"/>
            <a:ext cx="9601200" cy="1485900"/>
          </a:xfrm>
        </p:spPr>
        <p:txBody>
          <a:bodyPr/>
          <a:lstStyle/>
          <a:p>
            <a:r>
              <a:rPr lang="en-US" b="1" dirty="0" err="1">
                <a:latin typeface="DengXian" panose="02010600030101010101" pitchFamily="2" charset="-122"/>
                <a:ea typeface="DengXian" panose="02010600030101010101" pitchFamily="2" charset="-122"/>
              </a:rPr>
              <a:t>網頁應用</a:t>
            </a:r>
            <a:r>
              <a:rPr lang="zh-TW" altLang="en-US" b="1" dirty="0">
                <a:latin typeface="DengXian" panose="02010600030101010101" pitchFamily="2" charset="-122"/>
                <a:ea typeface="DengXian" panose="02010600030101010101" pitchFamily="2" charset="-122"/>
              </a:rPr>
              <a:t>概念</a:t>
            </a:r>
            <a:endParaRPr lang="en-US" b="1" dirty="0">
              <a:latin typeface="DengXian" panose="02010600030101010101" pitchFamily="2" charset="-122"/>
              <a:ea typeface="DengXian" panose="02010600030101010101" pitchFamily="2" charset="-122"/>
            </a:endParaRPr>
          </a:p>
        </p:txBody>
      </p:sp>
      <p:pic>
        <p:nvPicPr>
          <p:cNvPr id="3074" name="Picture 2">
            <a:extLst>
              <a:ext uri="{FF2B5EF4-FFF2-40B4-BE49-F238E27FC236}">
                <a16:creationId xmlns:a16="http://schemas.microsoft.com/office/drawing/2014/main" id="{321E5603-0608-2C68-7B6E-CCC0C341B47C}"/>
              </a:ext>
            </a:extLst>
          </p:cNvPr>
          <p:cNvPicPr>
            <a:picLocks noGrp="1" noChangeAspect="1" noChangeArrowheads="1"/>
          </p:cNvPicPr>
          <p:nvPr>
            <p:ph idx="1"/>
          </p:nvPr>
        </p:nvPicPr>
        <p:blipFill>
          <a:blip r:embed="rId3" cstate="screen">
            <a:extLst>
              <a:ext uri="{28A0092B-C50C-407E-A947-70E740481C1C}">
                <a14:useLocalDpi xmlns:a14="http://schemas.microsoft.com/office/drawing/2010/main"/>
              </a:ext>
            </a:extLst>
          </a:blip>
          <a:stretch>
            <a:fillRect/>
          </a:stretch>
        </p:blipFill>
        <p:spPr bwMode="auto">
          <a:xfrm>
            <a:off x="1371600" y="2583116"/>
            <a:ext cx="10665802" cy="4274884"/>
          </a:xfrm>
          <a:prstGeom prst="rect">
            <a:avLst/>
          </a:prstGeom>
          <a:solidFill>
            <a:schemeClr val="bg1"/>
          </a:solidFill>
        </p:spPr>
      </p:pic>
      <p:sp>
        <p:nvSpPr>
          <p:cNvPr id="4" name="Slide Number Placeholder 3">
            <a:extLst>
              <a:ext uri="{FF2B5EF4-FFF2-40B4-BE49-F238E27FC236}">
                <a16:creationId xmlns:a16="http://schemas.microsoft.com/office/drawing/2014/main" id="{ECCACC55-7393-60B6-321F-A9301A5E4D4F}"/>
              </a:ext>
            </a:extLst>
          </p:cNvPr>
          <p:cNvSpPr>
            <a:spLocks noGrp="1"/>
          </p:cNvSpPr>
          <p:nvPr>
            <p:ph type="sldNum" sz="quarter" idx="12"/>
          </p:nvPr>
        </p:nvSpPr>
        <p:spPr/>
        <p:txBody>
          <a:bodyPr/>
          <a:lstStyle/>
          <a:p>
            <a:fld id="{14B07A3D-2F58-EF4D-A265-F014B879E6ED}" type="slidenum">
              <a:rPr lang="en-US" smtClean="0">
                <a:latin typeface="DengXian" panose="02010600030101010101" pitchFamily="2" charset="-122"/>
                <a:ea typeface="DengXian" panose="02010600030101010101" pitchFamily="2" charset="-122"/>
              </a:rPr>
              <a:pPr/>
              <a:t>30</a:t>
            </a:fld>
            <a:endParaRPr lang="en-US">
              <a:latin typeface="DengXian" panose="02010600030101010101" pitchFamily="2" charset="-122"/>
              <a:ea typeface="DengXian" panose="02010600030101010101" pitchFamily="2" charset="-122"/>
            </a:endParaRPr>
          </a:p>
        </p:txBody>
      </p:sp>
      <p:sp>
        <p:nvSpPr>
          <p:cNvPr id="6" name="TextBox 5">
            <a:extLst>
              <a:ext uri="{FF2B5EF4-FFF2-40B4-BE49-F238E27FC236}">
                <a16:creationId xmlns:a16="http://schemas.microsoft.com/office/drawing/2014/main" id="{728DA24F-FEC0-2133-9C8D-1C993225924A}"/>
              </a:ext>
            </a:extLst>
          </p:cNvPr>
          <p:cNvSpPr txBox="1"/>
          <p:nvPr/>
        </p:nvSpPr>
        <p:spPr>
          <a:xfrm>
            <a:off x="6990865" y="3404467"/>
            <a:ext cx="877163" cy="369332"/>
          </a:xfrm>
          <a:prstGeom prst="rect">
            <a:avLst/>
          </a:prstGeom>
          <a:solidFill>
            <a:schemeClr val="tx2"/>
          </a:solidFill>
        </p:spPr>
        <p:txBody>
          <a:bodyPr wrap="none" rtlCol="0">
            <a:spAutoFit/>
          </a:bodyPr>
          <a:lstStyle/>
          <a:p>
            <a:r>
              <a:rPr lang="en-US" err="1">
                <a:solidFill>
                  <a:schemeClr val="bg1"/>
                </a:solidFill>
                <a:latin typeface="DengXian" panose="02010600030101010101" pitchFamily="2" charset="-122"/>
                <a:ea typeface="DengXian" panose="02010600030101010101" pitchFamily="2" charset="-122"/>
              </a:rPr>
              <a:t>互聯網</a:t>
            </a:r>
            <a:endParaRPr lang="en-US">
              <a:solidFill>
                <a:schemeClr val="bg1"/>
              </a:solidFill>
              <a:latin typeface="DengXian" panose="02010600030101010101" pitchFamily="2" charset="-122"/>
              <a:ea typeface="DengXian" panose="02010600030101010101" pitchFamily="2" charset="-122"/>
            </a:endParaRPr>
          </a:p>
        </p:txBody>
      </p:sp>
      <p:sp>
        <p:nvSpPr>
          <p:cNvPr id="7" name="TextBox 6">
            <a:extLst>
              <a:ext uri="{FF2B5EF4-FFF2-40B4-BE49-F238E27FC236}">
                <a16:creationId xmlns:a16="http://schemas.microsoft.com/office/drawing/2014/main" id="{0F5DCD19-4EE5-40E6-7719-B21EAB48CFE1}"/>
              </a:ext>
            </a:extLst>
          </p:cNvPr>
          <p:cNvSpPr txBox="1"/>
          <p:nvPr/>
        </p:nvSpPr>
        <p:spPr>
          <a:xfrm>
            <a:off x="9733687" y="2448775"/>
            <a:ext cx="1338828" cy="369332"/>
          </a:xfrm>
          <a:prstGeom prst="rect">
            <a:avLst/>
          </a:prstGeom>
          <a:solidFill>
            <a:schemeClr val="tx2"/>
          </a:solidFill>
        </p:spPr>
        <p:txBody>
          <a:bodyPr wrap="none" rtlCol="0">
            <a:spAutoFit/>
          </a:bodyPr>
          <a:lstStyle/>
          <a:p>
            <a:r>
              <a:rPr lang="zh-TW" altLang="en-US" b="0" i="0">
                <a:solidFill>
                  <a:schemeClr val="bg1"/>
                </a:solidFill>
                <a:effectLst/>
                <a:latin typeface="DengXian" panose="02010600030101010101" pitchFamily="2" charset="-122"/>
                <a:ea typeface="DengXian" panose="02010600030101010101" pitchFamily="2" charset="-122"/>
              </a:rPr>
              <a:t>網頁服務器</a:t>
            </a:r>
            <a:endParaRPr lang="en-US">
              <a:solidFill>
                <a:schemeClr val="bg1"/>
              </a:solidFill>
              <a:latin typeface="DengXian" panose="02010600030101010101" pitchFamily="2" charset="-122"/>
              <a:ea typeface="DengXian" panose="02010600030101010101" pitchFamily="2" charset="-122"/>
            </a:endParaRPr>
          </a:p>
        </p:txBody>
      </p:sp>
      <p:sp>
        <p:nvSpPr>
          <p:cNvPr id="14" name="Freeform: Shape 13">
            <a:extLst>
              <a:ext uri="{FF2B5EF4-FFF2-40B4-BE49-F238E27FC236}">
                <a16:creationId xmlns:a16="http://schemas.microsoft.com/office/drawing/2014/main" id="{91F37B3D-3448-D939-EB93-3D995F76F6C7}"/>
              </a:ext>
            </a:extLst>
          </p:cNvPr>
          <p:cNvSpPr/>
          <p:nvPr/>
        </p:nvSpPr>
        <p:spPr>
          <a:xfrm>
            <a:off x="2255937" y="5235216"/>
            <a:ext cx="384080" cy="310326"/>
          </a:xfrm>
          <a:custGeom>
            <a:avLst/>
            <a:gdLst>
              <a:gd name="connsiteX0" fmla="*/ 357566 w 384080"/>
              <a:gd name="connsiteY0" fmla="*/ 81625 h 310326"/>
              <a:gd name="connsiteX1" fmla="*/ 303495 w 384080"/>
              <a:gd name="connsiteY1" fmla="*/ 0 h 310326"/>
              <a:gd name="connsiteX2" fmla="*/ 227069 w 384080"/>
              <a:gd name="connsiteY2" fmla="*/ 61869 h 310326"/>
              <a:gd name="connsiteX3" fmla="*/ 101642 w 384080"/>
              <a:gd name="connsiteY3" fmla="*/ 118929 h 310326"/>
              <a:gd name="connsiteX4" fmla="*/ 85165 w 384080"/>
              <a:gd name="connsiteY4" fmla="*/ 110780 h 310326"/>
              <a:gd name="connsiteX5" fmla="*/ 89554 w 384080"/>
              <a:gd name="connsiteY5" fmla="*/ 96313 h 310326"/>
              <a:gd name="connsiteX6" fmla="*/ 118279 w 384080"/>
              <a:gd name="connsiteY6" fmla="*/ 56410 h 310326"/>
              <a:gd name="connsiteX7" fmla="*/ 122178 w 384080"/>
              <a:gd name="connsiteY7" fmla="*/ 47052 h 310326"/>
              <a:gd name="connsiteX8" fmla="*/ 94493 w 384080"/>
              <a:gd name="connsiteY8" fmla="*/ 71097 h 310326"/>
              <a:gd name="connsiteX9" fmla="*/ 24826 w 384080"/>
              <a:gd name="connsiteY9" fmla="*/ 105281 h 310326"/>
              <a:gd name="connsiteX10" fmla="*/ 3899 w 384080"/>
              <a:gd name="connsiteY10" fmla="*/ 150903 h 310326"/>
              <a:gd name="connsiteX11" fmla="*/ 0 w 384080"/>
              <a:gd name="connsiteY11" fmla="*/ 180537 h 310326"/>
              <a:gd name="connsiteX12" fmla="*/ 270917 w 384080"/>
              <a:gd name="connsiteY12" fmla="*/ 294997 h 310326"/>
              <a:gd name="connsiteX13" fmla="*/ 384081 w 384080"/>
              <a:gd name="connsiteY13" fmla="*/ 183657 h 310326"/>
              <a:gd name="connsiteX14" fmla="*/ 357566 w 384080"/>
              <a:gd name="connsiteY14" fmla="*/ 81625 h 310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4080" h="310326">
                <a:moveTo>
                  <a:pt x="357566" y="81625"/>
                </a:moveTo>
                <a:cubicBezTo>
                  <a:pt x="344392" y="51498"/>
                  <a:pt x="326098" y="23881"/>
                  <a:pt x="303495" y="0"/>
                </a:cubicBezTo>
                <a:cubicBezTo>
                  <a:pt x="280770" y="23807"/>
                  <a:pt x="255086" y="44599"/>
                  <a:pt x="227069" y="61869"/>
                </a:cubicBezTo>
                <a:cubicBezTo>
                  <a:pt x="187139" y="84775"/>
                  <a:pt x="145146" y="103879"/>
                  <a:pt x="101642" y="118929"/>
                </a:cubicBezTo>
                <a:cubicBezTo>
                  <a:pt x="94841" y="121229"/>
                  <a:pt x="87465" y="117581"/>
                  <a:pt x="85165" y="110780"/>
                </a:cubicBezTo>
                <a:cubicBezTo>
                  <a:pt x="83384" y="105516"/>
                  <a:pt x="85148" y="99701"/>
                  <a:pt x="89554" y="96313"/>
                </a:cubicBezTo>
                <a:cubicBezTo>
                  <a:pt x="101812" y="85166"/>
                  <a:pt x="111598" y="71572"/>
                  <a:pt x="118279" y="56410"/>
                </a:cubicBezTo>
                <a:cubicBezTo>
                  <a:pt x="119838" y="53030"/>
                  <a:pt x="121138" y="50041"/>
                  <a:pt x="122178" y="47052"/>
                </a:cubicBezTo>
                <a:cubicBezTo>
                  <a:pt x="113710" y="55902"/>
                  <a:pt x="104443" y="63951"/>
                  <a:pt x="94493" y="71097"/>
                </a:cubicBezTo>
                <a:cubicBezTo>
                  <a:pt x="73248" y="86146"/>
                  <a:pt x="49728" y="97687"/>
                  <a:pt x="24826" y="105281"/>
                </a:cubicBezTo>
                <a:cubicBezTo>
                  <a:pt x="14952" y="118984"/>
                  <a:pt x="7844" y="134480"/>
                  <a:pt x="3899" y="150903"/>
                </a:cubicBezTo>
                <a:cubicBezTo>
                  <a:pt x="1926" y="160681"/>
                  <a:pt x="623" y="170583"/>
                  <a:pt x="0" y="180537"/>
                </a:cubicBezTo>
                <a:cubicBezTo>
                  <a:pt x="43204" y="286956"/>
                  <a:pt x="164497" y="338202"/>
                  <a:pt x="270917" y="294997"/>
                </a:cubicBezTo>
                <a:cubicBezTo>
                  <a:pt x="321877" y="274309"/>
                  <a:pt x="362567" y="234275"/>
                  <a:pt x="384081" y="183657"/>
                </a:cubicBezTo>
                <a:cubicBezTo>
                  <a:pt x="379364" y="148706"/>
                  <a:pt x="370462" y="114450"/>
                  <a:pt x="357566" y="81625"/>
                </a:cubicBezTo>
                <a:close/>
              </a:path>
            </a:pathLst>
          </a:custGeom>
          <a:solidFill>
            <a:srgbClr val="000000"/>
          </a:solidFill>
          <a:ln w="12998" cap="flat">
            <a:noFill/>
            <a:prstDash val="solid"/>
            <a:miter/>
          </a:ln>
        </p:spPr>
        <p:txBody>
          <a:bodyPr rtlCol="0" anchor="ctr"/>
          <a:lstStyle/>
          <a:p>
            <a:endParaRPr lang="en-HK">
              <a:latin typeface="DengXian" panose="02010600030101010101" pitchFamily="2" charset="-122"/>
              <a:ea typeface="DengXian" panose="02010600030101010101" pitchFamily="2" charset="-122"/>
            </a:endParaRPr>
          </a:p>
        </p:txBody>
      </p:sp>
      <p:grpSp>
        <p:nvGrpSpPr>
          <p:cNvPr id="17" name="Group 16">
            <a:extLst>
              <a:ext uri="{FF2B5EF4-FFF2-40B4-BE49-F238E27FC236}">
                <a16:creationId xmlns:a16="http://schemas.microsoft.com/office/drawing/2014/main" id="{22CF8A82-0A4F-1F6C-A33F-624582701441}"/>
              </a:ext>
            </a:extLst>
          </p:cNvPr>
          <p:cNvGrpSpPr/>
          <p:nvPr/>
        </p:nvGrpSpPr>
        <p:grpSpPr>
          <a:xfrm>
            <a:off x="2110623" y="5046161"/>
            <a:ext cx="675878" cy="915494"/>
            <a:chOff x="2110623" y="5046161"/>
            <a:chExt cx="675878" cy="915494"/>
          </a:xfrm>
        </p:grpSpPr>
        <p:sp>
          <p:nvSpPr>
            <p:cNvPr id="13" name="Freeform: Shape 12">
              <a:extLst>
                <a:ext uri="{FF2B5EF4-FFF2-40B4-BE49-F238E27FC236}">
                  <a16:creationId xmlns:a16="http://schemas.microsoft.com/office/drawing/2014/main" id="{074F4B04-7AA5-366A-9DFD-0A9F0B4BEAE5}"/>
                </a:ext>
              </a:extLst>
            </p:cNvPr>
            <p:cNvSpPr/>
            <p:nvPr/>
          </p:nvSpPr>
          <p:spPr>
            <a:xfrm>
              <a:off x="2110623" y="5597721"/>
              <a:ext cx="675878" cy="363934"/>
            </a:xfrm>
            <a:custGeom>
              <a:avLst/>
              <a:gdLst>
                <a:gd name="connsiteX0" fmla="*/ 642085 w 675878"/>
                <a:gd name="connsiteY0" fmla="*/ 124777 h 363934"/>
                <a:gd name="connsiteX1" fmla="*/ 477404 w 675878"/>
                <a:gd name="connsiteY1" fmla="*/ 25995 h 363934"/>
                <a:gd name="connsiteX2" fmla="*/ 337939 w 675878"/>
                <a:gd name="connsiteY2" fmla="*/ 0 h 363934"/>
                <a:gd name="connsiteX3" fmla="*/ 198475 w 675878"/>
                <a:gd name="connsiteY3" fmla="*/ 25995 h 363934"/>
                <a:gd name="connsiteX4" fmla="*/ 33794 w 675878"/>
                <a:gd name="connsiteY4" fmla="*/ 124777 h 363934"/>
                <a:gd name="connsiteX5" fmla="*/ 0 w 675878"/>
                <a:gd name="connsiteY5" fmla="*/ 207963 h 363934"/>
                <a:gd name="connsiteX6" fmla="*/ 0 w 675878"/>
                <a:gd name="connsiteY6" fmla="*/ 363934 h 363934"/>
                <a:gd name="connsiteX7" fmla="*/ 324942 w 675878"/>
                <a:gd name="connsiteY7" fmla="*/ 363934 h 363934"/>
                <a:gd name="connsiteX8" fmla="*/ 324942 w 675878"/>
                <a:gd name="connsiteY8" fmla="*/ 106191 h 363934"/>
                <a:gd name="connsiteX9" fmla="*/ 199514 w 675878"/>
                <a:gd name="connsiteY9" fmla="*/ 167410 h 363934"/>
                <a:gd name="connsiteX10" fmla="*/ 194185 w 675878"/>
                <a:gd name="connsiteY10" fmla="*/ 168710 h 363934"/>
                <a:gd name="connsiteX11" fmla="*/ 186907 w 675878"/>
                <a:gd name="connsiteY11" fmla="*/ 166240 h 363934"/>
                <a:gd name="connsiteX12" fmla="*/ 182098 w 675878"/>
                <a:gd name="connsiteY12" fmla="*/ 154542 h 363934"/>
                <a:gd name="connsiteX13" fmla="*/ 198085 w 675878"/>
                <a:gd name="connsiteY13" fmla="*/ 54070 h 363934"/>
                <a:gd name="connsiteX14" fmla="*/ 206793 w 675878"/>
                <a:gd name="connsiteY14" fmla="*/ 50691 h 363934"/>
                <a:gd name="connsiteX15" fmla="*/ 257224 w 675878"/>
                <a:gd name="connsiteY15" fmla="*/ 36263 h 363934"/>
                <a:gd name="connsiteX16" fmla="*/ 389314 w 675878"/>
                <a:gd name="connsiteY16" fmla="*/ 65502 h 363934"/>
                <a:gd name="connsiteX17" fmla="*/ 419045 w 675878"/>
                <a:gd name="connsiteY17" fmla="*/ 35484 h 363934"/>
                <a:gd name="connsiteX18" fmla="*/ 468696 w 675878"/>
                <a:gd name="connsiteY18" fmla="*/ 50561 h 363934"/>
                <a:gd name="connsiteX19" fmla="*/ 477794 w 675878"/>
                <a:gd name="connsiteY19" fmla="*/ 53940 h 363934"/>
                <a:gd name="connsiteX20" fmla="*/ 493911 w 675878"/>
                <a:gd name="connsiteY20" fmla="*/ 154542 h 363934"/>
                <a:gd name="connsiteX21" fmla="*/ 489102 w 675878"/>
                <a:gd name="connsiteY21" fmla="*/ 166240 h 363934"/>
                <a:gd name="connsiteX22" fmla="*/ 481824 w 675878"/>
                <a:gd name="connsiteY22" fmla="*/ 168710 h 363934"/>
                <a:gd name="connsiteX23" fmla="*/ 476494 w 675878"/>
                <a:gd name="connsiteY23" fmla="*/ 167410 h 363934"/>
                <a:gd name="connsiteX24" fmla="*/ 350937 w 675878"/>
                <a:gd name="connsiteY24" fmla="*/ 106191 h 363934"/>
                <a:gd name="connsiteX25" fmla="*/ 350937 w 675878"/>
                <a:gd name="connsiteY25" fmla="*/ 363934 h 363934"/>
                <a:gd name="connsiteX26" fmla="*/ 675879 w 675878"/>
                <a:gd name="connsiteY26" fmla="*/ 363934 h 363934"/>
                <a:gd name="connsiteX27" fmla="*/ 675879 w 675878"/>
                <a:gd name="connsiteY27" fmla="*/ 207963 h 363934"/>
                <a:gd name="connsiteX28" fmla="*/ 642085 w 675878"/>
                <a:gd name="connsiteY28" fmla="*/ 124777 h 363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75878" h="363934">
                  <a:moveTo>
                    <a:pt x="642085" y="124777"/>
                  </a:moveTo>
                  <a:cubicBezTo>
                    <a:pt x="595307" y="79899"/>
                    <a:pt x="539021" y="46135"/>
                    <a:pt x="477404" y="25995"/>
                  </a:cubicBezTo>
                  <a:cubicBezTo>
                    <a:pt x="432835" y="9093"/>
                    <a:pt x="385604" y="290"/>
                    <a:pt x="337939" y="0"/>
                  </a:cubicBezTo>
                  <a:cubicBezTo>
                    <a:pt x="290352" y="1071"/>
                    <a:pt x="243253" y="9850"/>
                    <a:pt x="198475" y="25995"/>
                  </a:cubicBezTo>
                  <a:cubicBezTo>
                    <a:pt x="137807" y="48167"/>
                    <a:pt x="81917" y="81692"/>
                    <a:pt x="33794" y="124777"/>
                  </a:cubicBezTo>
                  <a:cubicBezTo>
                    <a:pt x="12058" y="147002"/>
                    <a:pt x="-79" y="176876"/>
                    <a:pt x="0" y="207963"/>
                  </a:cubicBezTo>
                  <a:lnTo>
                    <a:pt x="0" y="363934"/>
                  </a:lnTo>
                  <a:lnTo>
                    <a:pt x="324942" y="363934"/>
                  </a:lnTo>
                  <a:lnTo>
                    <a:pt x="324942" y="106191"/>
                  </a:lnTo>
                  <a:lnTo>
                    <a:pt x="199514" y="167410"/>
                  </a:lnTo>
                  <a:cubicBezTo>
                    <a:pt x="197874" y="168279"/>
                    <a:pt x="196043" y="168725"/>
                    <a:pt x="194185" y="168710"/>
                  </a:cubicBezTo>
                  <a:cubicBezTo>
                    <a:pt x="191547" y="168751"/>
                    <a:pt x="188976" y="167878"/>
                    <a:pt x="186907" y="166240"/>
                  </a:cubicBezTo>
                  <a:cubicBezTo>
                    <a:pt x="183152" y="163618"/>
                    <a:pt x="181272" y="159047"/>
                    <a:pt x="182098" y="154542"/>
                  </a:cubicBezTo>
                  <a:lnTo>
                    <a:pt x="198085" y="54070"/>
                  </a:lnTo>
                  <a:lnTo>
                    <a:pt x="206793" y="50691"/>
                  </a:lnTo>
                  <a:cubicBezTo>
                    <a:pt x="224470" y="44712"/>
                    <a:pt x="241107" y="40033"/>
                    <a:pt x="257224" y="36263"/>
                  </a:cubicBezTo>
                  <a:cubicBezTo>
                    <a:pt x="285625" y="80813"/>
                    <a:pt x="344765" y="93904"/>
                    <a:pt x="389314" y="65502"/>
                  </a:cubicBezTo>
                  <a:cubicBezTo>
                    <a:pt x="401338" y="57837"/>
                    <a:pt x="411496" y="47581"/>
                    <a:pt x="419045" y="35484"/>
                  </a:cubicBezTo>
                  <a:cubicBezTo>
                    <a:pt x="435889" y="39487"/>
                    <a:pt x="452470" y="44522"/>
                    <a:pt x="468696" y="50561"/>
                  </a:cubicBezTo>
                  <a:lnTo>
                    <a:pt x="477794" y="53940"/>
                  </a:lnTo>
                  <a:lnTo>
                    <a:pt x="493911" y="154542"/>
                  </a:lnTo>
                  <a:cubicBezTo>
                    <a:pt x="494737" y="159047"/>
                    <a:pt x="492857" y="163618"/>
                    <a:pt x="489102" y="166240"/>
                  </a:cubicBezTo>
                  <a:cubicBezTo>
                    <a:pt x="487033" y="167878"/>
                    <a:pt x="484462" y="168751"/>
                    <a:pt x="481824" y="168710"/>
                  </a:cubicBezTo>
                  <a:cubicBezTo>
                    <a:pt x="479966" y="168725"/>
                    <a:pt x="478135" y="168279"/>
                    <a:pt x="476494" y="167410"/>
                  </a:cubicBezTo>
                  <a:lnTo>
                    <a:pt x="350937" y="106191"/>
                  </a:lnTo>
                  <a:lnTo>
                    <a:pt x="350937" y="363934"/>
                  </a:lnTo>
                  <a:lnTo>
                    <a:pt x="675879" y="363934"/>
                  </a:lnTo>
                  <a:lnTo>
                    <a:pt x="675879" y="207963"/>
                  </a:lnTo>
                  <a:cubicBezTo>
                    <a:pt x="675958" y="176876"/>
                    <a:pt x="663821" y="147002"/>
                    <a:pt x="642085" y="124777"/>
                  </a:cubicBezTo>
                  <a:close/>
                </a:path>
              </a:pathLst>
            </a:custGeom>
            <a:solidFill>
              <a:srgbClr val="000000"/>
            </a:solidFill>
            <a:ln w="12998" cap="flat">
              <a:noFill/>
              <a:prstDash val="solid"/>
              <a:miter/>
            </a:ln>
          </p:spPr>
          <p:txBody>
            <a:bodyPr rtlCol="0" anchor="ctr"/>
            <a:lstStyle/>
            <a:p>
              <a:endParaRPr lang="en-HK">
                <a:latin typeface="DengXian" panose="02010600030101010101" pitchFamily="2" charset="-122"/>
                <a:ea typeface="DengXian" panose="02010600030101010101" pitchFamily="2" charset="-122"/>
              </a:endParaRPr>
            </a:p>
          </p:txBody>
        </p:sp>
        <p:sp>
          <p:nvSpPr>
            <p:cNvPr id="15" name="Freeform: Shape 14">
              <a:extLst>
                <a:ext uri="{FF2B5EF4-FFF2-40B4-BE49-F238E27FC236}">
                  <a16:creationId xmlns:a16="http://schemas.microsoft.com/office/drawing/2014/main" id="{EDD79951-531C-6D6E-C4D2-8A502FF6471C}"/>
                </a:ext>
              </a:extLst>
            </p:cNvPr>
            <p:cNvSpPr/>
            <p:nvPr/>
          </p:nvSpPr>
          <p:spPr>
            <a:xfrm>
              <a:off x="2227602" y="5046161"/>
              <a:ext cx="445169" cy="322540"/>
            </a:xfrm>
            <a:custGeom>
              <a:avLst/>
              <a:gdLst>
                <a:gd name="connsiteX0" fmla="*/ 35354 w 445169"/>
                <a:gd name="connsiteY0" fmla="*/ 274839 h 322540"/>
                <a:gd name="connsiteX1" fmla="*/ 42372 w 445169"/>
                <a:gd name="connsiteY1" fmla="*/ 270290 h 322540"/>
                <a:gd name="connsiteX2" fmla="*/ 107361 w 445169"/>
                <a:gd name="connsiteY2" fmla="*/ 239096 h 322540"/>
                <a:gd name="connsiteX3" fmla="*/ 155972 w 445169"/>
                <a:gd name="connsiteY3" fmla="*/ 187625 h 322540"/>
                <a:gd name="connsiteX4" fmla="*/ 167800 w 445169"/>
                <a:gd name="connsiteY4" fmla="*/ 181256 h 322540"/>
                <a:gd name="connsiteX5" fmla="*/ 178848 w 445169"/>
                <a:gd name="connsiteY5" fmla="*/ 188795 h 322540"/>
                <a:gd name="connsiteX6" fmla="*/ 169879 w 445169"/>
                <a:gd name="connsiteY6" fmla="*/ 256513 h 322540"/>
                <a:gd name="connsiteX7" fmla="*/ 164680 w 445169"/>
                <a:gd name="connsiteY7" fmla="*/ 266651 h 322540"/>
                <a:gd name="connsiteX8" fmla="*/ 241496 w 445169"/>
                <a:gd name="connsiteY8" fmla="*/ 228698 h 322540"/>
                <a:gd name="connsiteX9" fmla="*/ 321302 w 445169"/>
                <a:gd name="connsiteY9" fmla="*/ 161630 h 322540"/>
                <a:gd name="connsiteX10" fmla="*/ 330530 w 445169"/>
                <a:gd name="connsiteY10" fmla="*/ 156951 h 322540"/>
                <a:gd name="connsiteX11" fmla="*/ 340409 w 445169"/>
                <a:gd name="connsiteY11" fmla="*/ 160460 h 322540"/>
                <a:gd name="connsiteX12" fmla="*/ 410076 w 445169"/>
                <a:gd name="connsiteY12" fmla="*/ 260932 h 322540"/>
                <a:gd name="connsiteX13" fmla="*/ 429573 w 445169"/>
                <a:gd name="connsiteY13" fmla="*/ 322541 h 322540"/>
                <a:gd name="connsiteX14" fmla="*/ 445170 w 445169"/>
                <a:gd name="connsiteY14" fmla="*/ 279649 h 322540"/>
                <a:gd name="connsiteX15" fmla="*/ 364974 w 445169"/>
                <a:gd name="connsiteY15" fmla="*/ 108729 h 322540"/>
                <a:gd name="connsiteX16" fmla="*/ 408386 w 445169"/>
                <a:gd name="connsiteY16" fmla="*/ 87283 h 322540"/>
                <a:gd name="connsiteX17" fmla="*/ 413092 w 445169"/>
                <a:gd name="connsiteY17" fmla="*/ 72192 h 322540"/>
                <a:gd name="connsiteX18" fmla="*/ 401368 w 445169"/>
                <a:gd name="connsiteY18" fmla="*/ 66357 h 322540"/>
                <a:gd name="connsiteX19" fmla="*/ 339629 w 445169"/>
                <a:gd name="connsiteY19" fmla="*/ 77535 h 322540"/>
                <a:gd name="connsiteX20" fmla="*/ 354836 w 445169"/>
                <a:gd name="connsiteY20" fmla="*/ 55569 h 322540"/>
                <a:gd name="connsiteX21" fmla="*/ 353406 w 445169"/>
                <a:gd name="connsiteY21" fmla="*/ 41142 h 322540"/>
                <a:gd name="connsiteX22" fmla="*/ 338979 w 445169"/>
                <a:gd name="connsiteY22" fmla="*/ 40362 h 322540"/>
                <a:gd name="connsiteX23" fmla="*/ 306225 w 445169"/>
                <a:gd name="connsiteY23" fmla="*/ 65057 h 322540"/>
                <a:gd name="connsiteX24" fmla="*/ 273601 w 445169"/>
                <a:gd name="connsiteY24" fmla="*/ 5658 h 322540"/>
                <a:gd name="connsiteX25" fmla="*/ 258360 w 445169"/>
                <a:gd name="connsiteY25" fmla="*/ 1461 h 322540"/>
                <a:gd name="connsiteX26" fmla="*/ 252804 w 445169"/>
                <a:gd name="connsiteY26" fmla="*/ 12677 h 322540"/>
                <a:gd name="connsiteX27" fmla="*/ 259953 w 445169"/>
                <a:gd name="connsiteY27" fmla="*/ 60638 h 322540"/>
                <a:gd name="connsiteX28" fmla="*/ 222260 w 445169"/>
                <a:gd name="connsiteY28" fmla="*/ 57259 h 322540"/>
                <a:gd name="connsiteX29" fmla="*/ 0 w 445169"/>
                <a:gd name="connsiteY29" fmla="*/ 279779 h 322540"/>
                <a:gd name="connsiteX30" fmla="*/ 11828 w 445169"/>
                <a:gd name="connsiteY30" fmla="*/ 318771 h 322540"/>
                <a:gd name="connsiteX31" fmla="*/ 35354 w 445169"/>
                <a:gd name="connsiteY31" fmla="*/ 274839 h 322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5169" h="322540">
                  <a:moveTo>
                    <a:pt x="35354" y="274839"/>
                  </a:moveTo>
                  <a:cubicBezTo>
                    <a:pt x="37128" y="272591"/>
                    <a:pt x="39596" y="270992"/>
                    <a:pt x="42372" y="270290"/>
                  </a:cubicBezTo>
                  <a:cubicBezTo>
                    <a:pt x="65645" y="263646"/>
                    <a:pt x="87620" y="253097"/>
                    <a:pt x="107361" y="239096"/>
                  </a:cubicBezTo>
                  <a:cubicBezTo>
                    <a:pt x="126520" y="224993"/>
                    <a:pt x="142986" y="207558"/>
                    <a:pt x="155972" y="187625"/>
                  </a:cubicBezTo>
                  <a:cubicBezTo>
                    <a:pt x="158427" y="183471"/>
                    <a:pt x="162980" y="181020"/>
                    <a:pt x="167800" y="181256"/>
                  </a:cubicBezTo>
                  <a:cubicBezTo>
                    <a:pt x="172592" y="181536"/>
                    <a:pt x="176840" y="184434"/>
                    <a:pt x="178848" y="188795"/>
                  </a:cubicBezTo>
                  <a:cubicBezTo>
                    <a:pt x="180018" y="191264"/>
                    <a:pt x="189766" y="214790"/>
                    <a:pt x="169879" y="256513"/>
                  </a:cubicBezTo>
                  <a:cubicBezTo>
                    <a:pt x="168190" y="260152"/>
                    <a:pt x="166370" y="263531"/>
                    <a:pt x="164680" y="266651"/>
                  </a:cubicBezTo>
                  <a:cubicBezTo>
                    <a:pt x="191193" y="255927"/>
                    <a:pt x="216870" y="243241"/>
                    <a:pt x="241496" y="228698"/>
                  </a:cubicBezTo>
                  <a:cubicBezTo>
                    <a:pt x="271357" y="210535"/>
                    <a:pt x="298270" y="187919"/>
                    <a:pt x="321302" y="161630"/>
                  </a:cubicBezTo>
                  <a:cubicBezTo>
                    <a:pt x="323597" y="158860"/>
                    <a:pt x="326939" y="157166"/>
                    <a:pt x="330530" y="156951"/>
                  </a:cubicBezTo>
                  <a:cubicBezTo>
                    <a:pt x="334170" y="156682"/>
                    <a:pt x="337755" y="157955"/>
                    <a:pt x="340409" y="160460"/>
                  </a:cubicBezTo>
                  <a:cubicBezTo>
                    <a:pt x="369850" y="189181"/>
                    <a:pt x="393501" y="223289"/>
                    <a:pt x="410076" y="260932"/>
                  </a:cubicBezTo>
                  <a:cubicBezTo>
                    <a:pt x="418009" y="280987"/>
                    <a:pt x="424523" y="301574"/>
                    <a:pt x="429573" y="322541"/>
                  </a:cubicBezTo>
                  <a:cubicBezTo>
                    <a:pt x="439011" y="310162"/>
                    <a:pt x="444452" y="295199"/>
                    <a:pt x="445170" y="279649"/>
                  </a:cubicBezTo>
                  <a:cubicBezTo>
                    <a:pt x="445239" y="213572"/>
                    <a:pt x="415837" y="150908"/>
                    <a:pt x="364974" y="108729"/>
                  </a:cubicBezTo>
                  <a:lnTo>
                    <a:pt x="408386" y="87283"/>
                  </a:lnTo>
                  <a:cubicBezTo>
                    <a:pt x="413853" y="84415"/>
                    <a:pt x="415960" y="77658"/>
                    <a:pt x="413092" y="72192"/>
                  </a:cubicBezTo>
                  <a:cubicBezTo>
                    <a:pt x="410851" y="67922"/>
                    <a:pt x="406125" y="65569"/>
                    <a:pt x="401368" y="66357"/>
                  </a:cubicBezTo>
                  <a:lnTo>
                    <a:pt x="339629" y="77535"/>
                  </a:lnTo>
                  <a:lnTo>
                    <a:pt x="354836" y="55569"/>
                  </a:lnTo>
                  <a:cubicBezTo>
                    <a:pt x="357910" y="51047"/>
                    <a:pt x="357308" y="44972"/>
                    <a:pt x="353406" y="41142"/>
                  </a:cubicBezTo>
                  <a:cubicBezTo>
                    <a:pt x="349458" y="37337"/>
                    <a:pt x="343315" y="37006"/>
                    <a:pt x="338979" y="40362"/>
                  </a:cubicBezTo>
                  <a:lnTo>
                    <a:pt x="306225" y="65057"/>
                  </a:lnTo>
                  <a:lnTo>
                    <a:pt x="273601" y="5658"/>
                  </a:lnTo>
                  <a:cubicBezTo>
                    <a:pt x="270551" y="290"/>
                    <a:pt x="263728" y="-1588"/>
                    <a:pt x="258360" y="1461"/>
                  </a:cubicBezTo>
                  <a:cubicBezTo>
                    <a:pt x="254393" y="3715"/>
                    <a:pt x="252194" y="8155"/>
                    <a:pt x="252804" y="12677"/>
                  </a:cubicBezTo>
                  <a:lnTo>
                    <a:pt x="259953" y="60638"/>
                  </a:lnTo>
                  <a:cubicBezTo>
                    <a:pt x="247505" y="58458"/>
                    <a:pt x="234896" y="57329"/>
                    <a:pt x="222260" y="57259"/>
                  </a:cubicBezTo>
                  <a:cubicBezTo>
                    <a:pt x="99467" y="57402"/>
                    <a:pt x="0" y="156986"/>
                    <a:pt x="0" y="279779"/>
                  </a:cubicBezTo>
                  <a:cubicBezTo>
                    <a:pt x="261" y="293620"/>
                    <a:pt x="4356" y="307118"/>
                    <a:pt x="11828" y="318771"/>
                  </a:cubicBezTo>
                  <a:cubicBezTo>
                    <a:pt x="17388" y="303016"/>
                    <a:pt x="25322" y="288201"/>
                    <a:pt x="35354" y="274839"/>
                  </a:cubicBezTo>
                  <a:close/>
                </a:path>
              </a:pathLst>
            </a:custGeom>
            <a:solidFill>
              <a:srgbClr val="000000"/>
            </a:solidFill>
            <a:ln w="12998" cap="flat">
              <a:noFill/>
              <a:prstDash val="solid"/>
              <a:miter/>
            </a:ln>
          </p:spPr>
          <p:txBody>
            <a:bodyPr rtlCol="0" anchor="ctr"/>
            <a:lstStyle/>
            <a:p>
              <a:endParaRPr lang="en-HK">
                <a:latin typeface="DengXian" panose="02010600030101010101" pitchFamily="2" charset="-122"/>
                <a:ea typeface="DengXian" panose="02010600030101010101" pitchFamily="2" charset="-122"/>
              </a:endParaRPr>
            </a:p>
          </p:txBody>
        </p:sp>
      </p:grpSp>
      <p:grpSp>
        <p:nvGrpSpPr>
          <p:cNvPr id="16" name="Group 15">
            <a:extLst>
              <a:ext uri="{FF2B5EF4-FFF2-40B4-BE49-F238E27FC236}">
                <a16:creationId xmlns:a16="http://schemas.microsoft.com/office/drawing/2014/main" id="{504D4798-838E-4EC5-28FD-7178E39E8C51}"/>
              </a:ext>
            </a:extLst>
          </p:cNvPr>
          <p:cNvGrpSpPr/>
          <p:nvPr/>
        </p:nvGrpSpPr>
        <p:grpSpPr>
          <a:xfrm>
            <a:off x="1495592" y="2773328"/>
            <a:ext cx="3095458" cy="1199908"/>
            <a:chOff x="1495592" y="2747115"/>
            <a:chExt cx="3095458" cy="832788"/>
          </a:xfrm>
        </p:grpSpPr>
        <p:sp>
          <p:nvSpPr>
            <p:cNvPr id="3" name="TextBox 2">
              <a:extLst>
                <a:ext uri="{FF2B5EF4-FFF2-40B4-BE49-F238E27FC236}">
                  <a16:creationId xmlns:a16="http://schemas.microsoft.com/office/drawing/2014/main" id="{D5AE3108-F64A-B086-8D92-24F806E7504A}"/>
                </a:ext>
              </a:extLst>
            </p:cNvPr>
            <p:cNvSpPr txBox="1"/>
            <p:nvPr/>
          </p:nvSpPr>
          <p:spPr>
            <a:xfrm>
              <a:off x="1547602" y="2747115"/>
              <a:ext cx="1338828" cy="256332"/>
            </a:xfrm>
            <a:prstGeom prst="rect">
              <a:avLst/>
            </a:prstGeom>
            <a:solidFill>
              <a:schemeClr val="tx2"/>
            </a:solidFill>
          </p:spPr>
          <p:txBody>
            <a:bodyPr wrap="none" rtlCol="0">
              <a:spAutoFit/>
            </a:bodyPr>
            <a:lstStyle/>
            <a:p>
              <a:r>
                <a:rPr lang="zh-TW" altLang="en-US" dirty="0">
                  <a:solidFill>
                    <a:schemeClr val="bg1"/>
                  </a:solidFill>
                  <a:latin typeface="DengXian" panose="02010600030101010101" pitchFamily="2" charset="-122"/>
                  <a:ea typeface="DengXian" panose="02010600030101010101" pitchFamily="2" charset="-122"/>
                  <a:cs typeface="Helvetica" panose="020B0604020202020204" pitchFamily="34" charset="0"/>
                </a:rPr>
                <a:t>客戶端</a:t>
              </a:r>
              <a:r>
                <a:rPr lang="en-US" dirty="0" err="1">
                  <a:solidFill>
                    <a:schemeClr val="bg1"/>
                  </a:solidFill>
                  <a:latin typeface="DengXian" panose="02010600030101010101" pitchFamily="2" charset="-122"/>
                  <a:ea typeface="DengXian" panose="02010600030101010101" pitchFamily="2" charset="-122"/>
                  <a:cs typeface="Helvetica" panose="020B0604020202020204" pitchFamily="34" charset="0"/>
                </a:rPr>
                <a:t>電腦</a:t>
              </a:r>
              <a:endParaRPr lang="en-US" dirty="0">
                <a:solidFill>
                  <a:schemeClr val="bg1"/>
                </a:solidFill>
                <a:latin typeface="DengXian" panose="02010600030101010101" pitchFamily="2" charset="-122"/>
                <a:ea typeface="DengXian" panose="02010600030101010101" pitchFamily="2" charset="-122"/>
                <a:cs typeface="Helvetica" panose="020B0604020202020204" pitchFamily="34" charset="0"/>
              </a:endParaRPr>
            </a:p>
          </p:txBody>
        </p:sp>
        <p:sp>
          <p:nvSpPr>
            <p:cNvPr id="10" name="TextBox 9">
              <a:extLst>
                <a:ext uri="{FF2B5EF4-FFF2-40B4-BE49-F238E27FC236}">
                  <a16:creationId xmlns:a16="http://schemas.microsoft.com/office/drawing/2014/main" id="{72833EC7-9606-E99D-0334-0FF6C6B96D76}"/>
                </a:ext>
              </a:extLst>
            </p:cNvPr>
            <p:cNvSpPr txBox="1"/>
            <p:nvPr/>
          </p:nvSpPr>
          <p:spPr>
            <a:xfrm>
              <a:off x="1495592" y="3013136"/>
              <a:ext cx="1452642" cy="213611"/>
            </a:xfrm>
            <a:prstGeom prst="rect">
              <a:avLst/>
            </a:prstGeom>
            <a:solidFill>
              <a:schemeClr val="bg1"/>
            </a:solidFill>
          </p:spPr>
          <p:txBody>
            <a:bodyPr wrap="none" rtlCol="0">
              <a:spAutoFit/>
            </a:bodyPr>
            <a:lstStyle/>
            <a:p>
              <a:r>
                <a:rPr lang="en-HK" sz="1400" dirty="0">
                  <a:latin typeface="DengXian" panose="02010600030101010101" pitchFamily="2" charset="-122"/>
                  <a:ea typeface="DengXian" panose="02010600030101010101" pitchFamily="2" charset="-122"/>
                  <a:cs typeface="Helvetica" panose="020B0604020202020204" pitchFamily="34" charset="0"/>
                </a:rPr>
                <a:t>Client Computer</a:t>
              </a:r>
            </a:p>
          </p:txBody>
        </p:sp>
        <p:sp>
          <p:nvSpPr>
            <p:cNvPr id="11" name="Rectangle 10">
              <a:extLst>
                <a:ext uri="{FF2B5EF4-FFF2-40B4-BE49-F238E27FC236}">
                  <a16:creationId xmlns:a16="http://schemas.microsoft.com/office/drawing/2014/main" id="{98E2C7EC-0018-9549-1B46-71B1B0D8B744}"/>
                </a:ext>
              </a:extLst>
            </p:cNvPr>
            <p:cNvSpPr/>
            <p:nvPr/>
          </p:nvSpPr>
          <p:spPr>
            <a:xfrm>
              <a:off x="1544596" y="3272126"/>
              <a:ext cx="3046454" cy="3077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HK">
                <a:latin typeface="DengXian" panose="02010600030101010101" pitchFamily="2" charset="-122"/>
                <a:ea typeface="DengXian" panose="02010600030101010101" pitchFamily="2" charset="-122"/>
              </a:endParaRPr>
            </a:p>
          </p:txBody>
        </p:sp>
      </p:grpSp>
      <p:pic>
        <p:nvPicPr>
          <p:cNvPr id="2050" name="Picture 2" descr="How to set up Google's Chrome browser the right way | PCWorld">
            <a:extLst>
              <a:ext uri="{FF2B5EF4-FFF2-40B4-BE49-F238E27FC236}">
                <a16:creationId xmlns:a16="http://schemas.microsoft.com/office/drawing/2014/main" id="{19169F3C-5144-B8FF-8468-D120F440CB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1114" y="4250309"/>
            <a:ext cx="1216602" cy="974251"/>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a:extLst>
              <a:ext uri="{FF2B5EF4-FFF2-40B4-BE49-F238E27FC236}">
                <a16:creationId xmlns:a16="http://schemas.microsoft.com/office/drawing/2014/main" id="{B898B132-0D52-E011-0F2E-1A3B69F245C4}"/>
              </a:ext>
            </a:extLst>
          </p:cNvPr>
          <p:cNvPicPr>
            <a:picLocks noChangeAspect="1"/>
          </p:cNvPicPr>
          <p:nvPr/>
        </p:nvPicPr>
        <p:blipFill rotWithShape="1">
          <a:blip r:embed="rId5"/>
          <a:srcRect l="2404" t="57361" r="76350" b="16239"/>
          <a:stretch/>
        </p:blipFill>
        <p:spPr>
          <a:xfrm>
            <a:off x="3022886" y="1786603"/>
            <a:ext cx="2936323" cy="2052290"/>
          </a:xfrm>
          <a:prstGeom prst="ellipse">
            <a:avLst/>
          </a:prstGeom>
          <a:ln w="3175"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cxnSp>
        <p:nvCxnSpPr>
          <p:cNvPr id="25" name="Straight Connector 24">
            <a:extLst>
              <a:ext uri="{FF2B5EF4-FFF2-40B4-BE49-F238E27FC236}">
                <a16:creationId xmlns:a16="http://schemas.microsoft.com/office/drawing/2014/main" id="{EBB32F7A-2A77-EFDD-5C4D-FF95F4717EAC}"/>
              </a:ext>
            </a:extLst>
          </p:cNvPr>
          <p:cNvCxnSpPr>
            <a:cxnSpLocks/>
          </p:cNvCxnSpPr>
          <p:nvPr/>
        </p:nvCxnSpPr>
        <p:spPr>
          <a:xfrm flipV="1">
            <a:off x="2591114" y="2930769"/>
            <a:ext cx="416302" cy="1269215"/>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70724AE-01F3-2348-8AE6-32A2EAD78DF8}"/>
              </a:ext>
            </a:extLst>
          </p:cNvPr>
          <p:cNvCxnSpPr>
            <a:cxnSpLocks/>
          </p:cNvCxnSpPr>
          <p:nvPr/>
        </p:nvCxnSpPr>
        <p:spPr>
          <a:xfrm flipV="1">
            <a:off x="3769756" y="3838893"/>
            <a:ext cx="525676" cy="411416"/>
          </a:xfrm>
          <a:prstGeom prst="line">
            <a:avLst/>
          </a:prstGeom>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066B70C2-2280-EE11-659E-CA20F44E3C37}"/>
              </a:ext>
            </a:extLst>
          </p:cNvPr>
          <p:cNvSpPr txBox="1"/>
          <p:nvPr/>
        </p:nvSpPr>
        <p:spPr>
          <a:xfrm>
            <a:off x="3951688" y="3958833"/>
            <a:ext cx="1819145" cy="338554"/>
          </a:xfrm>
          <a:prstGeom prst="rect">
            <a:avLst/>
          </a:prstGeom>
          <a:noFill/>
        </p:spPr>
        <p:txBody>
          <a:bodyPr wrap="square">
            <a:spAutoFit/>
          </a:bodyPr>
          <a:lstStyle/>
          <a:p>
            <a:r>
              <a:rPr lang="zh-CN" altLang="en-US" sz="1600">
                <a:solidFill>
                  <a:schemeClr val="accent1">
                    <a:lumMod val="75000"/>
                  </a:schemeClr>
                </a:solidFill>
                <a:latin typeface="DengXian" panose="02010600030101010101" pitchFamily="2" charset="-122"/>
                <a:ea typeface="DengXian" panose="02010600030101010101" pitchFamily="2" charset="-122"/>
              </a:rPr>
              <a:t>「請求」 </a:t>
            </a:r>
            <a:r>
              <a:rPr lang="en-US" altLang="zh-CN" sz="1600">
                <a:solidFill>
                  <a:schemeClr val="accent1">
                    <a:lumMod val="75000"/>
                  </a:schemeClr>
                </a:solidFill>
                <a:latin typeface="DengXian" panose="02010600030101010101" pitchFamily="2" charset="-122"/>
                <a:ea typeface="DengXian" panose="02010600030101010101" pitchFamily="2" charset="-122"/>
              </a:rPr>
              <a:t>(</a:t>
            </a:r>
            <a:r>
              <a:rPr lang="en-HK" altLang="zh-CN" sz="1600">
                <a:solidFill>
                  <a:schemeClr val="accent1">
                    <a:lumMod val="75000"/>
                  </a:schemeClr>
                </a:solidFill>
                <a:latin typeface="DengXian" panose="02010600030101010101" pitchFamily="2" charset="-122"/>
                <a:ea typeface="DengXian" panose="02010600030101010101" pitchFamily="2" charset="-122"/>
              </a:rPr>
              <a:t>request)</a:t>
            </a:r>
            <a:endParaRPr lang="en-HK" sz="1600">
              <a:latin typeface="DengXian" panose="02010600030101010101" pitchFamily="2" charset="-122"/>
              <a:ea typeface="DengXian" panose="02010600030101010101" pitchFamily="2" charset="-122"/>
            </a:endParaRPr>
          </a:p>
        </p:txBody>
      </p:sp>
      <p:sp>
        <p:nvSpPr>
          <p:cNvPr id="40" name="TextBox 39">
            <a:extLst>
              <a:ext uri="{FF2B5EF4-FFF2-40B4-BE49-F238E27FC236}">
                <a16:creationId xmlns:a16="http://schemas.microsoft.com/office/drawing/2014/main" id="{265CCC38-E68D-213E-17AE-AC21A0834E85}"/>
              </a:ext>
            </a:extLst>
          </p:cNvPr>
          <p:cNvSpPr txBox="1"/>
          <p:nvPr/>
        </p:nvSpPr>
        <p:spPr>
          <a:xfrm>
            <a:off x="4295432" y="5260448"/>
            <a:ext cx="1777271" cy="338554"/>
          </a:xfrm>
          <a:prstGeom prst="rect">
            <a:avLst/>
          </a:prstGeom>
          <a:noFill/>
        </p:spPr>
        <p:txBody>
          <a:bodyPr wrap="square">
            <a:spAutoFit/>
          </a:bodyPr>
          <a:lstStyle/>
          <a:p>
            <a:r>
              <a:rPr lang="zh-TW" altLang="en-US" sz="1600">
                <a:solidFill>
                  <a:schemeClr val="accent1">
                    <a:lumMod val="75000"/>
                  </a:schemeClr>
                </a:solidFill>
                <a:latin typeface="DengXian" panose="02010600030101010101" pitchFamily="2" charset="-122"/>
                <a:ea typeface="DengXian" panose="02010600030101010101" pitchFamily="2" charset="-122"/>
              </a:rPr>
              <a:t>“回應” </a:t>
            </a:r>
            <a:r>
              <a:rPr lang="en-HK" altLang="zh-TW" sz="1600">
                <a:solidFill>
                  <a:schemeClr val="accent1">
                    <a:lumMod val="75000"/>
                  </a:schemeClr>
                </a:solidFill>
                <a:latin typeface="DengXian" panose="02010600030101010101" pitchFamily="2" charset="-122"/>
                <a:ea typeface="DengXian" panose="02010600030101010101" pitchFamily="2" charset="-122"/>
              </a:rPr>
              <a:t>(response)</a:t>
            </a:r>
            <a:endParaRPr lang="en-HK" sz="1600">
              <a:latin typeface="DengXian" panose="02010600030101010101" pitchFamily="2" charset="-122"/>
              <a:ea typeface="DengXian" panose="02010600030101010101" pitchFamily="2" charset="-122"/>
            </a:endParaRPr>
          </a:p>
        </p:txBody>
      </p:sp>
      <p:sp>
        <p:nvSpPr>
          <p:cNvPr id="43" name="Rectangle 42">
            <a:extLst>
              <a:ext uri="{FF2B5EF4-FFF2-40B4-BE49-F238E27FC236}">
                <a16:creationId xmlns:a16="http://schemas.microsoft.com/office/drawing/2014/main" id="{DA4C0A16-EF63-0CDB-D381-35C2077752F4}"/>
              </a:ext>
            </a:extLst>
          </p:cNvPr>
          <p:cNvSpPr/>
          <p:nvPr/>
        </p:nvSpPr>
        <p:spPr>
          <a:xfrm>
            <a:off x="7579409" y="4454769"/>
            <a:ext cx="1324708" cy="72253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1600">
                <a:solidFill>
                  <a:schemeClr val="tx1"/>
                </a:solidFill>
                <a:latin typeface="DengXian" panose="02010600030101010101" pitchFamily="2" charset="-122"/>
                <a:ea typeface="DengXian" panose="02010600030101010101" pitchFamily="2" charset="-122"/>
                <a:cs typeface="Helvetica" panose="020B0604020202020204" pitchFamily="34" charset="0"/>
              </a:rPr>
              <a:t>通過</a:t>
            </a:r>
            <a:r>
              <a:rPr lang="zh-TW" altLang="en-US" sz="1600">
                <a:solidFill>
                  <a:schemeClr val="bg1"/>
                </a:solidFill>
                <a:highlight>
                  <a:srgbClr val="42413D"/>
                </a:highlight>
                <a:latin typeface="DengXian" panose="02010600030101010101" pitchFamily="2" charset="-122"/>
                <a:ea typeface="DengXian" panose="02010600030101010101" pitchFamily="2" charset="-122"/>
                <a:cs typeface="Helvetica" panose="020B0604020202020204" pitchFamily="34" charset="0"/>
              </a:rPr>
              <a:t>超文本傳輸協議 </a:t>
            </a:r>
            <a:r>
              <a:rPr lang="en-US" altLang="zh-TW" sz="1600">
                <a:solidFill>
                  <a:schemeClr val="bg1"/>
                </a:solidFill>
                <a:highlight>
                  <a:srgbClr val="42413D"/>
                </a:highlight>
                <a:latin typeface="DengXian" panose="02010600030101010101" pitchFamily="2" charset="-122"/>
                <a:ea typeface="DengXian" panose="02010600030101010101" pitchFamily="2" charset="-122"/>
                <a:cs typeface="Helvetica" panose="020B0604020202020204" pitchFamily="34" charset="0"/>
              </a:rPr>
              <a:t>(</a:t>
            </a:r>
            <a:r>
              <a:rPr lang="en-US" sz="1600">
                <a:solidFill>
                  <a:schemeClr val="bg1"/>
                </a:solidFill>
                <a:highlight>
                  <a:srgbClr val="42413D"/>
                </a:highlight>
                <a:latin typeface="DengXian" panose="02010600030101010101" pitchFamily="2" charset="-122"/>
                <a:ea typeface="DengXian" panose="02010600030101010101" pitchFamily="2" charset="-122"/>
                <a:cs typeface="Helvetica" panose="020B0604020202020204" pitchFamily="34" charset="0"/>
              </a:rPr>
              <a:t>HTTP) </a:t>
            </a:r>
            <a:r>
              <a:rPr lang="zh-TW" altLang="en-US" sz="1600">
                <a:solidFill>
                  <a:schemeClr val="tx1"/>
                </a:solidFill>
                <a:latin typeface="DengXian" panose="02010600030101010101" pitchFamily="2" charset="-122"/>
                <a:ea typeface="DengXian" panose="02010600030101010101" pitchFamily="2" charset="-122"/>
                <a:cs typeface="Helvetica" panose="020B0604020202020204" pitchFamily="34" charset="0"/>
              </a:rPr>
              <a:t>傳輸</a:t>
            </a:r>
            <a:endParaRPr lang="en-HK" sz="1600">
              <a:solidFill>
                <a:schemeClr val="tx1"/>
              </a:solidFill>
              <a:latin typeface="DengXian" panose="02010600030101010101" pitchFamily="2" charset="-122"/>
              <a:ea typeface="DengXian" panose="02010600030101010101" pitchFamily="2" charset="-122"/>
              <a:cs typeface="Helvetica" panose="020B0604020202020204" pitchFamily="34" charset="0"/>
            </a:endParaRPr>
          </a:p>
        </p:txBody>
      </p:sp>
    </p:spTree>
    <p:extLst>
      <p:ext uri="{BB962C8B-B14F-4D97-AF65-F5344CB8AC3E}">
        <p14:creationId xmlns:p14="http://schemas.microsoft.com/office/powerpoint/2010/main" val="41558359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96122-1426-4545-B8F1-018299F9E1DE}"/>
              </a:ext>
            </a:extLst>
          </p:cNvPr>
          <p:cNvSpPr>
            <a:spLocks noGrp="1"/>
          </p:cNvSpPr>
          <p:nvPr>
            <p:ph type="title"/>
          </p:nvPr>
        </p:nvSpPr>
        <p:spPr/>
        <p:txBody>
          <a:bodyPr/>
          <a:lstStyle/>
          <a:p>
            <a:r>
              <a:rPr lang="zh-TW" altLang="en-US"/>
              <a:t>網址 </a:t>
            </a:r>
            <a:r>
              <a:rPr lang="en-US"/>
              <a:t>URL</a:t>
            </a:r>
          </a:p>
        </p:txBody>
      </p:sp>
      <p:sp>
        <p:nvSpPr>
          <p:cNvPr id="3" name="Content Placeholder 2">
            <a:extLst>
              <a:ext uri="{FF2B5EF4-FFF2-40B4-BE49-F238E27FC236}">
                <a16:creationId xmlns:a16="http://schemas.microsoft.com/office/drawing/2014/main" id="{D193814C-8F94-9546-A997-1FD906D64D2C}"/>
              </a:ext>
            </a:extLst>
          </p:cNvPr>
          <p:cNvSpPr>
            <a:spLocks noGrp="1"/>
          </p:cNvSpPr>
          <p:nvPr>
            <p:ph idx="1"/>
          </p:nvPr>
        </p:nvSpPr>
        <p:spPr/>
        <p:txBody>
          <a:bodyPr/>
          <a:lstStyle/>
          <a:p>
            <a:r>
              <a:rPr lang="en-US" b="1">
                <a:solidFill>
                  <a:schemeClr val="accent6"/>
                </a:solidFill>
              </a:rPr>
              <a:t>U</a:t>
            </a:r>
            <a:r>
              <a:rPr lang="en-US"/>
              <a:t>niform </a:t>
            </a:r>
            <a:r>
              <a:rPr lang="en-US" b="1">
                <a:solidFill>
                  <a:schemeClr val="accent6"/>
                </a:solidFill>
              </a:rPr>
              <a:t>R</a:t>
            </a:r>
            <a:r>
              <a:rPr lang="en-US"/>
              <a:t>esource </a:t>
            </a:r>
            <a:r>
              <a:rPr lang="en-US" b="1">
                <a:solidFill>
                  <a:schemeClr val="accent6"/>
                </a:solidFill>
              </a:rPr>
              <a:t>L</a:t>
            </a:r>
            <a:r>
              <a:rPr lang="en-US"/>
              <a:t>ocator</a:t>
            </a:r>
            <a:br>
              <a:rPr lang="en-US"/>
            </a:br>
            <a:r>
              <a:rPr lang="en-US"/>
              <a:t>    </a:t>
            </a:r>
            <a:r>
              <a:rPr lang="zh-TW" altLang="en-US"/>
              <a:t>統一      資源      定位符</a:t>
            </a:r>
            <a:endParaRPr lang="en-US"/>
          </a:p>
          <a:p>
            <a:r>
              <a:rPr lang="en-US" err="1"/>
              <a:t>也常稱為鏈接</a:t>
            </a:r>
            <a:endParaRPr lang="en-US"/>
          </a:p>
          <a:p>
            <a:endParaRPr lang="en-US"/>
          </a:p>
        </p:txBody>
      </p:sp>
      <p:sp>
        <p:nvSpPr>
          <p:cNvPr id="4" name="Slide Number Placeholder 3">
            <a:extLst>
              <a:ext uri="{FF2B5EF4-FFF2-40B4-BE49-F238E27FC236}">
                <a16:creationId xmlns:a16="http://schemas.microsoft.com/office/drawing/2014/main" id="{9E34A4CD-C0BC-AE4A-8EFF-1C226AEC144C}"/>
              </a:ext>
            </a:extLst>
          </p:cNvPr>
          <p:cNvSpPr>
            <a:spLocks noGrp="1"/>
          </p:cNvSpPr>
          <p:nvPr>
            <p:ph type="sldNum" sz="quarter" idx="12"/>
          </p:nvPr>
        </p:nvSpPr>
        <p:spPr/>
        <p:txBody>
          <a:bodyPr/>
          <a:lstStyle/>
          <a:p>
            <a:fld id="{14B07A3D-2F58-EF4D-A265-F014B879E6ED}" type="slidenum">
              <a:rPr lang="en-US" smtClean="0"/>
              <a:pPr/>
              <a:t>31</a:t>
            </a:fld>
            <a:endParaRPr lang="en-US"/>
          </a:p>
        </p:txBody>
      </p:sp>
      <p:pic>
        <p:nvPicPr>
          <p:cNvPr id="3074" name="Picture 2" descr="URI syntax diagram">
            <a:extLst>
              <a:ext uri="{FF2B5EF4-FFF2-40B4-BE49-F238E27FC236}">
                <a16:creationId xmlns:a16="http://schemas.microsoft.com/office/drawing/2014/main" id="{D4E2211A-A48B-A14C-B55A-5AD411E2E4F6}"/>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360297" y="5668736"/>
            <a:ext cx="10755501" cy="1006928"/>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FF9FCB7A-6083-0749-BE6A-7EAD98F1DD06}"/>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531429" y="1414831"/>
            <a:ext cx="5595672" cy="41967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85891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F175C42-9452-A843-A606-7879EABDAEC4}"/>
              </a:ext>
            </a:extLst>
          </p:cNvPr>
          <p:cNvSpPr>
            <a:spLocks noGrp="1"/>
          </p:cNvSpPr>
          <p:nvPr>
            <p:ph type="title"/>
          </p:nvPr>
        </p:nvSpPr>
        <p:spPr/>
        <p:txBody>
          <a:bodyPr/>
          <a:lstStyle/>
          <a:p>
            <a:r>
              <a:rPr lang="en-US" err="1"/>
              <a:t>課堂任務</a:t>
            </a:r>
            <a:endParaRPr lang="en-US"/>
          </a:p>
        </p:txBody>
      </p:sp>
      <p:sp>
        <p:nvSpPr>
          <p:cNvPr id="6" name="Text Placeholder 5">
            <a:extLst>
              <a:ext uri="{FF2B5EF4-FFF2-40B4-BE49-F238E27FC236}">
                <a16:creationId xmlns:a16="http://schemas.microsoft.com/office/drawing/2014/main" id="{15A0D754-22F5-CD4F-B5D5-9A26F2685530}"/>
              </a:ext>
            </a:extLst>
          </p:cNvPr>
          <p:cNvSpPr>
            <a:spLocks noGrp="1"/>
          </p:cNvSpPr>
          <p:nvPr>
            <p:ph type="body" idx="1"/>
          </p:nvPr>
        </p:nvSpPr>
        <p:spPr/>
        <p:txBody>
          <a:bodyPr/>
          <a:lstStyle/>
          <a:p>
            <a:r>
              <a:rPr lang="zh-TW" altLang="en-US"/>
              <a:t>改動 </a:t>
            </a:r>
            <a:r>
              <a:rPr lang="en-HK" altLang="zh-TW"/>
              <a:t>Yahoo.com.hk </a:t>
            </a:r>
            <a:r>
              <a:rPr lang="zh-TW" altLang="en-US"/>
              <a:t>網頁</a:t>
            </a:r>
            <a:endParaRPr lang="en-US"/>
          </a:p>
        </p:txBody>
      </p:sp>
      <p:sp>
        <p:nvSpPr>
          <p:cNvPr id="3" name="TextBox 2">
            <a:extLst>
              <a:ext uri="{FF2B5EF4-FFF2-40B4-BE49-F238E27FC236}">
                <a16:creationId xmlns:a16="http://schemas.microsoft.com/office/drawing/2014/main" id="{A88FC3A6-6C7E-990F-0F48-BFA537077CCF}"/>
              </a:ext>
            </a:extLst>
          </p:cNvPr>
          <p:cNvSpPr txBox="1"/>
          <p:nvPr/>
        </p:nvSpPr>
        <p:spPr>
          <a:xfrm>
            <a:off x="5259674" y="4447455"/>
            <a:ext cx="6097248" cy="646331"/>
          </a:xfrm>
          <a:prstGeom prst="rect">
            <a:avLst/>
          </a:prstGeom>
          <a:noFill/>
        </p:spPr>
        <p:txBody>
          <a:bodyPr wrap="square">
            <a:spAutoFit/>
          </a:bodyPr>
          <a:lstStyle/>
          <a:p>
            <a:pPr marL="0" marR="0">
              <a:spcBef>
                <a:spcPts val="0"/>
              </a:spcBef>
              <a:spcAft>
                <a:spcPts val="0"/>
              </a:spcAft>
            </a:pPr>
            <a:r>
              <a:rPr lang="en-US" sz="1800">
                <a:solidFill>
                  <a:schemeClr val="bg1"/>
                </a:solidFill>
                <a:effectLst/>
                <a:latin typeface="Calibri" panose="020F0502020204030204" pitchFamily="34" charset="0"/>
                <a:ea typeface="新細明體" panose="02020500000000000000" pitchFamily="18" charset="-120"/>
                <a:cs typeface="Times New Roman" panose="02020603050405020304" pitchFamily="18" charset="0"/>
              </a:rPr>
              <a:t>Use Google Chrome Developer Tool to play with HTML element modifications, CSS style changing and JavaScript coding. (Lab 2)</a:t>
            </a:r>
            <a:endParaRPr lang="en-HK" sz="1800">
              <a:solidFill>
                <a:schemeClr val="bg1"/>
              </a:solidFill>
              <a:effectLst/>
              <a:latin typeface="Calibri" panose="020F0502020204030204" pitchFamily="34" charset="0"/>
              <a:ea typeface="新細明體" panose="02020500000000000000" pitchFamily="18" charset="-120"/>
              <a:cs typeface="Times New Roman" panose="02020603050405020304" pitchFamily="18" charset="0"/>
            </a:endParaRPr>
          </a:p>
        </p:txBody>
      </p:sp>
    </p:spTree>
    <p:extLst>
      <p:ext uri="{BB962C8B-B14F-4D97-AF65-F5344CB8AC3E}">
        <p14:creationId xmlns:p14="http://schemas.microsoft.com/office/powerpoint/2010/main" val="20582876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D3284-D82E-2D44-8248-EF4BEBB048B8}"/>
              </a:ext>
            </a:extLst>
          </p:cNvPr>
          <p:cNvSpPr>
            <a:spLocks noGrp="1"/>
          </p:cNvSpPr>
          <p:nvPr>
            <p:ph type="title"/>
          </p:nvPr>
        </p:nvSpPr>
        <p:spPr/>
        <p:txBody>
          <a:bodyPr/>
          <a:lstStyle/>
          <a:p>
            <a:r>
              <a:rPr lang="zh-TW" altLang="en-US" sz="4800"/>
              <a:t>互聯網商務的興起</a:t>
            </a:r>
            <a:r>
              <a:rPr lang="en-US" sz="4800"/>
              <a:t> - 1</a:t>
            </a:r>
            <a:endParaRPr lang="en-US" sz="5400"/>
          </a:p>
        </p:txBody>
      </p:sp>
      <p:sp>
        <p:nvSpPr>
          <p:cNvPr id="3" name="Content Placeholder 2">
            <a:extLst>
              <a:ext uri="{FF2B5EF4-FFF2-40B4-BE49-F238E27FC236}">
                <a16:creationId xmlns:a16="http://schemas.microsoft.com/office/drawing/2014/main" id="{F9433999-5E05-6C46-BB37-B73DBD7522B0}"/>
              </a:ext>
            </a:extLst>
          </p:cNvPr>
          <p:cNvSpPr>
            <a:spLocks noGrp="1"/>
          </p:cNvSpPr>
          <p:nvPr>
            <p:ph idx="1"/>
          </p:nvPr>
        </p:nvSpPr>
        <p:spPr>
          <a:xfrm>
            <a:off x="1019908" y="2286000"/>
            <a:ext cx="6366412" cy="3581400"/>
          </a:xfrm>
        </p:spPr>
        <p:txBody>
          <a:bodyPr>
            <a:noAutofit/>
          </a:bodyPr>
          <a:lstStyle/>
          <a:p>
            <a:pPr>
              <a:lnSpc>
                <a:spcPct val="120000"/>
              </a:lnSpc>
            </a:pPr>
            <a:r>
              <a:rPr lang="zh-TW" altLang="en-US" sz="2000"/>
              <a:t>在早期，互聯網的應用主要是限於“</a:t>
            </a:r>
            <a:r>
              <a:rPr lang="zh-TW" altLang="en-US" sz="2000" b="1">
                <a:solidFill>
                  <a:srgbClr val="00B050"/>
                </a:solidFill>
              </a:rPr>
              <a:t>資訊</a:t>
            </a:r>
            <a:r>
              <a:rPr lang="zh-TW" altLang="en-US" sz="2000"/>
              <a:t>”</a:t>
            </a:r>
            <a:endParaRPr lang="en-HK" altLang="zh-TW" sz="2000"/>
          </a:p>
          <a:p>
            <a:pPr>
              <a:lnSpc>
                <a:spcPct val="120000"/>
              </a:lnSpc>
            </a:pPr>
            <a:r>
              <a:rPr lang="en-HK" altLang="zh-TW" sz="2000"/>
              <a:t>Yahoo! </a:t>
            </a:r>
            <a:r>
              <a:rPr lang="zh-TW" altLang="en-US" sz="2000"/>
              <a:t>雅⻁（</a:t>
            </a:r>
            <a:r>
              <a:rPr lang="en-US" altLang="zh-TW" sz="2000"/>
              <a:t>1994</a:t>
            </a:r>
            <a:r>
              <a:rPr lang="zh-TW" altLang="en-US" sz="2000"/>
              <a:t>）最初是互聯網⾨戶網站</a:t>
            </a:r>
          </a:p>
          <a:p>
            <a:pPr>
              <a:lnSpc>
                <a:spcPct val="120000"/>
              </a:lnSpc>
            </a:pPr>
            <a:r>
              <a:rPr lang="en-US" altLang="zh-TW" sz="2000"/>
              <a:t>Google</a:t>
            </a:r>
            <a:r>
              <a:rPr lang="zh-TW" altLang="en-US" sz="2000"/>
              <a:t>（</a:t>
            </a:r>
            <a:r>
              <a:rPr lang="en-US" altLang="zh-TW" sz="2000"/>
              <a:t>1998</a:t>
            </a:r>
            <a:r>
              <a:rPr lang="zh-TW" altLang="en-US" sz="2000"/>
              <a:t>）是⾸個世界級萬維網搜索引擎</a:t>
            </a:r>
          </a:p>
          <a:p>
            <a:pPr>
              <a:lnSpc>
                <a:spcPct val="120000"/>
              </a:lnSpc>
            </a:pPr>
            <a:r>
              <a:rPr lang="zh-TW" altLang="en-US" sz="2000"/>
              <a:t>在</a:t>
            </a:r>
            <a:r>
              <a:rPr lang="en-HK" altLang="zh-TW" sz="2000"/>
              <a:t>Gmail</a:t>
            </a:r>
            <a:r>
              <a:rPr lang="zh-TW" altLang="en-US" sz="2000"/>
              <a:t>以前，</a:t>
            </a:r>
            <a:r>
              <a:rPr lang="en-HK" altLang="zh-TW" sz="2000"/>
              <a:t>Hotmail</a:t>
            </a:r>
            <a:r>
              <a:rPr lang="zh-TW" altLang="en-HK" sz="2000"/>
              <a:t>（</a:t>
            </a:r>
            <a:r>
              <a:rPr lang="en-HK" altLang="zh-TW" sz="2000"/>
              <a:t>1996</a:t>
            </a:r>
            <a:r>
              <a:rPr lang="zh-TW" altLang="en-HK" sz="2000"/>
              <a:t>）</a:t>
            </a:r>
            <a:r>
              <a:rPr lang="zh-TW" altLang="en-US" sz="2000"/>
              <a:t>是第⼀個世界級用瀏覽器讀取的電郵服務</a:t>
            </a:r>
            <a:endParaRPr lang="en-US" altLang="zh-TW" sz="2000"/>
          </a:p>
          <a:p>
            <a:pPr>
              <a:lnSpc>
                <a:spcPct val="120000"/>
              </a:lnSpc>
            </a:pPr>
            <a:r>
              <a:rPr lang="en-HK" altLang="zh-TW" sz="2000"/>
              <a:t>ICQ (1996)</a:t>
            </a:r>
            <a:r>
              <a:rPr lang="zh-TW" altLang="en-US" sz="2000"/>
              <a:t>是第一個也是最大的電腦即時通訊⼯具</a:t>
            </a:r>
            <a:r>
              <a:rPr lang="en-US" altLang="zh-TW" sz="2000"/>
              <a:t>, </a:t>
            </a:r>
            <a:r>
              <a:rPr lang="zh-TW" altLang="en-US" sz="2000"/>
              <a:t>不過和</a:t>
            </a:r>
            <a:r>
              <a:rPr lang="en-US" altLang="zh-CN" sz="2000"/>
              <a:t>W</a:t>
            </a:r>
            <a:r>
              <a:rPr lang="en-HK" altLang="zh-TW" sz="2000" err="1"/>
              <a:t>hatsapp</a:t>
            </a:r>
            <a:r>
              <a:rPr lang="zh-TW" altLang="en-US" sz="2000"/>
              <a:t>和</a:t>
            </a:r>
            <a:r>
              <a:rPr lang="en-HK" altLang="zh-TW" sz="2000"/>
              <a:t>WeChat</a:t>
            </a:r>
            <a:r>
              <a:rPr lang="zh-TW" altLang="en-US" sz="2000"/>
              <a:t>不一樣，</a:t>
            </a:r>
            <a:r>
              <a:rPr lang="en-HK" altLang="zh-TW" sz="2000"/>
              <a:t>ICQ</a:t>
            </a:r>
            <a:r>
              <a:rPr lang="zh-TW" altLang="en-US" sz="2000"/>
              <a:t>最初只能在電腦上運作</a:t>
            </a:r>
            <a:endParaRPr lang="en-US" sz="2000"/>
          </a:p>
        </p:txBody>
      </p:sp>
      <p:sp>
        <p:nvSpPr>
          <p:cNvPr id="4" name="Slide Number Placeholder 3">
            <a:extLst>
              <a:ext uri="{FF2B5EF4-FFF2-40B4-BE49-F238E27FC236}">
                <a16:creationId xmlns:a16="http://schemas.microsoft.com/office/drawing/2014/main" id="{A2E677E7-C916-2B4B-95E1-8AF132600464}"/>
              </a:ext>
            </a:extLst>
          </p:cNvPr>
          <p:cNvSpPr>
            <a:spLocks noGrp="1"/>
          </p:cNvSpPr>
          <p:nvPr>
            <p:ph type="sldNum" sz="quarter" idx="12"/>
          </p:nvPr>
        </p:nvSpPr>
        <p:spPr/>
        <p:txBody>
          <a:bodyPr/>
          <a:lstStyle/>
          <a:p>
            <a:fld id="{14B07A3D-2F58-EF4D-A265-F014B879E6ED}" type="slidenum">
              <a:rPr lang="en-US" smtClean="0"/>
              <a:pPr/>
              <a:t>33</a:t>
            </a:fld>
            <a:endParaRPr lang="en-US"/>
          </a:p>
        </p:txBody>
      </p:sp>
      <p:pic>
        <p:nvPicPr>
          <p:cNvPr id="5122" name="Picture 2">
            <a:extLst>
              <a:ext uri="{FF2B5EF4-FFF2-40B4-BE49-F238E27FC236}">
                <a16:creationId xmlns:a16="http://schemas.microsoft.com/office/drawing/2014/main" id="{9E4FFEE8-C6AA-4A5E-C214-F7BC9E393C4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5790" b="50589"/>
          <a:stretch/>
        </p:blipFill>
        <p:spPr bwMode="auto">
          <a:xfrm>
            <a:off x="7858590" y="1275538"/>
            <a:ext cx="4329282" cy="1713848"/>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AE6B5C43-3D75-C82C-D149-5ECC88EF35F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180" t="3139" r="60463" b="2097"/>
          <a:stretch/>
        </p:blipFill>
        <p:spPr bwMode="auto">
          <a:xfrm>
            <a:off x="9272954" y="3421513"/>
            <a:ext cx="2063262" cy="343648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4E33CF0-96F6-F236-5074-03A54F2F63D9}"/>
              </a:ext>
            </a:extLst>
          </p:cNvPr>
          <p:cNvSpPr txBox="1"/>
          <p:nvPr/>
        </p:nvSpPr>
        <p:spPr>
          <a:xfrm>
            <a:off x="9154559" y="880726"/>
            <a:ext cx="1665841" cy="369332"/>
          </a:xfrm>
          <a:prstGeom prst="rect">
            <a:avLst/>
          </a:prstGeom>
          <a:noFill/>
        </p:spPr>
        <p:txBody>
          <a:bodyPr wrap="none" rtlCol="0">
            <a:spAutoFit/>
          </a:bodyPr>
          <a:lstStyle/>
          <a:p>
            <a:r>
              <a:rPr lang="en-HK" b="1">
                <a:solidFill>
                  <a:schemeClr val="accent6">
                    <a:lumMod val="75000"/>
                  </a:schemeClr>
                </a:solidFill>
              </a:rPr>
              <a:t>Hotmail (1996)</a:t>
            </a:r>
          </a:p>
        </p:txBody>
      </p:sp>
      <p:sp>
        <p:nvSpPr>
          <p:cNvPr id="6" name="TextBox 5">
            <a:extLst>
              <a:ext uri="{FF2B5EF4-FFF2-40B4-BE49-F238E27FC236}">
                <a16:creationId xmlns:a16="http://schemas.microsoft.com/office/drawing/2014/main" id="{ACFDB0C4-FA50-68E8-21BA-52639F86A008}"/>
              </a:ext>
            </a:extLst>
          </p:cNvPr>
          <p:cNvSpPr txBox="1"/>
          <p:nvPr/>
        </p:nvSpPr>
        <p:spPr>
          <a:xfrm>
            <a:off x="8017289" y="4777836"/>
            <a:ext cx="1255665" cy="369332"/>
          </a:xfrm>
          <a:prstGeom prst="rect">
            <a:avLst/>
          </a:prstGeom>
          <a:noFill/>
        </p:spPr>
        <p:txBody>
          <a:bodyPr wrap="none" rtlCol="0">
            <a:spAutoFit/>
          </a:bodyPr>
          <a:lstStyle/>
          <a:p>
            <a:r>
              <a:rPr lang="en-HK" b="1">
                <a:solidFill>
                  <a:schemeClr val="accent6">
                    <a:lumMod val="75000"/>
                  </a:schemeClr>
                </a:solidFill>
              </a:rPr>
              <a:t>ICQ (1996)</a:t>
            </a:r>
          </a:p>
        </p:txBody>
      </p:sp>
    </p:spTree>
    <p:extLst>
      <p:ext uri="{BB962C8B-B14F-4D97-AF65-F5344CB8AC3E}">
        <p14:creationId xmlns:p14="http://schemas.microsoft.com/office/powerpoint/2010/main" val="7183099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D3284-D82E-2D44-8248-EF4BEBB048B8}"/>
              </a:ext>
            </a:extLst>
          </p:cNvPr>
          <p:cNvSpPr>
            <a:spLocks noGrp="1"/>
          </p:cNvSpPr>
          <p:nvPr>
            <p:ph type="title"/>
          </p:nvPr>
        </p:nvSpPr>
        <p:spPr/>
        <p:txBody>
          <a:bodyPr/>
          <a:lstStyle/>
          <a:p>
            <a:r>
              <a:rPr lang="zh-TW" altLang="en-US" sz="4800"/>
              <a:t>互聯網商務的興起</a:t>
            </a:r>
            <a:r>
              <a:rPr lang="en-US" sz="4800"/>
              <a:t> - 2</a:t>
            </a:r>
            <a:endParaRPr lang="en-US" sz="5400"/>
          </a:p>
        </p:txBody>
      </p:sp>
      <p:sp>
        <p:nvSpPr>
          <p:cNvPr id="3" name="Content Placeholder 2">
            <a:extLst>
              <a:ext uri="{FF2B5EF4-FFF2-40B4-BE49-F238E27FC236}">
                <a16:creationId xmlns:a16="http://schemas.microsoft.com/office/drawing/2014/main" id="{F9433999-5E05-6C46-BB37-B73DBD7522B0}"/>
              </a:ext>
            </a:extLst>
          </p:cNvPr>
          <p:cNvSpPr>
            <a:spLocks noGrp="1"/>
          </p:cNvSpPr>
          <p:nvPr>
            <p:ph idx="1"/>
          </p:nvPr>
        </p:nvSpPr>
        <p:spPr>
          <a:xfrm>
            <a:off x="1204465" y="1937180"/>
            <a:ext cx="10585938" cy="4489938"/>
          </a:xfrm>
        </p:spPr>
        <p:txBody>
          <a:bodyPr>
            <a:noAutofit/>
          </a:bodyPr>
          <a:lstStyle/>
          <a:p>
            <a:pPr marL="0" indent="0">
              <a:lnSpc>
                <a:spcPct val="130000"/>
              </a:lnSpc>
              <a:spcBef>
                <a:spcPts val="0"/>
              </a:spcBef>
              <a:spcAft>
                <a:spcPts val="0"/>
              </a:spcAft>
              <a:buNone/>
            </a:pPr>
            <a:r>
              <a:rPr lang="zh-TW" sz="1800" kern="100">
                <a:effectLst/>
                <a:latin typeface="+mn-ea"/>
                <a:ea typeface="+mn-ea"/>
                <a:cs typeface="Calibri" panose="020F0502020204030204" pitchFamily="34" charset="0"/>
              </a:rPr>
              <a:t>之後的互聯網服務就開始有了</a:t>
            </a:r>
            <a:r>
              <a:rPr lang="en-US" sz="1800" kern="100">
                <a:effectLst/>
                <a:latin typeface="+mn-ea"/>
                <a:ea typeface="+mn-ea"/>
                <a:cs typeface="Calibri" panose="020F0502020204030204" pitchFamily="34" charset="0"/>
              </a:rPr>
              <a:t>“</a:t>
            </a:r>
            <a:r>
              <a:rPr lang="zh-TW" sz="1800" b="1" kern="100">
                <a:solidFill>
                  <a:srgbClr val="00B050"/>
                </a:solidFill>
                <a:effectLst/>
                <a:latin typeface="+mn-ea"/>
                <a:ea typeface="+mn-ea"/>
                <a:cs typeface="Calibri" panose="020F0502020204030204" pitchFamily="34" charset="0"/>
              </a:rPr>
              <a:t>買賣</a:t>
            </a:r>
            <a:r>
              <a:rPr lang="en-US" sz="1800" kern="100">
                <a:effectLst/>
                <a:latin typeface="+mn-ea"/>
                <a:ea typeface="+mn-ea"/>
                <a:cs typeface="Calibri" panose="020F0502020204030204" pitchFamily="34" charset="0"/>
              </a:rPr>
              <a:t>”</a:t>
            </a:r>
            <a:r>
              <a:rPr lang="zh-TW" sz="1800" kern="100">
                <a:effectLst/>
                <a:latin typeface="+mn-ea"/>
                <a:ea typeface="+mn-ea"/>
                <a:cs typeface="Calibri" panose="020F0502020204030204" pitchFamily="34" charset="0"/>
              </a:rPr>
              <a:t>和</a:t>
            </a:r>
            <a:r>
              <a:rPr lang="en-US" sz="1800" kern="100">
                <a:effectLst/>
                <a:latin typeface="+mn-ea"/>
                <a:ea typeface="+mn-ea"/>
                <a:cs typeface="Calibri" panose="020F0502020204030204" pitchFamily="34" charset="0"/>
              </a:rPr>
              <a:t>“</a:t>
            </a:r>
            <a:r>
              <a:rPr lang="zh-TW" sz="1800" b="1" kern="100">
                <a:solidFill>
                  <a:srgbClr val="00B050"/>
                </a:solidFill>
                <a:effectLst/>
                <a:latin typeface="+mn-ea"/>
                <a:ea typeface="+mn-ea"/>
                <a:cs typeface="Calibri" panose="020F0502020204030204" pitchFamily="34" charset="0"/>
              </a:rPr>
              <a:t>貿易</a:t>
            </a:r>
            <a:r>
              <a:rPr lang="en-US" sz="1800" kern="100">
                <a:effectLst/>
                <a:latin typeface="+mn-ea"/>
                <a:ea typeface="+mn-ea"/>
                <a:cs typeface="Calibri" panose="020F0502020204030204" pitchFamily="34" charset="0"/>
              </a:rPr>
              <a:t>”</a:t>
            </a:r>
            <a:r>
              <a:rPr lang="zh-TW" sz="1800" kern="100">
                <a:effectLst/>
                <a:latin typeface="+mn-ea"/>
                <a:ea typeface="+mn-ea"/>
                <a:cs typeface="Calibri" panose="020F0502020204030204" pitchFamily="34" charset="0"/>
              </a:rPr>
              <a:t>的功能，例如：</a:t>
            </a:r>
            <a:endParaRPr lang="en-HK" sz="1800" kern="100">
              <a:effectLst/>
              <a:latin typeface="+mn-ea"/>
              <a:ea typeface="+mn-ea"/>
              <a:cs typeface="Times New Roman" panose="02020603050405020304" pitchFamily="18" charset="0"/>
            </a:endParaRPr>
          </a:p>
          <a:p>
            <a:pPr>
              <a:lnSpc>
                <a:spcPct val="130000"/>
              </a:lnSpc>
              <a:spcBef>
                <a:spcPts val="0"/>
              </a:spcBef>
              <a:spcAft>
                <a:spcPts val="0"/>
              </a:spcAft>
            </a:pPr>
            <a:endParaRPr lang="en-HK" altLang="zh-TW" sz="1800">
              <a:latin typeface="+mn-ea"/>
              <a:ea typeface="+mn-ea"/>
            </a:endParaRPr>
          </a:p>
          <a:p>
            <a:pPr marL="342900" marR="0" lvl="0" indent="-342900">
              <a:lnSpc>
                <a:spcPct val="130000"/>
              </a:lnSpc>
              <a:spcBef>
                <a:spcPts val="0"/>
              </a:spcBef>
              <a:spcAft>
                <a:spcPts val="0"/>
              </a:spcAft>
              <a:buFont typeface="Symbol" panose="05050102010706020507" pitchFamily="18" charset="2"/>
              <a:buChar char=""/>
            </a:pPr>
            <a:r>
              <a:rPr lang="zh-TW" sz="1800" kern="0">
                <a:solidFill>
                  <a:srgbClr val="42413D"/>
                </a:solidFill>
                <a:effectLst/>
                <a:latin typeface="+mn-ea"/>
                <a:ea typeface="+mn-ea"/>
                <a:cs typeface="Calibri" panose="020F0502020204030204" pitchFamily="34" charset="0"/>
              </a:rPr>
              <a:t>亞⾺遜</a:t>
            </a:r>
            <a:r>
              <a:rPr lang="en-HK" altLang="zh-TW" sz="1800" kern="0">
                <a:solidFill>
                  <a:srgbClr val="42413D"/>
                </a:solidFill>
                <a:effectLst/>
                <a:latin typeface="+mn-ea"/>
                <a:ea typeface="+mn-ea"/>
                <a:cs typeface="Calibri" panose="020F0502020204030204" pitchFamily="34" charset="0"/>
              </a:rPr>
              <a:t> </a:t>
            </a:r>
            <a:r>
              <a:rPr lang="en-HK" sz="1800" kern="0">
                <a:solidFill>
                  <a:srgbClr val="42413D"/>
                </a:solidFill>
                <a:effectLst/>
                <a:latin typeface="+mn-ea"/>
                <a:ea typeface="+mn-ea"/>
                <a:cs typeface="Calibri" panose="020F0502020204030204" pitchFamily="34" charset="0"/>
              </a:rPr>
              <a:t>(1995) </a:t>
            </a:r>
            <a:r>
              <a:rPr lang="zh-TW" sz="1800" kern="0">
                <a:solidFill>
                  <a:srgbClr val="42413D"/>
                </a:solidFill>
                <a:effectLst/>
                <a:latin typeface="+mn-ea"/>
                <a:ea typeface="+mn-ea"/>
                <a:cs typeface="Calibri" panose="020F0502020204030204" pitchFamily="34" charset="0"/>
              </a:rPr>
              <a:t>最初是⼀家在線實體書商店</a:t>
            </a:r>
            <a:r>
              <a:rPr lang="en-HK" sz="1800" kern="0">
                <a:solidFill>
                  <a:srgbClr val="42413D"/>
                </a:solidFill>
                <a:effectLst/>
                <a:latin typeface="+mn-ea"/>
                <a:ea typeface="+mn-ea"/>
                <a:cs typeface="Calibri" panose="020F0502020204030204" pitchFamily="34" charset="0"/>
              </a:rPr>
              <a:t>,</a:t>
            </a:r>
            <a:r>
              <a:rPr lang="zh-CN" sz="1800" kern="0">
                <a:solidFill>
                  <a:srgbClr val="42413D"/>
                </a:solidFill>
                <a:effectLst/>
                <a:latin typeface="+mn-ea"/>
                <a:ea typeface="+mn-ea"/>
                <a:cs typeface="Calibri" panose="020F0502020204030204" pitchFamily="34" charset="0"/>
              </a:rPr>
              <a:t>稱之為</a:t>
            </a:r>
            <a:r>
              <a:rPr lang="en-HK" sz="1800" kern="0">
                <a:solidFill>
                  <a:srgbClr val="42413D"/>
                </a:solidFill>
                <a:effectLst/>
                <a:latin typeface="+mn-ea"/>
                <a:ea typeface="+mn-ea"/>
                <a:cs typeface="Calibri" panose="020F0502020204030204" pitchFamily="34" charset="0"/>
              </a:rPr>
              <a:t>"B2C"</a:t>
            </a:r>
            <a:r>
              <a:rPr lang="zh-CN" sz="1800" kern="0">
                <a:solidFill>
                  <a:srgbClr val="42413D"/>
                </a:solidFill>
                <a:effectLst/>
                <a:latin typeface="+mn-ea"/>
                <a:ea typeface="+mn-ea"/>
                <a:cs typeface="Calibri" panose="020F0502020204030204" pitchFamily="34" charset="0"/>
              </a:rPr>
              <a:t>模式，因為是商業（</a:t>
            </a:r>
            <a:r>
              <a:rPr lang="en-HK" sz="1800" kern="0">
                <a:solidFill>
                  <a:srgbClr val="42413D"/>
                </a:solidFill>
                <a:effectLst/>
                <a:latin typeface="+mn-ea"/>
                <a:ea typeface="+mn-ea"/>
                <a:cs typeface="Calibri" panose="020F0502020204030204" pitchFamily="34" charset="0"/>
              </a:rPr>
              <a:t>Business)</a:t>
            </a:r>
            <a:r>
              <a:rPr lang="zh-CN" sz="1800" kern="0">
                <a:solidFill>
                  <a:srgbClr val="42413D"/>
                </a:solidFill>
                <a:effectLst/>
                <a:latin typeface="+mn-ea"/>
                <a:ea typeface="+mn-ea"/>
                <a:cs typeface="Calibri" panose="020F0502020204030204" pitchFamily="34" charset="0"/>
              </a:rPr>
              <a:t>賣貨物給消費者（</a:t>
            </a:r>
            <a:r>
              <a:rPr lang="en-HK" sz="1800" kern="0">
                <a:solidFill>
                  <a:srgbClr val="42413D"/>
                </a:solidFill>
                <a:effectLst/>
                <a:latin typeface="+mn-ea"/>
                <a:ea typeface="+mn-ea"/>
                <a:cs typeface="Calibri" panose="020F0502020204030204" pitchFamily="34" charset="0"/>
              </a:rPr>
              <a:t>Consumer)</a:t>
            </a:r>
            <a:r>
              <a:rPr lang="zh-CN" sz="1800" kern="0">
                <a:solidFill>
                  <a:srgbClr val="42413D"/>
                </a:solidFill>
                <a:effectLst/>
                <a:latin typeface="+mn-ea"/>
                <a:ea typeface="+mn-ea"/>
                <a:cs typeface="Calibri" panose="020F0502020204030204" pitchFamily="34" charset="0"/>
              </a:rPr>
              <a:t>，</a:t>
            </a:r>
            <a:r>
              <a:rPr lang="en-HK" sz="1800" kern="0">
                <a:solidFill>
                  <a:srgbClr val="42413D"/>
                </a:solidFill>
                <a:effectLst/>
                <a:latin typeface="+mn-ea"/>
                <a:ea typeface="+mn-ea"/>
                <a:cs typeface="Calibri" panose="020F0502020204030204" pitchFamily="34" charset="0"/>
              </a:rPr>
              <a:t>Business-to-Consumer</a:t>
            </a:r>
          </a:p>
          <a:p>
            <a:pPr marL="342900" marR="0" lvl="0" indent="-342900">
              <a:lnSpc>
                <a:spcPct val="130000"/>
              </a:lnSpc>
              <a:spcBef>
                <a:spcPts val="0"/>
              </a:spcBef>
              <a:spcAft>
                <a:spcPts val="0"/>
              </a:spcAft>
              <a:buFont typeface="Symbol" panose="05050102010706020507" pitchFamily="18" charset="2"/>
              <a:buChar char=""/>
            </a:pPr>
            <a:endParaRPr lang="en-HK" sz="1800" kern="100">
              <a:effectLst/>
              <a:latin typeface="+mn-ea"/>
              <a:ea typeface="+mn-ea"/>
              <a:cs typeface="Times New Roman" panose="02020603050405020304" pitchFamily="18" charset="0"/>
            </a:endParaRPr>
          </a:p>
          <a:p>
            <a:pPr marL="342900" marR="0" lvl="0" indent="-342900">
              <a:lnSpc>
                <a:spcPct val="130000"/>
              </a:lnSpc>
              <a:spcBef>
                <a:spcPts val="0"/>
              </a:spcBef>
              <a:spcAft>
                <a:spcPts val="0"/>
              </a:spcAft>
              <a:buFont typeface="Symbol" panose="05050102010706020507" pitchFamily="18" charset="2"/>
              <a:buChar char=""/>
            </a:pPr>
            <a:r>
              <a:rPr lang="zh-TW" sz="1800" kern="0">
                <a:solidFill>
                  <a:srgbClr val="42413D"/>
                </a:solidFill>
                <a:effectLst/>
                <a:latin typeface="+mn-ea"/>
                <a:ea typeface="+mn-ea"/>
                <a:cs typeface="Calibri" panose="020F0502020204030204" pitchFamily="34" charset="0"/>
              </a:rPr>
              <a:t>阿⾥巴巴</a:t>
            </a:r>
            <a:r>
              <a:rPr lang="en-HK" altLang="zh-TW" sz="1800" kern="0">
                <a:solidFill>
                  <a:srgbClr val="42413D"/>
                </a:solidFill>
                <a:effectLst/>
                <a:latin typeface="+mn-ea"/>
                <a:ea typeface="+mn-ea"/>
                <a:cs typeface="Calibri" panose="020F0502020204030204" pitchFamily="34" charset="0"/>
              </a:rPr>
              <a:t>(1999)</a:t>
            </a:r>
            <a:r>
              <a:rPr lang="zh-TW" sz="1800" kern="0">
                <a:solidFill>
                  <a:srgbClr val="42413D"/>
                </a:solidFill>
                <a:effectLst/>
                <a:latin typeface="+mn-ea"/>
                <a:ea typeface="+mn-ea"/>
                <a:cs typeface="Calibri" panose="020F0502020204030204" pitchFamily="34" charset="0"/>
              </a:rPr>
              <a:t>起初是一個聯繫中國公司和外國企業的網站，以便中國公司可以便利的出口貨物。稱之為</a:t>
            </a:r>
            <a:r>
              <a:rPr lang="en-HK" sz="1800" kern="0">
                <a:solidFill>
                  <a:srgbClr val="42413D"/>
                </a:solidFill>
                <a:effectLst/>
                <a:latin typeface="+mn-ea"/>
                <a:ea typeface="+mn-ea"/>
                <a:cs typeface="Calibri" panose="020F0502020204030204" pitchFamily="34" charset="0"/>
              </a:rPr>
              <a:t>B2B</a:t>
            </a:r>
            <a:r>
              <a:rPr lang="zh-TW" sz="1800" kern="0">
                <a:solidFill>
                  <a:srgbClr val="42413D"/>
                </a:solidFill>
                <a:effectLst/>
                <a:latin typeface="+mn-ea"/>
                <a:ea typeface="+mn-ea"/>
                <a:cs typeface="Calibri" panose="020F0502020204030204" pitchFamily="34" charset="0"/>
              </a:rPr>
              <a:t>模式</a:t>
            </a:r>
            <a:r>
              <a:rPr lang="en-HK" sz="1800" kern="0">
                <a:solidFill>
                  <a:srgbClr val="42413D"/>
                </a:solidFill>
                <a:effectLst/>
                <a:latin typeface="+mn-ea"/>
                <a:ea typeface="+mn-ea"/>
                <a:cs typeface="Calibri" panose="020F0502020204030204" pitchFamily="34" charset="0"/>
              </a:rPr>
              <a:t>, </a:t>
            </a:r>
            <a:r>
              <a:rPr lang="zh-CN" sz="1800" kern="0">
                <a:solidFill>
                  <a:srgbClr val="42413D"/>
                </a:solidFill>
                <a:effectLst/>
                <a:latin typeface="+mn-ea"/>
                <a:ea typeface="+mn-ea"/>
                <a:cs typeface="Calibri" panose="020F0502020204030204" pitchFamily="34" charset="0"/>
              </a:rPr>
              <a:t>因為</a:t>
            </a:r>
            <a:r>
              <a:rPr lang="zh-TW" sz="1800" kern="0">
                <a:solidFill>
                  <a:srgbClr val="42413D"/>
                </a:solidFill>
                <a:effectLst/>
                <a:latin typeface="+mn-ea"/>
                <a:ea typeface="+mn-ea"/>
                <a:cs typeface="Calibri" panose="020F0502020204030204" pitchFamily="34" charset="0"/>
              </a:rPr>
              <a:t>買家和賣家都是</a:t>
            </a:r>
            <a:r>
              <a:rPr lang="en-HK" sz="1800" kern="0">
                <a:solidFill>
                  <a:srgbClr val="42413D"/>
                </a:solidFill>
                <a:effectLst/>
                <a:latin typeface="+mn-ea"/>
                <a:ea typeface="+mn-ea"/>
                <a:cs typeface="Calibri" panose="020F0502020204030204" pitchFamily="34" charset="0"/>
              </a:rPr>
              <a:t>Business</a:t>
            </a:r>
          </a:p>
          <a:p>
            <a:pPr marL="342900" marR="0" lvl="0" indent="-342900">
              <a:lnSpc>
                <a:spcPct val="130000"/>
              </a:lnSpc>
              <a:spcBef>
                <a:spcPts val="0"/>
              </a:spcBef>
              <a:spcAft>
                <a:spcPts val="0"/>
              </a:spcAft>
              <a:buFont typeface="Symbol" panose="05050102010706020507" pitchFamily="18" charset="2"/>
              <a:buChar char=""/>
            </a:pPr>
            <a:endParaRPr lang="en-HK" sz="1800" kern="100">
              <a:effectLst/>
              <a:latin typeface="+mn-ea"/>
              <a:ea typeface="+mn-ea"/>
              <a:cs typeface="Times New Roman" panose="02020603050405020304" pitchFamily="18" charset="0"/>
            </a:endParaRPr>
          </a:p>
          <a:p>
            <a:pPr marL="342900" marR="0" lvl="0" indent="-342900">
              <a:lnSpc>
                <a:spcPct val="130000"/>
              </a:lnSpc>
              <a:spcBef>
                <a:spcPts val="0"/>
              </a:spcBef>
              <a:spcAft>
                <a:spcPts val="0"/>
              </a:spcAft>
              <a:buFont typeface="Symbol" panose="05050102010706020507" pitchFamily="18" charset="2"/>
              <a:buChar char=""/>
            </a:pPr>
            <a:r>
              <a:rPr lang="zh-TW" sz="1800" kern="0">
                <a:solidFill>
                  <a:srgbClr val="42413D"/>
                </a:solidFill>
                <a:effectLst/>
                <a:latin typeface="+mn-ea"/>
                <a:ea typeface="+mn-ea"/>
                <a:cs typeface="Calibri" panose="020F0502020204030204" pitchFamily="34" charset="0"/>
              </a:rPr>
              <a:t>之後也出現如</a:t>
            </a:r>
            <a:r>
              <a:rPr lang="en-HK" sz="1800" kern="0">
                <a:solidFill>
                  <a:srgbClr val="42413D"/>
                </a:solidFill>
                <a:effectLst/>
                <a:latin typeface="+mn-ea"/>
                <a:ea typeface="+mn-ea"/>
                <a:cs typeface="Calibri" panose="020F0502020204030204" pitchFamily="34" charset="0"/>
              </a:rPr>
              <a:t>eBay</a:t>
            </a:r>
            <a:r>
              <a:rPr lang="zh-TW" sz="1800" kern="0">
                <a:solidFill>
                  <a:srgbClr val="42413D"/>
                </a:solidFill>
                <a:effectLst/>
                <a:latin typeface="+mn-ea"/>
                <a:ea typeface="+mn-ea"/>
                <a:cs typeface="Calibri" panose="020F0502020204030204" pitchFamily="34" charset="0"/>
              </a:rPr>
              <a:t>（</a:t>
            </a:r>
            <a:r>
              <a:rPr lang="en-HK" sz="1800" kern="0">
                <a:solidFill>
                  <a:srgbClr val="42413D"/>
                </a:solidFill>
                <a:effectLst/>
                <a:latin typeface="+mn-ea"/>
                <a:ea typeface="+mn-ea"/>
                <a:cs typeface="Calibri" panose="020F0502020204030204" pitchFamily="34" charset="0"/>
              </a:rPr>
              <a:t>1995</a:t>
            </a:r>
            <a:r>
              <a:rPr lang="zh-TW" sz="1800" kern="0">
                <a:solidFill>
                  <a:srgbClr val="42413D"/>
                </a:solidFill>
                <a:effectLst/>
                <a:latin typeface="+mn-ea"/>
                <a:ea typeface="+mn-ea"/>
                <a:cs typeface="Calibri" panose="020F0502020204030204" pitchFamily="34" charset="0"/>
              </a:rPr>
              <a:t>）的拍賣網站，和今天的</a:t>
            </a:r>
            <a:r>
              <a:rPr lang="en-HK" sz="1800" kern="0">
                <a:solidFill>
                  <a:srgbClr val="42413D"/>
                </a:solidFill>
                <a:effectLst/>
                <a:latin typeface="+mn-ea"/>
                <a:ea typeface="+mn-ea"/>
                <a:cs typeface="Calibri" panose="020F0502020204030204" pitchFamily="34" charset="0"/>
              </a:rPr>
              <a:t>Carousell,</a:t>
            </a:r>
            <a:r>
              <a:rPr lang="zh-TW" sz="1800" kern="0">
                <a:solidFill>
                  <a:srgbClr val="42413D"/>
                </a:solidFill>
                <a:effectLst/>
                <a:latin typeface="+mn-ea"/>
                <a:ea typeface="+mn-ea"/>
                <a:cs typeface="Calibri" panose="020F0502020204030204" pitchFamily="34" charset="0"/>
              </a:rPr>
              <a:t>都是個人用戶之間的互相買賣。這種模式稱之為</a:t>
            </a:r>
            <a:r>
              <a:rPr lang="en-HK" sz="1800" kern="0">
                <a:solidFill>
                  <a:srgbClr val="42413D"/>
                </a:solidFill>
                <a:effectLst/>
                <a:latin typeface="+mn-ea"/>
                <a:ea typeface="+mn-ea"/>
                <a:cs typeface="Calibri" panose="020F0502020204030204" pitchFamily="34" charset="0"/>
              </a:rPr>
              <a:t>C2C(Consumer to Consumer)</a:t>
            </a:r>
          </a:p>
          <a:p>
            <a:pPr marL="342900" marR="0" lvl="0" indent="-342900">
              <a:lnSpc>
                <a:spcPct val="130000"/>
              </a:lnSpc>
              <a:spcBef>
                <a:spcPts val="0"/>
              </a:spcBef>
              <a:spcAft>
                <a:spcPts val="0"/>
              </a:spcAft>
              <a:buFont typeface="Symbol" panose="05050102010706020507" pitchFamily="18" charset="2"/>
              <a:buChar char=""/>
            </a:pPr>
            <a:endParaRPr lang="en-HK" sz="1800" kern="100">
              <a:effectLst/>
              <a:latin typeface="+mn-ea"/>
              <a:ea typeface="+mn-ea"/>
              <a:cs typeface="Times New Roman" panose="02020603050405020304" pitchFamily="18" charset="0"/>
            </a:endParaRPr>
          </a:p>
          <a:p>
            <a:pPr marL="342900" marR="0" lvl="0" indent="-342900">
              <a:lnSpc>
                <a:spcPct val="130000"/>
              </a:lnSpc>
              <a:spcBef>
                <a:spcPts val="0"/>
              </a:spcBef>
              <a:spcAft>
                <a:spcPts val="0"/>
              </a:spcAft>
              <a:buFont typeface="Symbol" panose="05050102010706020507" pitchFamily="18" charset="2"/>
              <a:buChar char=""/>
            </a:pPr>
            <a:r>
              <a:rPr lang="zh-TW" sz="1800" kern="0">
                <a:solidFill>
                  <a:srgbClr val="42413D"/>
                </a:solidFill>
                <a:effectLst/>
                <a:latin typeface="+mn-ea"/>
                <a:ea typeface="+mn-ea"/>
                <a:cs typeface="Calibri" panose="020F0502020204030204" pitchFamily="34" charset="0"/>
              </a:rPr>
              <a:t>網上</a:t>
            </a:r>
            <a:r>
              <a:rPr lang="zh-TW" sz="1800" u="sng" kern="0">
                <a:solidFill>
                  <a:srgbClr val="42413D"/>
                </a:solidFill>
                <a:effectLst/>
                <a:latin typeface="+mn-ea"/>
                <a:ea typeface="+mn-ea"/>
                <a:cs typeface="Calibri" panose="020F0502020204030204" pitchFamily="34" charset="0"/>
              </a:rPr>
              <a:t>買賣、貿易多了，也產生了對網上支付服務的需求</a:t>
            </a:r>
            <a:r>
              <a:rPr lang="zh-TW" sz="1800" kern="0">
                <a:solidFill>
                  <a:srgbClr val="42413D"/>
                </a:solidFill>
                <a:effectLst/>
                <a:latin typeface="+mn-ea"/>
                <a:ea typeface="+mn-ea"/>
                <a:cs typeface="Calibri" panose="020F0502020204030204" pitchFamily="34" charset="0"/>
              </a:rPr>
              <a:t>，因而誕生了</a:t>
            </a:r>
            <a:r>
              <a:rPr lang="en-HK" sz="1800" kern="0" err="1">
                <a:solidFill>
                  <a:srgbClr val="42413D"/>
                </a:solidFill>
                <a:effectLst/>
                <a:latin typeface="+mn-ea"/>
                <a:ea typeface="+mn-ea"/>
                <a:cs typeface="Calibri" panose="020F0502020204030204" pitchFamily="34" charset="0"/>
              </a:rPr>
              <a:t>Paypal</a:t>
            </a:r>
            <a:r>
              <a:rPr lang="en-HK" sz="1800" kern="0">
                <a:solidFill>
                  <a:srgbClr val="42413D"/>
                </a:solidFill>
                <a:effectLst/>
                <a:latin typeface="+mn-ea"/>
                <a:ea typeface="+mn-ea"/>
                <a:cs typeface="Calibri" panose="020F0502020204030204" pitchFamily="34" charset="0"/>
              </a:rPr>
              <a:t> (1999)</a:t>
            </a:r>
            <a:r>
              <a:rPr lang="zh-TW" sz="1800" kern="0">
                <a:solidFill>
                  <a:srgbClr val="42413D"/>
                </a:solidFill>
                <a:effectLst/>
                <a:latin typeface="+mn-ea"/>
                <a:ea typeface="+mn-ea"/>
                <a:cs typeface="Calibri" panose="020F0502020204030204" pitchFamily="34" charset="0"/>
              </a:rPr>
              <a:t>，</a:t>
            </a:r>
            <a:r>
              <a:rPr lang="en-HK" sz="1800" kern="0">
                <a:solidFill>
                  <a:srgbClr val="42413D"/>
                </a:solidFill>
                <a:effectLst/>
                <a:latin typeface="+mn-ea"/>
                <a:ea typeface="+mn-ea"/>
                <a:cs typeface="Calibri" panose="020F0502020204030204" pitchFamily="34" charset="0"/>
              </a:rPr>
              <a:t>Alipay (2009)</a:t>
            </a:r>
            <a:r>
              <a:rPr lang="zh-TW" sz="1800" kern="0">
                <a:solidFill>
                  <a:srgbClr val="42413D"/>
                </a:solidFill>
                <a:effectLst/>
                <a:latin typeface="+mn-ea"/>
                <a:ea typeface="+mn-ea"/>
                <a:cs typeface="Calibri" panose="020F0502020204030204" pitchFamily="34" charset="0"/>
              </a:rPr>
              <a:t>和</a:t>
            </a:r>
            <a:r>
              <a:rPr lang="en-HK" sz="1800" kern="0">
                <a:solidFill>
                  <a:srgbClr val="42413D"/>
                </a:solidFill>
                <a:effectLst/>
                <a:latin typeface="+mn-ea"/>
                <a:ea typeface="+mn-ea"/>
                <a:cs typeface="Calibri" panose="020F0502020204030204" pitchFamily="34" charset="0"/>
              </a:rPr>
              <a:t> </a:t>
            </a:r>
            <a:r>
              <a:rPr lang="en-HK" sz="1800" kern="0" err="1">
                <a:solidFill>
                  <a:srgbClr val="42413D"/>
                </a:solidFill>
                <a:effectLst/>
                <a:latin typeface="+mn-ea"/>
                <a:ea typeface="+mn-ea"/>
                <a:cs typeface="Calibri" panose="020F0502020204030204" pitchFamily="34" charset="0"/>
              </a:rPr>
              <a:t>WeChatPay</a:t>
            </a:r>
            <a:r>
              <a:rPr lang="en-HK" sz="1800" kern="0">
                <a:solidFill>
                  <a:srgbClr val="42413D"/>
                </a:solidFill>
                <a:effectLst/>
                <a:latin typeface="+mn-ea"/>
                <a:ea typeface="+mn-ea"/>
                <a:cs typeface="Calibri" panose="020F0502020204030204" pitchFamily="34" charset="0"/>
              </a:rPr>
              <a:t> (2013)</a:t>
            </a:r>
            <a:r>
              <a:rPr lang="zh-TW" sz="1800" kern="0">
                <a:solidFill>
                  <a:srgbClr val="42413D"/>
                </a:solidFill>
                <a:effectLst/>
                <a:latin typeface="+mn-ea"/>
                <a:ea typeface="+mn-ea"/>
                <a:cs typeface="Calibri" panose="020F0502020204030204" pitchFamily="34" charset="0"/>
              </a:rPr>
              <a:t>等</a:t>
            </a:r>
            <a:endParaRPr lang="en-HK" sz="1800" kern="100">
              <a:effectLst/>
              <a:latin typeface="+mn-ea"/>
              <a:ea typeface="+mn-ea"/>
              <a:cs typeface="Times New Roman" panose="02020603050405020304" pitchFamily="18" charset="0"/>
            </a:endParaRPr>
          </a:p>
        </p:txBody>
      </p:sp>
      <p:sp>
        <p:nvSpPr>
          <p:cNvPr id="4" name="Slide Number Placeholder 3">
            <a:extLst>
              <a:ext uri="{FF2B5EF4-FFF2-40B4-BE49-F238E27FC236}">
                <a16:creationId xmlns:a16="http://schemas.microsoft.com/office/drawing/2014/main" id="{A2E677E7-C916-2B4B-95E1-8AF132600464}"/>
              </a:ext>
            </a:extLst>
          </p:cNvPr>
          <p:cNvSpPr>
            <a:spLocks noGrp="1"/>
          </p:cNvSpPr>
          <p:nvPr>
            <p:ph type="sldNum" sz="quarter" idx="12"/>
          </p:nvPr>
        </p:nvSpPr>
        <p:spPr/>
        <p:txBody>
          <a:bodyPr/>
          <a:lstStyle/>
          <a:p>
            <a:fld id="{14B07A3D-2F58-EF4D-A265-F014B879E6ED}" type="slidenum">
              <a:rPr lang="en-US" smtClean="0"/>
              <a:pPr/>
              <a:t>34</a:t>
            </a:fld>
            <a:endParaRPr lang="en-US"/>
          </a:p>
        </p:txBody>
      </p:sp>
    </p:spTree>
    <p:extLst>
      <p:ext uri="{BB962C8B-B14F-4D97-AF65-F5344CB8AC3E}">
        <p14:creationId xmlns:p14="http://schemas.microsoft.com/office/powerpoint/2010/main" val="15105995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729E471-0175-C543-98E2-448AEDC347AB}"/>
              </a:ext>
            </a:extLst>
          </p:cNvPr>
          <p:cNvSpPr>
            <a:spLocks noGrp="1"/>
          </p:cNvSpPr>
          <p:nvPr>
            <p:ph type="title"/>
          </p:nvPr>
        </p:nvSpPr>
        <p:spPr/>
        <p:txBody>
          <a:bodyPr/>
          <a:lstStyle/>
          <a:p>
            <a:r>
              <a:rPr lang="zh-TW" altLang="en-US"/>
              <a:t>互聯網基礎設施快速增長</a:t>
            </a:r>
            <a:endParaRPr lang="en-US"/>
          </a:p>
        </p:txBody>
      </p:sp>
      <p:sp>
        <p:nvSpPr>
          <p:cNvPr id="6" name="Text Placeholder 5">
            <a:extLst>
              <a:ext uri="{FF2B5EF4-FFF2-40B4-BE49-F238E27FC236}">
                <a16:creationId xmlns:a16="http://schemas.microsoft.com/office/drawing/2014/main" id="{D5FD78B5-6EF6-9A45-951D-48D06EA9C702}"/>
              </a:ext>
            </a:extLst>
          </p:cNvPr>
          <p:cNvSpPr>
            <a:spLocks noGrp="1"/>
          </p:cNvSpPr>
          <p:nvPr>
            <p:ph idx="1"/>
          </p:nvPr>
        </p:nvSpPr>
        <p:spPr>
          <a:xfrm>
            <a:off x="1371600" y="2171700"/>
            <a:ext cx="8546123" cy="3581400"/>
          </a:xfrm>
        </p:spPr>
        <p:txBody>
          <a:bodyPr>
            <a:noAutofit/>
          </a:bodyPr>
          <a:lstStyle/>
          <a:p>
            <a:pPr>
              <a:lnSpc>
                <a:spcPct val="110000"/>
              </a:lnSpc>
            </a:pPr>
            <a:r>
              <a:rPr lang="zh-TW" altLang="en-US" sz="2000" dirty="0"/>
              <a:t>互聯網用戶群龐大</a:t>
            </a:r>
            <a:r>
              <a:rPr lang="zh-CN" altLang="en-US" sz="2000" dirty="0"/>
              <a:t>，</a:t>
            </a:r>
            <a:r>
              <a:rPr lang="zh-TW" altLang="en-US" sz="2000" dirty="0"/>
              <a:t>成功的互聯網公司</a:t>
            </a:r>
            <a:r>
              <a:rPr lang="zh-TW" altLang="en-US" sz="2000" b="1" u="sng" dirty="0">
                <a:solidFill>
                  <a:srgbClr val="0070C0"/>
                </a:solidFill>
              </a:rPr>
              <a:t>必須不斷投資電腦設施</a:t>
            </a:r>
            <a:r>
              <a:rPr lang="zh-TW" altLang="en-US" sz="2000" dirty="0"/>
              <a:t>以</a:t>
            </a:r>
            <a:r>
              <a:rPr lang="zh-TW" altLang="en-US" sz="2000" u="sng" dirty="0"/>
              <a:t>滿足快速增長的用戶連接</a:t>
            </a:r>
          </a:p>
          <a:p>
            <a:pPr lvl="1">
              <a:lnSpc>
                <a:spcPct val="110000"/>
              </a:lnSpc>
            </a:pPr>
            <a:r>
              <a:rPr lang="zh-TW" altLang="en-US" sz="2000" dirty="0"/>
              <a:t>想像一下雙十一購物節的人流</a:t>
            </a:r>
            <a:r>
              <a:rPr lang="zh-CN" altLang="en-US" sz="2000" dirty="0"/>
              <a:t>：</a:t>
            </a:r>
            <a:r>
              <a:rPr lang="zh-TW" altLang="en-US" sz="2000" dirty="0"/>
              <a:t> 要滿足大量用戶在同一時間進入網站，網購公司如淘寶需要建立大量電腦設施（如伺服器等）才會令網站</a:t>
            </a:r>
            <a:r>
              <a:rPr lang="zh-TW" altLang="en-US" sz="2000" b="1" u="sng" dirty="0"/>
              <a:t>不會出現「堵塞」</a:t>
            </a:r>
            <a:r>
              <a:rPr lang="zh-TW" altLang="en-US" sz="2000" dirty="0"/>
              <a:t>的情況</a:t>
            </a:r>
            <a:endParaRPr lang="en-HK" altLang="zh-TW" sz="2000" dirty="0"/>
          </a:p>
          <a:p>
            <a:pPr>
              <a:lnSpc>
                <a:spcPct val="110000"/>
              </a:lnSpc>
            </a:pPr>
            <a:endParaRPr lang="en-HK" altLang="zh-TW" sz="2000" dirty="0"/>
          </a:p>
          <a:p>
            <a:pPr>
              <a:lnSpc>
                <a:spcPct val="110000"/>
              </a:lnSpc>
            </a:pPr>
            <a:r>
              <a:rPr lang="zh-TW" altLang="en-US" sz="2000" dirty="0"/>
              <a:t>但是，網購公司也發現出現大量人流的時候</a:t>
            </a:r>
            <a:r>
              <a:rPr lang="zh-TW" altLang="en-US" sz="2000" u="sng" dirty="0"/>
              <a:t>只限於某些時間</a:t>
            </a:r>
          </a:p>
          <a:p>
            <a:pPr lvl="1">
              <a:lnSpc>
                <a:spcPct val="110000"/>
              </a:lnSpc>
            </a:pPr>
            <a:r>
              <a:rPr lang="zh-TW" altLang="en-US" sz="1800" dirty="0"/>
              <a:t>用戶量不多的時候，他們的大量伺服器便是閒著，很浪費資源</a:t>
            </a:r>
            <a:endParaRPr lang="en-HK" altLang="zh-TW" sz="1800" dirty="0"/>
          </a:p>
          <a:p>
            <a:pPr lvl="1">
              <a:lnSpc>
                <a:spcPct val="110000"/>
              </a:lnSpc>
            </a:pPr>
            <a:endParaRPr lang="en-HK" altLang="zh-TW" sz="1800" dirty="0"/>
          </a:p>
          <a:p>
            <a:pPr>
              <a:lnSpc>
                <a:spcPct val="110000"/>
              </a:lnSpc>
            </a:pPr>
            <a:r>
              <a:rPr lang="zh-TW" altLang="en-US" sz="2000" dirty="0"/>
              <a:t>所以他們開始</a:t>
            </a:r>
            <a:r>
              <a:rPr lang="zh-TW" altLang="en-US" sz="2000" b="1" u="sng" dirty="0"/>
              <a:t>讓其他公司租用他們的電腦資源基礎設施</a:t>
            </a:r>
            <a:r>
              <a:rPr lang="zh-CN" altLang="en-US" sz="2000" b="1" u="sng" dirty="0"/>
              <a:t>，</a:t>
            </a:r>
            <a:r>
              <a:rPr lang="zh-TW" altLang="en-US" sz="2000" b="1" u="sng" dirty="0">
                <a:solidFill>
                  <a:srgbClr val="0070C0"/>
                </a:solidFill>
              </a:rPr>
              <a:t>也就是雲</a:t>
            </a:r>
            <a:r>
              <a:rPr lang="zh-TW" altLang="en-US" sz="2000" b="1" u="sng" dirty="0">
                <a:solidFill>
                  <a:srgbClr val="0070C0"/>
                </a:solidFill>
                <a:latin typeface="Heiti SC Medium" pitchFamily="2" charset="-128"/>
                <a:ea typeface="Heiti SC Medium" pitchFamily="2" charset="-128"/>
              </a:rPr>
              <a:t>計算</a:t>
            </a:r>
            <a:r>
              <a:rPr lang="zh-TW" altLang="en-US" sz="2000" b="1" u="sng" dirty="0">
                <a:solidFill>
                  <a:srgbClr val="0070C0"/>
                </a:solidFill>
              </a:rPr>
              <a:t>的起源</a:t>
            </a:r>
            <a:endParaRPr lang="en-US" sz="2000" b="1" u="sng" dirty="0">
              <a:solidFill>
                <a:srgbClr val="0070C0"/>
              </a:solidFill>
            </a:endParaRPr>
          </a:p>
        </p:txBody>
      </p:sp>
      <p:sp>
        <p:nvSpPr>
          <p:cNvPr id="4" name="Slide Number Placeholder 3">
            <a:extLst>
              <a:ext uri="{FF2B5EF4-FFF2-40B4-BE49-F238E27FC236}">
                <a16:creationId xmlns:a16="http://schemas.microsoft.com/office/drawing/2014/main" id="{29523092-B7A6-D44E-8C6D-B6207D381A39}"/>
              </a:ext>
            </a:extLst>
          </p:cNvPr>
          <p:cNvSpPr>
            <a:spLocks noGrp="1"/>
          </p:cNvSpPr>
          <p:nvPr>
            <p:ph type="sldNum" sz="quarter" idx="12"/>
          </p:nvPr>
        </p:nvSpPr>
        <p:spPr/>
        <p:txBody>
          <a:bodyPr/>
          <a:lstStyle/>
          <a:p>
            <a:fld id="{14B07A3D-2F58-EF4D-A265-F014B879E6ED}" type="slidenum">
              <a:rPr lang="en-US" smtClean="0"/>
              <a:pPr/>
              <a:t>35</a:t>
            </a:fld>
            <a:endParaRPr lang="en-US"/>
          </a:p>
        </p:txBody>
      </p:sp>
      <p:sp>
        <p:nvSpPr>
          <p:cNvPr id="2" name="Rectangle: Rounded Corners 1">
            <a:extLst>
              <a:ext uri="{FF2B5EF4-FFF2-40B4-BE49-F238E27FC236}">
                <a16:creationId xmlns:a16="http://schemas.microsoft.com/office/drawing/2014/main" id="{B3B9CFB1-6567-FF79-76DC-1EC566011A72}"/>
              </a:ext>
            </a:extLst>
          </p:cNvPr>
          <p:cNvSpPr/>
          <p:nvPr/>
        </p:nvSpPr>
        <p:spPr>
          <a:xfrm>
            <a:off x="10117015" y="1685192"/>
            <a:ext cx="1910862" cy="4487008"/>
          </a:xfrm>
          <a:prstGeom prst="roundRect">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TW" altLang="en-US" sz="2000" b="1">
                <a:solidFill>
                  <a:schemeClr val="accent6">
                    <a:lumMod val="60000"/>
                    <a:lumOff val="40000"/>
                  </a:schemeClr>
                </a:solidFill>
              </a:rPr>
              <a:t>一起討論：</a:t>
            </a:r>
          </a:p>
          <a:p>
            <a:endParaRPr lang="zh-TW" altLang="en-US"/>
          </a:p>
          <a:p>
            <a:pPr marL="342900" indent="-342900">
              <a:buAutoNum type="arabicPeriod"/>
            </a:pPr>
            <a:r>
              <a:rPr lang="zh-TW" altLang="en-US"/>
              <a:t>同學有沒有試過一個網站堵塞？ 是什麼時候，想做怎麼事？</a:t>
            </a:r>
            <a:endParaRPr lang="en-HK" altLang="zh-TW"/>
          </a:p>
          <a:p>
            <a:pPr marL="342900" indent="-342900">
              <a:buAutoNum type="arabicPeriod"/>
            </a:pPr>
            <a:endParaRPr lang="en-HK" altLang="zh-TW"/>
          </a:p>
          <a:p>
            <a:pPr marL="342900" indent="-342900">
              <a:buAutoNum type="arabicPeriod"/>
            </a:pPr>
            <a:r>
              <a:rPr lang="zh-TW" altLang="en-US"/>
              <a:t>你們猜想一個網購公司什麼時候用戶量最多？</a:t>
            </a:r>
            <a:endParaRPr lang="en-HK" altLang="zh-TW"/>
          </a:p>
          <a:p>
            <a:pPr marL="342900" indent="-342900">
              <a:buAutoNum type="arabicPeriod"/>
            </a:pPr>
            <a:endParaRPr lang="en-HK"/>
          </a:p>
        </p:txBody>
      </p:sp>
    </p:spTree>
    <p:extLst>
      <p:ext uri="{BB962C8B-B14F-4D97-AF65-F5344CB8AC3E}">
        <p14:creationId xmlns:p14="http://schemas.microsoft.com/office/powerpoint/2010/main" val="5677050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F24A9-5F63-69E9-88D2-81595595E3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C640AE-0D8F-E4CC-E121-AF7894226E0F}"/>
              </a:ext>
            </a:extLst>
          </p:cNvPr>
          <p:cNvSpPr>
            <a:spLocks noGrp="1"/>
          </p:cNvSpPr>
          <p:nvPr>
            <p:ph type="title"/>
          </p:nvPr>
        </p:nvSpPr>
        <p:spPr>
          <a:xfrm>
            <a:off x="1371600" y="685800"/>
            <a:ext cx="9601200" cy="1485900"/>
          </a:xfrm>
        </p:spPr>
        <p:txBody>
          <a:bodyPr anchor="ctr">
            <a:normAutofit/>
          </a:bodyPr>
          <a:lstStyle/>
          <a:p>
            <a:r>
              <a:rPr lang="zh-TW" altLang="en-US" b="1" dirty="0">
                <a:latin typeface="DengXian" panose="02010600030101010101" pitchFamily="2" charset="-122"/>
                <a:ea typeface="DengXian" panose="02010600030101010101" pitchFamily="2" charset="-122"/>
              </a:rPr>
              <a:t>雲計算的起源</a:t>
            </a:r>
          </a:p>
        </p:txBody>
      </p:sp>
      <p:grpSp>
        <p:nvGrpSpPr>
          <p:cNvPr id="28" name="群組 27">
            <a:extLst>
              <a:ext uri="{FF2B5EF4-FFF2-40B4-BE49-F238E27FC236}">
                <a16:creationId xmlns:a16="http://schemas.microsoft.com/office/drawing/2014/main" id="{BA6CB8F7-32DE-1D53-6423-1369AE0F90D8}"/>
              </a:ext>
            </a:extLst>
          </p:cNvPr>
          <p:cNvGrpSpPr/>
          <p:nvPr/>
        </p:nvGrpSpPr>
        <p:grpSpPr>
          <a:xfrm>
            <a:off x="1985284" y="2441775"/>
            <a:ext cx="6423220" cy="3591543"/>
            <a:chOff x="3625241" y="2695445"/>
            <a:chExt cx="5601463" cy="3187466"/>
          </a:xfrm>
        </p:grpSpPr>
        <p:grpSp>
          <p:nvGrpSpPr>
            <p:cNvPr id="23" name="群組 22">
              <a:extLst>
                <a:ext uri="{FF2B5EF4-FFF2-40B4-BE49-F238E27FC236}">
                  <a16:creationId xmlns:a16="http://schemas.microsoft.com/office/drawing/2014/main" id="{CFBEA9B3-A140-6971-28AC-7B59370AA858}"/>
                </a:ext>
              </a:extLst>
            </p:cNvPr>
            <p:cNvGrpSpPr/>
            <p:nvPr/>
          </p:nvGrpSpPr>
          <p:grpSpPr>
            <a:xfrm>
              <a:off x="3625241" y="2695445"/>
              <a:ext cx="5601463" cy="3187466"/>
              <a:chOff x="3650549" y="3921955"/>
              <a:chExt cx="5601463" cy="3187466"/>
            </a:xfrm>
          </p:grpSpPr>
          <p:grpSp>
            <p:nvGrpSpPr>
              <p:cNvPr id="15" name="群組 14">
                <a:extLst>
                  <a:ext uri="{FF2B5EF4-FFF2-40B4-BE49-F238E27FC236}">
                    <a16:creationId xmlns:a16="http://schemas.microsoft.com/office/drawing/2014/main" id="{3412C3B2-AC0A-6DBB-78A0-E5150398583A}"/>
                  </a:ext>
                </a:extLst>
              </p:cNvPr>
              <p:cNvGrpSpPr/>
              <p:nvPr/>
            </p:nvGrpSpPr>
            <p:grpSpPr>
              <a:xfrm>
                <a:off x="3650549" y="3921955"/>
                <a:ext cx="5601463" cy="3187466"/>
                <a:chOff x="923940" y="2610360"/>
                <a:chExt cx="5601463" cy="3187466"/>
              </a:xfrm>
            </p:grpSpPr>
            <p:pic>
              <p:nvPicPr>
                <p:cNvPr id="13" name="圖片 12" descr="Isometric 3D flatshaded vector illustration, clean and simple, textbookquality style, 16:9 landscape composition, pure white FFFFFF background, completely plain with no texture, no pattern, no frame, no gradients — use only simple flatcolour 3D shading with subtle solidcolour side faces no photorealistic lighting, no gradients, no trademarked logos or brand marks. Scene: three isometric 3D panels arranged left to right, connected by two thin 3D arrows. Above the whole scene, a small floating text label reads &quot;淘寶&quot; in a plain generic sansserif style text only, no logo design, no brand colours associated with the actual company. Panel 1 leftmost: five identical lowpoly 3D serverrack models standing side by side, all rendered in teal 2A9D8F, each with small glowing dot lights indicating active/fullload state, with a small 3D upwardarrow shape above them. Label beneath: &quot;購物節高峰&quot;. A thin teal 3D arrow points from Panel 1 to Panel 2. Panel 2 middle: the same five 3D serverrack models, now rendered in light grey to indicate idle state, with small floating &quot;Z&quot; shapes above them at varying heights. Label beneath: &quot;離峰閒置&quot;. A thin teal 3D arrow points from Panel 2 to Panel 3. Panel 3 rightmost: the same five 3D serverrack models, with two or three restored to teal active/rented, connected via thin 3D lines rising to three small lowpoly building models above them, each building in deep navy flatshaded colour, representing external customers. Label beneath: &quot;出租他人&quot;, with a smaller secondary label beneath it reading &quot;雲端服務起源&quot;. All text must be in Traditional Chinese 繁體中文 except the single brandname label &quot;淘寶&quot;, formal written style, using a sansserif Traditional Chinese typeface Noto Sans TC style, bold and clear character strokes for the three main labels. No Simplified Chinese, no English, no Japanese text anywhere, no stylised brand logos or trademark symbols — the brand name must appear only as plain text, not as an official logo mark. Icons and models: simple lowpoly isometric 3D shapes, minimal detail, consistent serverrack geometry across all three panels, one small stateindicator per panel. Colour: white background; text in deep navy 1F3A5F; one accent colour only — teal 2A9D8F for active servers, arrows, and connecting lines; idle servers in Panel 2 rendered in light grey; side faces of 3D shapes in a slightly darker flat teal or grey to indicate depth no gradients, no realistic lighting. Composition: generous white space, evenly spaced, perfectly aligned in isometric grid, no clutter, no title, no heading, no caption. Highly legible when projected in a classroom.">
                  <a:extLst>
                    <a:ext uri="{FF2B5EF4-FFF2-40B4-BE49-F238E27FC236}">
                      <a16:creationId xmlns:a16="http://schemas.microsoft.com/office/drawing/2014/main" id="{AD0D201A-6072-8068-6A1B-CDD90FA0816D}"/>
                    </a:ext>
                  </a:extLst>
                </p:cNvPr>
                <p:cNvPicPr>
                  <a:picLocks noChangeAspect="1"/>
                </p:cNvPicPr>
                <p:nvPr/>
              </p:nvPicPr>
              <p:blipFill>
                <a:blip r:embed="rId3"/>
                <a:stretch>
                  <a:fillRect/>
                </a:stretch>
              </p:blipFill>
              <p:spPr>
                <a:xfrm>
                  <a:off x="923940" y="2648678"/>
                  <a:ext cx="5601463" cy="3149148"/>
                </a:xfrm>
                <a:prstGeom prst="rect">
                  <a:avLst/>
                </a:prstGeom>
              </p:spPr>
            </p:pic>
            <p:pic>
              <p:nvPicPr>
                <p:cNvPr id="14" name="圖片 13">
                  <a:extLst>
                    <a:ext uri="{FF2B5EF4-FFF2-40B4-BE49-F238E27FC236}">
                      <a16:creationId xmlns:a16="http://schemas.microsoft.com/office/drawing/2014/main" id="{892CE8AE-DD8C-295F-05BE-D68E48A376D6}"/>
                    </a:ext>
                  </a:extLst>
                </p:cNvPr>
                <p:cNvPicPr>
                  <a:picLocks noChangeAspect="1"/>
                </p:cNvPicPr>
                <p:nvPr/>
              </p:nvPicPr>
              <p:blipFill>
                <a:blip r:embed="rId4"/>
                <a:stretch>
                  <a:fillRect/>
                </a:stretch>
              </p:blipFill>
              <p:spPr>
                <a:xfrm>
                  <a:off x="3285208" y="2610360"/>
                  <a:ext cx="1208654" cy="711476"/>
                </a:xfrm>
                <a:prstGeom prst="rect">
                  <a:avLst/>
                </a:prstGeom>
              </p:spPr>
            </p:pic>
          </p:grpSp>
          <p:pic>
            <p:nvPicPr>
              <p:cNvPr id="22" name="圖片 21">
                <a:extLst>
                  <a:ext uri="{FF2B5EF4-FFF2-40B4-BE49-F238E27FC236}">
                    <a16:creationId xmlns:a16="http://schemas.microsoft.com/office/drawing/2014/main" id="{C0EB8828-20F0-7A37-12CB-E00A883015B0}"/>
                  </a:ext>
                </a:extLst>
              </p:cNvPr>
              <p:cNvPicPr>
                <a:picLocks noChangeAspect="1"/>
              </p:cNvPicPr>
              <p:nvPr/>
            </p:nvPicPr>
            <p:blipFill>
              <a:blip r:embed="rId5"/>
              <a:stretch>
                <a:fillRect/>
              </a:stretch>
            </p:blipFill>
            <p:spPr>
              <a:xfrm>
                <a:off x="7744114" y="6155466"/>
                <a:ext cx="1220982" cy="338665"/>
              </a:xfrm>
              <a:prstGeom prst="rect">
                <a:avLst/>
              </a:prstGeom>
            </p:spPr>
          </p:pic>
        </p:grpSp>
        <p:pic>
          <p:nvPicPr>
            <p:cNvPr id="8" name="圖片 7" descr="Taobao淘寶- YouTube">
              <a:extLst>
                <a:ext uri="{FF2B5EF4-FFF2-40B4-BE49-F238E27FC236}">
                  <a16:creationId xmlns:a16="http://schemas.microsoft.com/office/drawing/2014/main" id="{DF89D990-1D0B-CFDC-3F87-317618E93715}"/>
                </a:ext>
              </a:extLst>
            </p:cNvPr>
            <p:cNvPicPr>
              <a:picLocks noChangeAspect="1"/>
            </p:cNvPicPr>
            <p:nvPr/>
          </p:nvPicPr>
          <p:blipFill>
            <a:blip r:embed="rId6"/>
            <a:stretch>
              <a:fillRect/>
            </a:stretch>
          </p:blipFill>
          <p:spPr>
            <a:xfrm>
              <a:off x="3737188" y="3367165"/>
              <a:ext cx="435559" cy="435559"/>
            </a:xfrm>
            <a:prstGeom prst="rect">
              <a:avLst/>
            </a:prstGeom>
          </p:spPr>
        </p:pic>
        <p:pic>
          <p:nvPicPr>
            <p:cNvPr id="10" name="圖片 9" descr="Amazon Prime Day: Everything You Need To Know">
              <a:extLst>
                <a:ext uri="{FF2B5EF4-FFF2-40B4-BE49-F238E27FC236}">
                  <a16:creationId xmlns:a16="http://schemas.microsoft.com/office/drawing/2014/main" id="{AB8291A3-3C96-FB4A-1BFB-D47BEB7C0F84}"/>
                </a:ext>
              </a:extLst>
            </p:cNvPr>
            <p:cNvPicPr>
              <a:picLocks noChangeAspect="1"/>
            </p:cNvPicPr>
            <p:nvPr/>
          </p:nvPicPr>
          <p:blipFill>
            <a:blip r:embed="rId7"/>
            <a:srcRect b="20495"/>
            <a:stretch>
              <a:fillRect/>
            </a:stretch>
          </p:blipFill>
          <p:spPr>
            <a:xfrm>
              <a:off x="4880542" y="3339137"/>
              <a:ext cx="874644" cy="463587"/>
            </a:xfrm>
            <a:prstGeom prst="rect">
              <a:avLst/>
            </a:prstGeom>
          </p:spPr>
        </p:pic>
      </p:grpSp>
      <p:pic>
        <p:nvPicPr>
          <p:cNvPr id="12" name="圖片 11">
            <a:extLst>
              <a:ext uri="{FF2B5EF4-FFF2-40B4-BE49-F238E27FC236}">
                <a16:creationId xmlns:a16="http://schemas.microsoft.com/office/drawing/2014/main" id="{BEEC89EC-441D-DF48-FCC4-D96B6E741CD1}"/>
              </a:ext>
            </a:extLst>
          </p:cNvPr>
          <p:cNvPicPr>
            <a:picLocks noChangeAspect="1"/>
          </p:cNvPicPr>
          <p:nvPr/>
        </p:nvPicPr>
        <p:blipFill>
          <a:blip r:embed="rId4"/>
          <a:stretch>
            <a:fillRect/>
          </a:stretch>
        </p:blipFill>
        <p:spPr>
          <a:xfrm>
            <a:off x="6425973" y="2200829"/>
            <a:ext cx="1208654" cy="711476"/>
          </a:xfrm>
          <a:prstGeom prst="rect">
            <a:avLst/>
          </a:prstGeom>
        </p:spPr>
      </p:pic>
      <p:sp>
        <p:nvSpPr>
          <p:cNvPr id="17" name="文字方塊 16">
            <a:extLst>
              <a:ext uri="{FF2B5EF4-FFF2-40B4-BE49-F238E27FC236}">
                <a16:creationId xmlns:a16="http://schemas.microsoft.com/office/drawing/2014/main" id="{5865BAC0-D232-0FEF-6376-2C7E70319DBE}"/>
              </a:ext>
            </a:extLst>
          </p:cNvPr>
          <p:cNvSpPr txBox="1"/>
          <p:nvPr/>
        </p:nvSpPr>
        <p:spPr>
          <a:xfrm>
            <a:off x="1371600" y="2612377"/>
            <a:ext cx="10708223" cy="430887"/>
          </a:xfrm>
          <a:prstGeom prst="rect">
            <a:avLst/>
          </a:prstGeom>
          <a:noFill/>
        </p:spPr>
        <p:txBody>
          <a:bodyPr wrap="square">
            <a:spAutoFit/>
          </a:bodyPr>
          <a:lstStyle/>
          <a:p>
            <a:pPr marL="0" indent="0">
              <a:buNone/>
            </a:pPr>
            <a:r>
              <a:rPr lang="en-US" altLang="zh-TW" sz="2200" b="1" dirty="0">
                <a:solidFill>
                  <a:srgbClr val="FFCE2B"/>
                </a:solidFill>
                <a:latin typeface="DengXian" panose="02010600030101010101" pitchFamily="2" charset="-122"/>
                <a:ea typeface="DengXian" panose="02010600030101010101" pitchFamily="2" charset="-122"/>
              </a:rPr>
              <a:t>1. </a:t>
            </a:r>
            <a:r>
              <a:rPr lang="zh-TW" altLang="en-US" sz="2200" b="1" dirty="0">
                <a:solidFill>
                  <a:srgbClr val="FFCE2B"/>
                </a:solidFill>
                <a:latin typeface="DengXian" panose="02010600030101010101" pitchFamily="2" charset="-122"/>
                <a:ea typeface="DengXian" panose="02010600030101010101" pitchFamily="2" charset="-122"/>
              </a:rPr>
              <a:t>例子</a:t>
            </a:r>
            <a:r>
              <a:rPr lang="zh-TW" altLang="en-US" sz="2200" dirty="0">
                <a:latin typeface="DengXian" panose="02010600030101010101" pitchFamily="2" charset="-122"/>
                <a:ea typeface="DengXian" panose="02010600030101010101" pitchFamily="2" charset="-122"/>
              </a:rPr>
              <a:t>：雙十一購物節期間，網購公司（如淘寶）需</a:t>
            </a:r>
            <a:r>
              <a:rPr lang="zh-TW" altLang="en-US" sz="2200" b="1" dirty="0">
                <a:latin typeface="DengXian" panose="02010600030101010101" pitchFamily="2" charset="-122"/>
                <a:ea typeface="DengXian" panose="02010600030101010101" pitchFamily="2" charset="-122"/>
              </a:rPr>
              <a:t>大量伺服器</a:t>
            </a:r>
            <a:r>
              <a:rPr lang="zh-TW" altLang="en-US" sz="2200" dirty="0">
                <a:latin typeface="DengXian" panose="02010600030101010101" pitchFamily="2" charset="-122"/>
                <a:ea typeface="DengXian" panose="02010600030101010101" pitchFamily="2" charset="-122"/>
              </a:rPr>
              <a:t>，避免網站堵塞</a:t>
            </a:r>
          </a:p>
        </p:txBody>
      </p:sp>
      <p:sp>
        <p:nvSpPr>
          <p:cNvPr id="3" name="Content Placeholder 2">
            <a:extLst>
              <a:ext uri="{FF2B5EF4-FFF2-40B4-BE49-F238E27FC236}">
                <a16:creationId xmlns:a16="http://schemas.microsoft.com/office/drawing/2014/main" id="{41D5FEF1-B896-096E-0B58-364B43E5FA66}"/>
              </a:ext>
            </a:extLst>
          </p:cNvPr>
          <p:cNvSpPr>
            <a:spLocks noGrp="1"/>
          </p:cNvSpPr>
          <p:nvPr>
            <p:ph sz="half" idx="2"/>
          </p:nvPr>
        </p:nvSpPr>
        <p:spPr>
          <a:xfrm>
            <a:off x="1371600" y="1982248"/>
            <a:ext cx="7036904" cy="430399"/>
          </a:xfrm>
        </p:spPr>
        <p:txBody>
          <a:bodyPr>
            <a:noAutofit/>
          </a:bodyPr>
          <a:lstStyle/>
          <a:p>
            <a:pPr marL="0" indent="0">
              <a:buNone/>
            </a:pPr>
            <a:r>
              <a:rPr lang="zh-TW" altLang="en-US" sz="2200" dirty="0">
                <a:latin typeface="DengXian" panose="02010600030101010101" pitchFamily="2" charset="-122"/>
                <a:ea typeface="DengXian" panose="02010600030101010101" pitchFamily="2" charset="-122"/>
              </a:rPr>
              <a:t>互聯網用戶量龐大，公司需持續增加伺服器以應付流量</a:t>
            </a:r>
          </a:p>
        </p:txBody>
      </p:sp>
      <p:sp>
        <p:nvSpPr>
          <p:cNvPr id="20" name="文字方塊 19">
            <a:extLst>
              <a:ext uri="{FF2B5EF4-FFF2-40B4-BE49-F238E27FC236}">
                <a16:creationId xmlns:a16="http://schemas.microsoft.com/office/drawing/2014/main" id="{A8648548-5E70-DA3C-E616-D9A32EA2B919}"/>
              </a:ext>
            </a:extLst>
          </p:cNvPr>
          <p:cNvSpPr txBox="1"/>
          <p:nvPr/>
        </p:nvSpPr>
        <p:spPr>
          <a:xfrm>
            <a:off x="2337115" y="5027611"/>
            <a:ext cx="6097656" cy="769441"/>
          </a:xfrm>
          <a:prstGeom prst="rect">
            <a:avLst/>
          </a:prstGeom>
          <a:noFill/>
        </p:spPr>
        <p:txBody>
          <a:bodyPr wrap="square">
            <a:spAutoFit/>
          </a:bodyPr>
          <a:lstStyle/>
          <a:p>
            <a:pPr marL="0" indent="0" algn="ctr">
              <a:buNone/>
            </a:pPr>
            <a:r>
              <a:rPr lang="en-US" altLang="zh-TW" sz="2200" b="1" dirty="0">
                <a:solidFill>
                  <a:srgbClr val="FFCE2B"/>
                </a:solidFill>
                <a:latin typeface="DengXian" panose="02010600030101010101" pitchFamily="2" charset="-122"/>
                <a:ea typeface="DengXian" panose="02010600030101010101" pitchFamily="2" charset="-122"/>
              </a:rPr>
              <a:t>2. </a:t>
            </a:r>
            <a:r>
              <a:rPr lang="zh-TW" altLang="en-US" sz="2200" b="1" dirty="0">
                <a:solidFill>
                  <a:srgbClr val="FFCE2B"/>
                </a:solidFill>
                <a:latin typeface="DengXian" panose="02010600030101010101" pitchFamily="2" charset="-122"/>
                <a:ea typeface="DengXian" panose="02010600030101010101" pitchFamily="2" charset="-122"/>
              </a:rPr>
              <a:t>問題</a:t>
            </a:r>
            <a:r>
              <a:rPr lang="zh-TW" altLang="en-US" sz="2200" dirty="0">
                <a:latin typeface="DengXian" panose="02010600030101010101" pitchFamily="2" charset="-122"/>
                <a:ea typeface="DengXian" panose="02010600030101010101" pitchFamily="2" charset="-122"/>
              </a:rPr>
              <a:t>：</a:t>
            </a:r>
            <a:r>
              <a:rPr lang="zh-TW" altLang="en-US" sz="2200" b="1" dirty="0">
                <a:latin typeface="DengXian" panose="02010600030101010101" pitchFamily="2" charset="-122"/>
                <a:ea typeface="DengXian" panose="02010600030101010101" pitchFamily="2" charset="-122"/>
              </a:rPr>
              <a:t>非高峰時段</a:t>
            </a:r>
            <a:r>
              <a:rPr lang="zh-TW" altLang="en-US" sz="2200" dirty="0">
                <a:latin typeface="DengXian" panose="02010600030101010101" pitchFamily="2" charset="-122"/>
                <a:ea typeface="DengXian" panose="02010600030101010101" pitchFamily="2" charset="-122"/>
              </a:rPr>
              <a:t>，</a:t>
            </a:r>
            <a:endParaRPr lang="en-US" altLang="zh-TW" sz="2200" dirty="0">
              <a:latin typeface="DengXian" panose="02010600030101010101" pitchFamily="2" charset="-122"/>
              <a:ea typeface="DengXian" panose="02010600030101010101" pitchFamily="2" charset="-122"/>
            </a:endParaRPr>
          </a:p>
          <a:p>
            <a:pPr marL="0" indent="0" algn="ctr">
              <a:buNone/>
            </a:pPr>
            <a:r>
              <a:rPr lang="zh-TW" altLang="en-US" sz="2200" u="sng" dirty="0">
                <a:latin typeface="DengXian" panose="02010600030101010101" pitchFamily="2" charset="-122"/>
                <a:ea typeface="DengXian" panose="02010600030101010101" pitchFamily="2" charset="-122"/>
              </a:rPr>
              <a:t>大量伺服器閒置，浪費資源</a:t>
            </a:r>
          </a:p>
        </p:txBody>
      </p:sp>
      <p:sp>
        <p:nvSpPr>
          <p:cNvPr id="25" name="文字方塊 24">
            <a:extLst>
              <a:ext uri="{FF2B5EF4-FFF2-40B4-BE49-F238E27FC236}">
                <a16:creationId xmlns:a16="http://schemas.microsoft.com/office/drawing/2014/main" id="{57EA369E-C0EB-F2E5-7699-E9499F4D49BA}"/>
              </a:ext>
            </a:extLst>
          </p:cNvPr>
          <p:cNvSpPr txBox="1"/>
          <p:nvPr/>
        </p:nvSpPr>
        <p:spPr>
          <a:xfrm>
            <a:off x="7521126" y="3579034"/>
            <a:ext cx="4346162" cy="1015663"/>
          </a:xfrm>
          <a:prstGeom prst="rect">
            <a:avLst/>
          </a:prstGeom>
          <a:noFill/>
        </p:spPr>
        <p:txBody>
          <a:bodyPr wrap="square">
            <a:spAutoFit/>
          </a:bodyPr>
          <a:lstStyle/>
          <a:p>
            <a:pPr marL="0" indent="0" algn="ctr">
              <a:buNone/>
            </a:pPr>
            <a:r>
              <a:rPr lang="en-US" altLang="zh-TW" sz="2000" b="1" dirty="0">
                <a:solidFill>
                  <a:srgbClr val="FFCE2B"/>
                </a:solidFill>
                <a:latin typeface="DengXian" panose="02010600030101010101" pitchFamily="2" charset="-122"/>
                <a:ea typeface="DengXian" panose="02010600030101010101" pitchFamily="2" charset="-122"/>
              </a:rPr>
              <a:t>3. </a:t>
            </a:r>
            <a:r>
              <a:rPr lang="zh-TW" altLang="en-US" sz="2000" b="1" dirty="0">
                <a:solidFill>
                  <a:srgbClr val="FFCE2B"/>
                </a:solidFill>
                <a:latin typeface="DengXian" panose="02010600030101010101" pitchFamily="2" charset="-122"/>
                <a:ea typeface="DengXian" panose="02010600030101010101" pitchFamily="2" charset="-122"/>
              </a:rPr>
              <a:t>解決方法</a:t>
            </a:r>
            <a:r>
              <a:rPr lang="zh-TW" altLang="en-US" sz="2000" dirty="0">
                <a:latin typeface="DengXian" panose="02010600030101010101" pitchFamily="2" charset="-122"/>
                <a:ea typeface="DengXian" panose="02010600030101010101" pitchFamily="2" charset="-122"/>
              </a:rPr>
              <a:t>：</a:t>
            </a:r>
            <a:endParaRPr lang="en-US" altLang="zh-TW" sz="2000" dirty="0">
              <a:latin typeface="DengXian" panose="02010600030101010101" pitchFamily="2" charset="-122"/>
              <a:ea typeface="DengXian" panose="02010600030101010101" pitchFamily="2" charset="-122"/>
            </a:endParaRPr>
          </a:p>
          <a:p>
            <a:pPr marL="0" indent="0" algn="ctr">
              <a:buNone/>
            </a:pPr>
            <a:r>
              <a:rPr lang="zh-TW" altLang="en-US" sz="2000" dirty="0">
                <a:latin typeface="DengXian" panose="02010600030101010101" pitchFamily="2" charset="-122"/>
                <a:ea typeface="DengXian" panose="02010600030101010101" pitchFamily="2" charset="-122"/>
              </a:rPr>
              <a:t>公司</a:t>
            </a:r>
            <a:r>
              <a:rPr lang="zh-TW" altLang="en-US" sz="2000" u="sng" dirty="0">
                <a:latin typeface="DengXian" panose="02010600030101010101" pitchFamily="2" charset="-122"/>
                <a:ea typeface="DengXian" panose="02010600030101010101" pitchFamily="2" charset="-122"/>
              </a:rPr>
              <a:t>將</a:t>
            </a:r>
            <a:r>
              <a:rPr lang="zh-TW" altLang="en-US" sz="2000" b="1" u="sng" dirty="0">
                <a:latin typeface="DengXian" panose="02010600030101010101" pitchFamily="2" charset="-122"/>
                <a:ea typeface="DengXian" panose="02010600030101010101" pitchFamily="2" charset="-122"/>
              </a:rPr>
              <a:t>閒置</a:t>
            </a:r>
            <a:r>
              <a:rPr lang="zh-TW" altLang="en-US" sz="2000" u="sng" dirty="0">
                <a:latin typeface="DengXian" panose="02010600030101010101" pitchFamily="2" charset="-122"/>
                <a:ea typeface="DengXian" panose="02010600030101010101" pitchFamily="2" charset="-122"/>
              </a:rPr>
              <a:t>的電腦資源</a:t>
            </a:r>
            <a:endParaRPr lang="en-US" altLang="zh-TW" sz="2000" u="sng" dirty="0">
              <a:latin typeface="DengXian" panose="02010600030101010101" pitchFamily="2" charset="-122"/>
              <a:ea typeface="DengXian" panose="02010600030101010101" pitchFamily="2" charset="-122"/>
            </a:endParaRPr>
          </a:p>
          <a:p>
            <a:pPr marL="0" indent="0" algn="ctr">
              <a:buNone/>
            </a:pPr>
            <a:r>
              <a:rPr lang="zh-TW" altLang="en-US" sz="2000" u="sng" dirty="0">
                <a:latin typeface="DengXian" panose="02010600030101010101" pitchFamily="2" charset="-122"/>
                <a:ea typeface="DengXian" panose="02010600030101010101" pitchFamily="2" charset="-122"/>
              </a:rPr>
              <a:t>租給其他企業使用</a:t>
            </a:r>
          </a:p>
        </p:txBody>
      </p:sp>
      <p:sp>
        <p:nvSpPr>
          <p:cNvPr id="27" name="文字方塊 26">
            <a:extLst>
              <a:ext uri="{FF2B5EF4-FFF2-40B4-BE49-F238E27FC236}">
                <a16:creationId xmlns:a16="http://schemas.microsoft.com/office/drawing/2014/main" id="{B0EC107E-95D8-8CDE-7167-D866382FB8AF}"/>
              </a:ext>
            </a:extLst>
          </p:cNvPr>
          <p:cNvSpPr txBox="1"/>
          <p:nvPr/>
        </p:nvSpPr>
        <p:spPr>
          <a:xfrm>
            <a:off x="1371600" y="6033319"/>
            <a:ext cx="9553989" cy="430887"/>
          </a:xfrm>
          <a:prstGeom prst="rect">
            <a:avLst/>
          </a:prstGeom>
          <a:noFill/>
        </p:spPr>
        <p:txBody>
          <a:bodyPr wrap="square">
            <a:spAutoFit/>
          </a:bodyPr>
          <a:lstStyle/>
          <a:p>
            <a:pPr marL="0" indent="0">
              <a:buNone/>
            </a:pPr>
            <a:r>
              <a:rPr lang="zh-TW" altLang="en-US" sz="2200" dirty="0">
                <a:latin typeface="DengXian" panose="02010600030101010101" pitchFamily="2" charset="-122"/>
                <a:ea typeface="DengXian" panose="02010600030101010101" pitchFamily="2" charset="-122"/>
              </a:rPr>
              <a:t>這種「租用電腦資源」的做法，就是</a:t>
            </a:r>
            <a:r>
              <a:rPr lang="zh-TW" altLang="en-US" sz="2200" b="1" dirty="0">
                <a:latin typeface="DengXian" panose="02010600030101010101" pitchFamily="2" charset="-122"/>
                <a:ea typeface="DengXian" panose="02010600030101010101" pitchFamily="2" charset="-122"/>
              </a:rPr>
              <a:t>雲計算的起源</a:t>
            </a:r>
          </a:p>
        </p:txBody>
      </p:sp>
    </p:spTree>
    <p:extLst>
      <p:ext uri="{BB962C8B-B14F-4D97-AF65-F5344CB8AC3E}">
        <p14:creationId xmlns:p14="http://schemas.microsoft.com/office/powerpoint/2010/main" val="28227133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C89A1-9F27-EB49-BED6-2E3818A89E13}"/>
              </a:ext>
            </a:extLst>
          </p:cNvPr>
          <p:cNvSpPr>
            <a:spLocks noGrp="1"/>
          </p:cNvSpPr>
          <p:nvPr>
            <p:ph type="title"/>
          </p:nvPr>
        </p:nvSpPr>
        <p:spPr/>
        <p:txBody>
          <a:bodyPr anchor="ctr">
            <a:normAutofit/>
          </a:bodyPr>
          <a:lstStyle/>
          <a:p>
            <a:r>
              <a:rPr lang="en-US" b="1" dirty="0" err="1">
                <a:latin typeface="DengXian" panose="02010600030101010101" pitchFamily="2" charset="-122"/>
                <a:ea typeface="DengXian" panose="02010600030101010101" pitchFamily="2" charset="-122"/>
              </a:rPr>
              <a:t>什麼是雲計算</a:t>
            </a:r>
            <a:endParaRPr lang="en-US" b="1" dirty="0">
              <a:latin typeface="DengXian" panose="02010600030101010101" pitchFamily="2" charset="-122"/>
              <a:ea typeface="DengXian" panose="02010600030101010101" pitchFamily="2" charset="-122"/>
            </a:endParaRPr>
          </a:p>
        </p:txBody>
      </p:sp>
      <p:sp>
        <p:nvSpPr>
          <p:cNvPr id="3" name="Content Placeholder 2">
            <a:extLst>
              <a:ext uri="{FF2B5EF4-FFF2-40B4-BE49-F238E27FC236}">
                <a16:creationId xmlns:a16="http://schemas.microsoft.com/office/drawing/2014/main" id="{2966D3B8-2E50-6D40-8E7F-7F4D135BC09D}"/>
              </a:ext>
            </a:extLst>
          </p:cNvPr>
          <p:cNvSpPr>
            <a:spLocks noGrp="1"/>
          </p:cNvSpPr>
          <p:nvPr>
            <p:ph sz="half" idx="1"/>
          </p:nvPr>
        </p:nvSpPr>
        <p:spPr/>
        <p:txBody>
          <a:bodyPr>
            <a:noAutofit/>
          </a:bodyPr>
          <a:lstStyle/>
          <a:p>
            <a:pPr marL="0" indent="0">
              <a:lnSpc>
                <a:spcPct val="110000"/>
              </a:lnSpc>
              <a:buNone/>
            </a:pPr>
            <a:r>
              <a:rPr lang="zh-TW" altLang="en-US" dirty="0">
                <a:latin typeface="DengXian" panose="02010600030101010101" pitchFamily="2" charset="-122"/>
                <a:ea typeface="DengXian" panose="02010600030101010101" pitchFamily="2" charset="-122"/>
              </a:rPr>
              <a:t>雲計算是一種透過</a:t>
            </a:r>
            <a:r>
              <a:rPr lang="zh-TW" altLang="en-US" b="1" dirty="0">
                <a:latin typeface="DengXian" panose="02010600030101010101" pitchFamily="2" charset="-122"/>
                <a:ea typeface="DengXian" panose="02010600030101010101" pitchFamily="2" charset="-122"/>
              </a:rPr>
              <a:t>互聯網</a:t>
            </a:r>
            <a:r>
              <a:rPr lang="zh-TW" altLang="en-US" u="sng" dirty="0">
                <a:latin typeface="DengXian" panose="02010600030101010101" pitchFamily="2" charset="-122"/>
                <a:ea typeface="DengXian" panose="02010600030101010101" pitchFamily="2" charset="-122"/>
              </a:rPr>
              <a:t>提供電腦資源的技術</a:t>
            </a:r>
            <a:r>
              <a:rPr lang="zh-TW" altLang="en-US" dirty="0">
                <a:latin typeface="DengXian" panose="02010600030101010101" pitchFamily="2" charset="-122"/>
                <a:ea typeface="DengXian" panose="02010600030101010101" pitchFamily="2" charset="-122"/>
              </a:rPr>
              <a:t>。</a:t>
            </a:r>
            <a:endParaRPr lang="en-US" altLang="zh-TW" dirty="0">
              <a:latin typeface="DengXian" panose="02010600030101010101" pitchFamily="2" charset="-122"/>
              <a:ea typeface="DengXian" panose="02010600030101010101" pitchFamily="2" charset="-122"/>
            </a:endParaRPr>
          </a:p>
          <a:p>
            <a:pPr marL="0" indent="0">
              <a:lnSpc>
                <a:spcPct val="110000"/>
              </a:lnSpc>
              <a:buNone/>
            </a:pPr>
            <a:r>
              <a:rPr lang="zh-TW" altLang="en-US" dirty="0">
                <a:latin typeface="DengXian" panose="02010600030101010101" pitchFamily="2" charset="-122"/>
                <a:ea typeface="DengXian" panose="02010600030101010101" pitchFamily="2" charset="-122"/>
              </a:rPr>
              <a:t>用家可向雲計算服務供應商</a:t>
            </a:r>
            <a:r>
              <a:rPr lang="zh-TW" altLang="en-US" b="1" dirty="0">
                <a:latin typeface="DengXian" panose="02010600030101010101" pitchFamily="2" charset="-122"/>
                <a:ea typeface="DengXian" panose="02010600030101010101" pitchFamily="2" charset="-122"/>
              </a:rPr>
              <a:t>租用所需資源</a:t>
            </a:r>
            <a:r>
              <a:rPr lang="zh-TW" altLang="en-US" dirty="0">
                <a:latin typeface="DengXian" panose="02010600030101010101" pitchFamily="2" charset="-122"/>
                <a:ea typeface="DengXian" panose="02010600030101010101" pitchFamily="2" charset="-122"/>
              </a:rPr>
              <a:t>，並按需要調整用量。</a:t>
            </a:r>
            <a:endParaRPr lang="en-US" dirty="0">
              <a:latin typeface="DengXian" panose="02010600030101010101" pitchFamily="2" charset="-122"/>
              <a:ea typeface="DengXian" panose="02010600030101010101" pitchFamily="2" charset="-122"/>
            </a:endParaRPr>
          </a:p>
        </p:txBody>
      </p:sp>
      <p:pic>
        <p:nvPicPr>
          <p:cNvPr id="5" name="圖片 4">
            <a:extLst>
              <a:ext uri="{FF2B5EF4-FFF2-40B4-BE49-F238E27FC236}">
                <a16:creationId xmlns:a16="http://schemas.microsoft.com/office/drawing/2014/main" id="{68B1B23A-50E1-4A79-A090-24AAFF7A4B95}"/>
              </a:ext>
            </a:extLst>
          </p:cNvPr>
          <p:cNvPicPr>
            <a:picLocks noChangeAspect="1"/>
          </p:cNvPicPr>
          <p:nvPr/>
        </p:nvPicPr>
        <p:blipFill>
          <a:blip r:embed="rId2"/>
          <a:stretch>
            <a:fillRect/>
          </a:stretch>
        </p:blipFill>
        <p:spPr>
          <a:xfrm>
            <a:off x="5455519" y="1790044"/>
            <a:ext cx="6736481" cy="4490987"/>
          </a:xfrm>
          <a:prstGeom prst="rect">
            <a:avLst/>
          </a:prstGeom>
        </p:spPr>
      </p:pic>
      <p:pic>
        <p:nvPicPr>
          <p:cNvPr id="7" name="圖片 6">
            <a:extLst>
              <a:ext uri="{FF2B5EF4-FFF2-40B4-BE49-F238E27FC236}">
                <a16:creationId xmlns:a16="http://schemas.microsoft.com/office/drawing/2014/main" id="{A5D91EFC-B483-4508-01DA-E06523476852}"/>
              </a:ext>
            </a:extLst>
          </p:cNvPr>
          <p:cNvPicPr>
            <a:picLocks noChangeAspect="1"/>
          </p:cNvPicPr>
          <p:nvPr/>
        </p:nvPicPr>
        <p:blipFill>
          <a:blip r:embed="rId3"/>
          <a:stretch>
            <a:fillRect/>
          </a:stretch>
        </p:blipFill>
        <p:spPr>
          <a:xfrm>
            <a:off x="7412373" y="3410328"/>
            <a:ext cx="2652200" cy="241301"/>
          </a:xfrm>
          <a:prstGeom prst="rect">
            <a:avLst/>
          </a:prstGeom>
        </p:spPr>
      </p:pic>
      <p:pic>
        <p:nvPicPr>
          <p:cNvPr id="9" name="圖片 8">
            <a:extLst>
              <a:ext uri="{FF2B5EF4-FFF2-40B4-BE49-F238E27FC236}">
                <a16:creationId xmlns:a16="http://schemas.microsoft.com/office/drawing/2014/main" id="{BFED7A6F-6CA8-0C4B-3027-6C1BF358C4A8}"/>
              </a:ext>
            </a:extLst>
          </p:cNvPr>
          <p:cNvPicPr>
            <a:picLocks noChangeAspect="1"/>
          </p:cNvPicPr>
          <p:nvPr/>
        </p:nvPicPr>
        <p:blipFill>
          <a:blip r:embed="rId4"/>
          <a:srcRect t="17132" r="3710" b="23379"/>
          <a:stretch>
            <a:fillRect/>
          </a:stretch>
        </p:blipFill>
        <p:spPr>
          <a:xfrm>
            <a:off x="6528850" y="4187826"/>
            <a:ext cx="474142" cy="130037"/>
          </a:xfrm>
          <a:prstGeom prst="rect">
            <a:avLst/>
          </a:prstGeom>
        </p:spPr>
      </p:pic>
      <p:sp>
        <p:nvSpPr>
          <p:cNvPr id="10" name="Content Placeholder 2">
            <a:extLst>
              <a:ext uri="{FF2B5EF4-FFF2-40B4-BE49-F238E27FC236}">
                <a16:creationId xmlns:a16="http://schemas.microsoft.com/office/drawing/2014/main" id="{4A3F3997-18D0-30F2-DA92-3BF07A32F9D1}"/>
              </a:ext>
            </a:extLst>
          </p:cNvPr>
          <p:cNvSpPr txBox="1">
            <a:spLocks/>
          </p:cNvSpPr>
          <p:nvPr/>
        </p:nvSpPr>
        <p:spPr>
          <a:xfrm>
            <a:off x="6471704" y="4130077"/>
            <a:ext cx="588433" cy="245534"/>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800" b="0" i="0" kern="1200" baseline="0">
                <a:solidFill>
                  <a:schemeClr val="tx2"/>
                </a:solidFill>
                <a:latin typeface="Helvetica" pitchFamily="2" charset="0"/>
                <a:ea typeface="Noto Sans SC Medium" panose="020B0600000000000000" pitchFamily="34" charset="-128"/>
                <a:cs typeface="Helvetica" pitchFamily="2" charset="0"/>
              </a:defRPr>
            </a:lvl1pPr>
            <a:lvl2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400" b="0" i="0" kern="1200" baseline="0">
                <a:solidFill>
                  <a:schemeClr val="tx2"/>
                </a:solidFill>
                <a:latin typeface="Helvetica" pitchFamily="2" charset="0"/>
                <a:ea typeface="Noto Sans SC Medium" panose="020B0600000000000000" pitchFamily="34" charset="-128"/>
                <a:cs typeface="Helvetica" pitchFamily="2" charset="0"/>
              </a:defRPr>
            </a:lvl2pPr>
            <a:lvl3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b="0" i="0" kern="1200" baseline="0">
                <a:solidFill>
                  <a:schemeClr val="tx2"/>
                </a:solidFill>
                <a:latin typeface="Helvetica" pitchFamily="2" charset="0"/>
                <a:ea typeface="Noto Sans SC Medium" panose="020B0600000000000000" pitchFamily="34" charset="-128"/>
                <a:cs typeface="Helvetica" pitchFamily="2" charset="0"/>
              </a:defRPr>
            </a:lvl3pPr>
            <a:lvl4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b="0" i="0" kern="1200" baseline="0">
                <a:solidFill>
                  <a:schemeClr val="tx2"/>
                </a:solidFill>
                <a:latin typeface="Helvetica" pitchFamily="2" charset="0"/>
                <a:ea typeface="Noto Sans SC Medium" panose="020B0600000000000000" pitchFamily="34" charset="-128"/>
                <a:cs typeface="Helvetica" pitchFamily="2" charset="0"/>
              </a:defRPr>
            </a:lvl4pPr>
            <a:lvl5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b="0" i="0" kern="1200" baseline="0">
                <a:solidFill>
                  <a:schemeClr val="tx2"/>
                </a:solidFill>
                <a:latin typeface="Helvetica" pitchFamily="2" charset="0"/>
                <a:ea typeface="Noto Sans SC Medium" panose="020B0600000000000000" pitchFamily="34" charset="-128"/>
                <a:cs typeface="Helvetica" pitchFamily="2" charset="0"/>
              </a:defRPr>
            </a:lvl5pPr>
            <a:lvl6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nSpc>
                <a:spcPct val="110000"/>
              </a:lnSpc>
              <a:buFont typeface="Franklin Gothic Book" panose="020B0503020102020204" pitchFamily="34" charset="0"/>
              <a:buNone/>
            </a:pPr>
            <a:r>
              <a:rPr lang="zh-TW" altLang="en-US" sz="1000" b="1" dirty="0">
                <a:solidFill>
                  <a:schemeClr val="bg1"/>
                </a:solidFill>
                <a:latin typeface="DengXian" panose="02010600030101010101" pitchFamily="2" charset="-122"/>
                <a:ea typeface="DengXian" panose="02010600030101010101" pitchFamily="2" charset="-122"/>
              </a:rPr>
              <a:t>互聯網</a:t>
            </a:r>
            <a:endParaRPr lang="en-US" sz="1000" b="1" dirty="0">
              <a:solidFill>
                <a:schemeClr val="bg1"/>
              </a:solidFill>
              <a:latin typeface="DengXian" panose="02010600030101010101" pitchFamily="2" charset="-122"/>
              <a:ea typeface="DengXian" panose="02010600030101010101" pitchFamily="2" charset="-122"/>
            </a:endParaRPr>
          </a:p>
        </p:txBody>
      </p:sp>
      <p:pic>
        <p:nvPicPr>
          <p:cNvPr id="12" name="圖片 11">
            <a:extLst>
              <a:ext uri="{FF2B5EF4-FFF2-40B4-BE49-F238E27FC236}">
                <a16:creationId xmlns:a16="http://schemas.microsoft.com/office/drawing/2014/main" id="{50E16B53-00D5-45CE-315D-E03C851C1A3A}"/>
              </a:ext>
            </a:extLst>
          </p:cNvPr>
          <p:cNvPicPr>
            <a:picLocks noChangeAspect="1"/>
          </p:cNvPicPr>
          <p:nvPr/>
        </p:nvPicPr>
        <p:blipFill>
          <a:blip r:embed="rId4"/>
          <a:srcRect t="17132" r="3710" b="23379"/>
          <a:stretch>
            <a:fillRect/>
          </a:stretch>
        </p:blipFill>
        <p:spPr>
          <a:xfrm>
            <a:off x="7906095" y="4187826"/>
            <a:ext cx="474142" cy="130037"/>
          </a:xfrm>
          <a:prstGeom prst="rect">
            <a:avLst/>
          </a:prstGeom>
        </p:spPr>
      </p:pic>
      <p:sp>
        <p:nvSpPr>
          <p:cNvPr id="14" name="Content Placeholder 2">
            <a:extLst>
              <a:ext uri="{FF2B5EF4-FFF2-40B4-BE49-F238E27FC236}">
                <a16:creationId xmlns:a16="http://schemas.microsoft.com/office/drawing/2014/main" id="{046D8988-E70D-8A8C-C3B4-1E16EF283E1E}"/>
              </a:ext>
            </a:extLst>
          </p:cNvPr>
          <p:cNvSpPr txBox="1">
            <a:spLocks/>
          </p:cNvSpPr>
          <p:nvPr/>
        </p:nvSpPr>
        <p:spPr>
          <a:xfrm>
            <a:off x="7848949" y="4130077"/>
            <a:ext cx="588433" cy="245534"/>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800" b="0" i="0" kern="1200" baseline="0">
                <a:solidFill>
                  <a:schemeClr val="tx2"/>
                </a:solidFill>
                <a:latin typeface="Helvetica" pitchFamily="2" charset="0"/>
                <a:ea typeface="Noto Sans SC Medium" panose="020B0600000000000000" pitchFamily="34" charset="-128"/>
                <a:cs typeface="Helvetica" pitchFamily="2" charset="0"/>
              </a:defRPr>
            </a:lvl1pPr>
            <a:lvl2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400" b="0" i="0" kern="1200" baseline="0">
                <a:solidFill>
                  <a:schemeClr val="tx2"/>
                </a:solidFill>
                <a:latin typeface="Helvetica" pitchFamily="2" charset="0"/>
                <a:ea typeface="Noto Sans SC Medium" panose="020B0600000000000000" pitchFamily="34" charset="-128"/>
                <a:cs typeface="Helvetica" pitchFamily="2" charset="0"/>
              </a:defRPr>
            </a:lvl2pPr>
            <a:lvl3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b="0" i="0" kern="1200" baseline="0">
                <a:solidFill>
                  <a:schemeClr val="tx2"/>
                </a:solidFill>
                <a:latin typeface="Helvetica" pitchFamily="2" charset="0"/>
                <a:ea typeface="Noto Sans SC Medium" panose="020B0600000000000000" pitchFamily="34" charset="-128"/>
                <a:cs typeface="Helvetica" pitchFamily="2" charset="0"/>
              </a:defRPr>
            </a:lvl3pPr>
            <a:lvl4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b="0" i="0" kern="1200" baseline="0">
                <a:solidFill>
                  <a:schemeClr val="tx2"/>
                </a:solidFill>
                <a:latin typeface="Helvetica" pitchFamily="2" charset="0"/>
                <a:ea typeface="Noto Sans SC Medium" panose="020B0600000000000000" pitchFamily="34" charset="-128"/>
                <a:cs typeface="Helvetica" pitchFamily="2" charset="0"/>
              </a:defRPr>
            </a:lvl4pPr>
            <a:lvl5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b="0" i="0" kern="1200" baseline="0">
                <a:solidFill>
                  <a:schemeClr val="tx2"/>
                </a:solidFill>
                <a:latin typeface="Helvetica" pitchFamily="2" charset="0"/>
                <a:ea typeface="Noto Sans SC Medium" panose="020B0600000000000000" pitchFamily="34" charset="-128"/>
                <a:cs typeface="Helvetica" pitchFamily="2" charset="0"/>
              </a:defRPr>
            </a:lvl5pPr>
            <a:lvl6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nSpc>
                <a:spcPct val="110000"/>
              </a:lnSpc>
              <a:buFont typeface="Franklin Gothic Book" panose="020B0503020102020204" pitchFamily="34" charset="0"/>
              <a:buNone/>
            </a:pPr>
            <a:r>
              <a:rPr lang="zh-TW" altLang="en-US" sz="1000" b="1" dirty="0">
                <a:solidFill>
                  <a:schemeClr val="bg1"/>
                </a:solidFill>
                <a:latin typeface="DengXian" panose="02010600030101010101" pitchFamily="2" charset="-122"/>
                <a:ea typeface="DengXian" panose="02010600030101010101" pitchFamily="2" charset="-122"/>
              </a:rPr>
              <a:t>互聯網</a:t>
            </a:r>
            <a:endParaRPr lang="en-US" sz="1000" b="1" dirty="0">
              <a:solidFill>
                <a:schemeClr val="bg1"/>
              </a:solidFill>
              <a:latin typeface="DengXian" panose="02010600030101010101" pitchFamily="2" charset="-122"/>
              <a:ea typeface="DengXian" panose="02010600030101010101" pitchFamily="2" charset="-122"/>
            </a:endParaRPr>
          </a:p>
        </p:txBody>
      </p:sp>
      <p:pic>
        <p:nvPicPr>
          <p:cNvPr id="24" name="圖片 23">
            <a:extLst>
              <a:ext uri="{FF2B5EF4-FFF2-40B4-BE49-F238E27FC236}">
                <a16:creationId xmlns:a16="http://schemas.microsoft.com/office/drawing/2014/main" id="{660E0751-E72C-2310-2FFE-FA889C5B50FB}"/>
              </a:ext>
            </a:extLst>
          </p:cNvPr>
          <p:cNvPicPr>
            <a:picLocks noChangeAspect="1"/>
          </p:cNvPicPr>
          <p:nvPr/>
        </p:nvPicPr>
        <p:blipFill>
          <a:blip r:embed="rId4"/>
          <a:srcRect t="17132" r="3710" b="23379"/>
          <a:stretch>
            <a:fillRect/>
          </a:stretch>
        </p:blipFill>
        <p:spPr>
          <a:xfrm>
            <a:off x="9226194" y="4187826"/>
            <a:ext cx="474142" cy="130037"/>
          </a:xfrm>
          <a:prstGeom prst="rect">
            <a:avLst/>
          </a:prstGeom>
        </p:spPr>
      </p:pic>
      <p:sp>
        <p:nvSpPr>
          <p:cNvPr id="26" name="Content Placeholder 2">
            <a:extLst>
              <a:ext uri="{FF2B5EF4-FFF2-40B4-BE49-F238E27FC236}">
                <a16:creationId xmlns:a16="http://schemas.microsoft.com/office/drawing/2014/main" id="{E3BCF8BD-E312-8F2B-8C46-497A10124216}"/>
              </a:ext>
            </a:extLst>
          </p:cNvPr>
          <p:cNvSpPr txBox="1">
            <a:spLocks/>
          </p:cNvSpPr>
          <p:nvPr/>
        </p:nvSpPr>
        <p:spPr>
          <a:xfrm>
            <a:off x="9140828" y="4135721"/>
            <a:ext cx="588433" cy="245534"/>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800" b="0" i="0" kern="1200" baseline="0">
                <a:solidFill>
                  <a:schemeClr val="tx2"/>
                </a:solidFill>
                <a:latin typeface="Helvetica" pitchFamily="2" charset="0"/>
                <a:ea typeface="Noto Sans SC Medium" panose="020B0600000000000000" pitchFamily="34" charset="-128"/>
                <a:cs typeface="Helvetica" pitchFamily="2" charset="0"/>
              </a:defRPr>
            </a:lvl1pPr>
            <a:lvl2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400" b="0" i="0" kern="1200" baseline="0">
                <a:solidFill>
                  <a:schemeClr val="tx2"/>
                </a:solidFill>
                <a:latin typeface="Helvetica" pitchFamily="2" charset="0"/>
                <a:ea typeface="Noto Sans SC Medium" panose="020B0600000000000000" pitchFamily="34" charset="-128"/>
                <a:cs typeface="Helvetica" pitchFamily="2" charset="0"/>
              </a:defRPr>
            </a:lvl2pPr>
            <a:lvl3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b="0" i="0" kern="1200" baseline="0">
                <a:solidFill>
                  <a:schemeClr val="tx2"/>
                </a:solidFill>
                <a:latin typeface="Helvetica" pitchFamily="2" charset="0"/>
                <a:ea typeface="Noto Sans SC Medium" panose="020B0600000000000000" pitchFamily="34" charset="-128"/>
                <a:cs typeface="Helvetica" pitchFamily="2" charset="0"/>
              </a:defRPr>
            </a:lvl3pPr>
            <a:lvl4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b="0" i="0" kern="1200" baseline="0">
                <a:solidFill>
                  <a:schemeClr val="tx2"/>
                </a:solidFill>
                <a:latin typeface="Helvetica" pitchFamily="2" charset="0"/>
                <a:ea typeface="Noto Sans SC Medium" panose="020B0600000000000000" pitchFamily="34" charset="-128"/>
                <a:cs typeface="Helvetica" pitchFamily="2" charset="0"/>
              </a:defRPr>
            </a:lvl4pPr>
            <a:lvl5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b="0" i="0" kern="1200" baseline="0">
                <a:solidFill>
                  <a:schemeClr val="tx2"/>
                </a:solidFill>
                <a:latin typeface="Helvetica" pitchFamily="2" charset="0"/>
                <a:ea typeface="Noto Sans SC Medium" panose="020B0600000000000000" pitchFamily="34" charset="-128"/>
                <a:cs typeface="Helvetica" pitchFamily="2" charset="0"/>
              </a:defRPr>
            </a:lvl5pPr>
            <a:lvl6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nSpc>
                <a:spcPct val="110000"/>
              </a:lnSpc>
              <a:buFont typeface="Franklin Gothic Book" panose="020B0503020102020204" pitchFamily="34" charset="0"/>
              <a:buNone/>
            </a:pPr>
            <a:r>
              <a:rPr lang="zh-TW" altLang="en-US" sz="1000" b="1" dirty="0">
                <a:solidFill>
                  <a:schemeClr val="bg1"/>
                </a:solidFill>
                <a:latin typeface="DengXian" panose="02010600030101010101" pitchFamily="2" charset="-122"/>
                <a:ea typeface="DengXian" panose="02010600030101010101" pitchFamily="2" charset="-122"/>
              </a:rPr>
              <a:t>互聯網</a:t>
            </a:r>
            <a:endParaRPr lang="en-US" sz="1000" b="1" dirty="0">
              <a:solidFill>
                <a:schemeClr val="bg1"/>
              </a:solidFill>
              <a:latin typeface="DengXian" panose="02010600030101010101" pitchFamily="2" charset="-122"/>
              <a:ea typeface="DengXian" panose="02010600030101010101" pitchFamily="2" charset="-122"/>
            </a:endParaRPr>
          </a:p>
        </p:txBody>
      </p:sp>
      <p:pic>
        <p:nvPicPr>
          <p:cNvPr id="44" name="圖片 43">
            <a:extLst>
              <a:ext uri="{FF2B5EF4-FFF2-40B4-BE49-F238E27FC236}">
                <a16:creationId xmlns:a16="http://schemas.microsoft.com/office/drawing/2014/main" id="{B50BE33D-687A-E07F-DA24-FFC46E307995}"/>
              </a:ext>
            </a:extLst>
          </p:cNvPr>
          <p:cNvPicPr>
            <a:picLocks noChangeAspect="1"/>
          </p:cNvPicPr>
          <p:nvPr/>
        </p:nvPicPr>
        <p:blipFill>
          <a:blip r:embed="rId4"/>
          <a:srcRect t="17132" r="3710" b="23379"/>
          <a:stretch>
            <a:fillRect/>
          </a:stretch>
        </p:blipFill>
        <p:spPr>
          <a:xfrm>
            <a:off x="10643650" y="4187826"/>
            <a:ext cx="474142" cy="130037"/>
          </a:xfrm>
          <a:prstGeom prst="rect">
            <a:avLst/>
          </a:prstGeom>
        </p:spPr>
      </p:pic>
      <p:sp>
        <p:nvSpPr>
          <p:cNvPr id="46" name="Content Placeholder 2">
            <a:extLst>
              <a:ext uri="{FF2B5EF4-FFF2-40B4-BE49-F238E27FC236}">
                <a16:creationId xmlns:a16="http://schemas.microsoft.com/office/drawing/2014/main" id="{654B32B2-0AE5-6F20-4BCE-A3EE03F71536}"/>
              </a:ext>
            </a:extLst>
          </p:cNvPr>
          <p:cNvSpPr txBox="1">
            <a:spLocks/>
          </p:cNvSpPr>
          <p:nvPr/>
        </p:nvSpPr>
        <p:spPr>
          <a:xfrm>
            <a:off x="10586504" y="4130077"/>
            <a:ext cx="588433" cy="245534"/>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800" b="0" i="0" kern="1200" baseline="0">
                <a:solidFill>
                  <a:schemeClr val="tx2"/>
                </a:solidFill>
                <a:latin typeface="Helvetica" pitchFamily="2" charset="0"/>
                <a:ea typeface="Noto Sans SC Medium" panose="020B0600000000000000" pitchFamily="34" charset="-128"/>
                <a:cs typeface="Helvetica" pitchFamily="2" charset="0"/>
              </a:defRPr>
            </a:lvl1pPr>
            <a:lvl2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400" b="0" i="0" kern="1200" baseline="0">
                <a:solidFill>
                  <a:schemeClr val="tx2"/>
                </a:solidFill>
                <a:latin typeface="Helvetica" pitchFamily="2" charset="0"/>
                <a:ea typeface="Noto Sans SC Medium" panose="020B0600000000000000" pitchFamily="34" charset="-128"/>
                <a:cs typeface="Helvetica" pitchFamily="2" charset="0"/>
              </a:defRPr>
            </a:lvl2pPr>
            <a:lvl3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b="0" i="0" kern="1200" baseline="0">
                <a:solidFill>
                  <a:schemeClr val="tx2"/>
                </a:solidFill>
                <a:latin typeface="Helvetica" pitchFamily="2" charset="0"/>
                <a:ea typeface="Noto Sans SC Medium" panose="020B0600000000000000" pitchFamily="34" charset="-128"/>
                <a:cs typeface="Helvetica" pitchFamily="2" charset="0"/>
              </a:defRPr>
            </a:lvl3pPr>
            <a:lvl4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b="0" i="0" kern="1200" baseline="0">
                <a:solidFill>
                  <a:schemeClr val="tx2"/>
                </a:solidFill>
                <a:latin typeface="Helvetica" pitchFamily="2" charset="0"/>
                <a:ea typeface="Noto Sans SC Medium" panose="020B0600000000000000" pitchFamily="34" charset="-128"/>
                <a:cs typeface="Helvetica" pitchFamily="2" charset="0"/>
              </a:defRPr>
            </a:lvl4pPr>
            <a:lvl5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b="0" i="0" kern="1200" baseline="0">
                <a:solidFill>
                  <a:schemeClr val="tx2"/>
                </a:solidFill>
                <a:latin typeface="Helvetica" pitchFamily="2" charset="0"/>
                <a:ea typeface="Noto Sans SC Medium" panose="020B0600000000000000" pitchFamily="34" charset="-128"/>
                <a:cs typeface="Helvetica" pitchFamily="2" charset="0"/>
              </a:defRPr>
            </a:lvl5pPr>
            <a:lvl6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nSpc>
                <a:spcPct val="110000"/>
              </a:lnSpc>
              <a:buFont typeface="Franklin Gothic Book" panose="020B0503020102020204" pitchFamily="34" charset="0"/>
              <a:buNone/>
            </a:pPr>
            <a:r>
              <a:rPr lang="zh-TW" altLang="en-US" sz="1000" b="1" dirty="0">
                <a:solidFill>
                  <a:schemeClr val="bg1"/>
                </a:solidFill>
                <a:latin typeface="DengXian" panose="02010600030101010101" pitchFamily="2" charset="-122"/>
                <a:ea typeface="DengXian" panose="02010600030101010101" pitchFamily="2" charset="-122"/>
              </a:rPr>
              <a:t>互聯網</a:t>
            </a:r>
            <a:endParaRPr lang="en-US" sz="1000" b="1" dirty="0">
              <a:solidFill>
                <a:schemeClr val="bg1"/>
              </a:solidFill>
              <a:latin typeface="DengXian" panose="02010600030101010101" pitchFamily="2" charset="-122"/>
              <a:ea typeface="DengXian" panose="02010600030101010101" pitchFamily="2" charset="-122"/>
            </a:endParaRPr>
          </a:p>
        </p:txBody>
      </p:sp>
      <p:sp>
        <p:nvSpPr>
          <p:cNvPr id="50" name="Content Placeholder 2">
            <a:extLst>
              <a:ext uri="{FF2B5EF4-FFF2-40B4-BE49-F238E27FC236}">
                <a16:creationId xmlns:a16="http://schemas.microsoft.com/office/drawing/2014/main" id="{417E0262-7FEB-A7C9-57DD-F3014435B8DB}"/>
              </a:ext>
            </a:extLst>
          </p:cNvPr>
          <p:cNvSpPr txBox="1">
            <a:spLocks/>
          </p:cNvSpPr>
          <p:nvPr/>
        </p:nvSpPr>
        <p:spPr>
          <a:xfrm>
            <a:off x="7374468" y="3316761"/>
            <a:ext cx="590903" cy="224477"/>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800" b="0" i="0" kern="1200" baseline="0">
                <a:solidFill>
                  <a:schemeClr val="tx2"/>
                </a:solidFill>
                <a:latin typeface="Helvetica" pitchFamily="2" charset="0"/>
                <a:ea typeface="Noto Sans SC Medium" panose="020B0600000000000000" pitchFamily="34" charset="-128"/>
                <a:cs typeface="Helvetica" pitchFamily="2" charset="0"/>
              </a:defRPr>
            </a:lvl1pPr>
            <a:lvl2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400" b="0" i="0" kern="1200" baseline="0">
                <a:solidFill>
                  <a:schemeClr val="tx2"/>
                </a:solidFill>
                <a:latin typeface="Helvetica" pitchFamily="2" charset="0"/>
                <a:ea typeface="Noto Sans SC Medium" panose="020B0600000000000000" pitchFamily="34" charset="-128"/>
                <a:cs typeface="Helvetica" pitchFamily="2" charset="0"/>
              </a:defRPr>
            </a:lvl2pPr>
            <a:lvl3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b="0" i="0" kern="1200" baseline="0">
                <a:solidFill>
                  <a:schemeClr val="tx2"/>
                </a:solidFill>
                <a:latin typeface="Helvetica" pitchFamily="2" charset="0"/>
                <a:ea typeface="Noto Sans SC Medium" panose="020B0600000000000000" pitchFamily="34" charset="-128"/>
                <a:cs typeface="Helvetica" pitchFamily="2" charset="0"/>
              </a:defRPr>
            </a:lvl3pPr>
            <a:lvl4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b="0" i="0" kern="1200" baseline="0">
                <a:solidFill>
                  <a:schemeClr val="tx2"/>
                </a:solidFill>
                <a:latin typeface="Helvetica" pitchFamily="2" charset="0"/>
                <a:ea typeface="Noto Sans SC Medium" panose="020B0600000000000000" pitchFamily="34" charset="-128"/>
                <a:cs typeface="Helvetica" pitchFamily="2" charset="0"/>
              </a:defRPr>
            </a:lvl4pPr>
            <a:lvl5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b="0" i="0" kern="1200" baseline="0">
                <a:solidFill>
                  <a:schemeClr val="tx2"/>
                </a:solidFill>
                <a:latin typeface="Helvetica" pitchFamily="2" charset="0"/>
                <a:ea typeface="Noto Sans SC Medium" panose="020B0600000000000000" pitchFamily="34" charset="-128"/>
                <a:cs typeface="Helvetica" pitchFamily="2" charset="0"/>
              </a:defRPr>
            </a:lvl5pPr>
            <a:lvl6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nSpc>
                <a:spcPct val="110000"/>
              </a:lnSpc>
              <a:buFont typeface="Franklin Gothic Book" panose="020B0503020102020204" pitchFamily="34" charset="0"/>
              <a:buNone/>
            </a:pPr>
            <a:r>
              <a:rPr lang="zh-TW" altLang="en-US" sz="1000" b="1" dirty="0">
                <a:solidFill>
                  <a:schemeClr val="tx1"/>
                </a:solidFill>
                <a:latin typeface="DengXian" panose="02010600030101010101" pitchFamily="2" charset="-122"/>
                <a:ea typeface="DengXian" panose="02010600030101010101" pitchFamily="2" charset="-122"/>
              </a:rPr>
              <a:t>伺服器</a:t>
            </a:r>
            <a:endParaRPr lang="en-US" sz="1000" b="1" dirty="0">
              <a:solidFill>
                <a:schemeClr val="tx1"/>
              </a:solidFill>
              <a:latin typeface="DengXian" panose="02010600030101010101" pitchFamily="2" charset="-122"/>
              <a:ea typeface="DengXian" panose="02010600030101010101" pitchFamily="2" charset="-122"/>
            </a:endParaRPr>
          </a:p>
        </p:txBody>
      </p:sp>
      <p:sp>
        <p:nvSpPr>
          <p:cNvPr id="54" name="Content Placeholder 2">
            <a:extLst>
              <a:ext uri="{FF2B5EF4-FFF2-40B4-BE49-F238E27FC236}">
                <a16:creationId xmlns:a16="http://schemas.microsoft.com/office/drawing/2014/main" id="{713E10CD-5FBD-4B91-819D-AE625D3AC31F}"/>
              </a:ext>
            </a:extLst>
          </p:cNvPr>
          <p:cNvSpPr txBox="1">
            <a:spLocks/>
          </p:cNvSpPr>
          <p:nvPr/>
        </p:nvSpPr>
        <p:spPr>
          <a:xfrm>
            <a:off x="8072783" y="3310490"/>
            <a:ext cx="729197" cy="219348"/>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800" b="0" i="0" kern="1200" baseline="0">
                <a:solidFill>
                  <a:schemeClr val="tx2"/>
                </a:solidFill>
                <a:latin typeface="Helvetica" pitchFamily="2" charset="0"/>
                <a:ea typeface="Noto Sans SC Medium" panose="020B0600000000000000" pitchFamily="34" charset="-128"/>
                <a:cs typeface="Helvetica" pitchFamily="2" charset="0"/>
              </a:defRPr>
            </a:lvl1pPr>
            <a:lvl2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400" b="0" i="0" kern="1200" baseline="0">
                <a:solidFill>
                  <a:schemeClr val="tx2"/>
                </a:solidFill>
                <a:latin typeface="Helvetica" pitchFamily="2" charset="0"/>
                <a:ea typeface="Noto Sans SC Medium" panose="020B0600000000000000" pitchFamily="34" charset="-128"/>
                <a:cs typeface="Helvetica" pitchFamily="2" charset="0"/>
              </a:defRPr>
            </a:lvl2pPr>
            <a:lvl3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b="0" i="0" kern="1200" baseline="0">
                <a:solidFill>
                  <a:schemeClr val="tx2"/>
                </a:solidFill>
                <a:latin typeface="Helvetica" pitchFamily="2" charset="0"/>
                <a:ea typeface="Noto Sans SC Medium" panose="020B0600000000000000" pitchFamily="34" charset="-128"/>
                <a:cs typeface="Helvetica" pitchFamily="2" charset="0"/>
              </a:defRPr>
            </a:lvl3pPr>
            <a:lvl4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b="0" i="0" kern="1200" baseline="0">
                <a:solidFill>
                  <a:schemeClr val="tx2"/>
                </a:solidFill>
                <a:latin typeface="Helvetica" pitchFamily="2" charset="0"/>
                <a:ea typeface="Noto Sans SC Medium" panose="020B0600000000000000" pitchFamily="34" charset="-128"/>
                <a:cs typeface="Helvetica" pitchFamily="2" charset="0"/>
              </a:defRPr>
            </a:lvl4pPr>
            <a:lvl5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b="0" i="0" kern="1200" baseline="0">
                <a:solidFill>
                  <a:schemeClr val="tx2"/>
                </a:solidFill>
                <a:latin typeface="Helvetica" pitchFamily="2" charset="0"/>
                <a:ea typeface="Noto Sans SC Medium" panose="020B0600000000000000" pitchFamily="34" charset="-128"/>
                <a:cs typeface="Helvetica" pitchFamily="2" charset="0"/>
              </a:defRPr>
            </a:lvl5pPr>
            <a:lvl6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nSpc>
                <a:spcPct val="110000"/>
              </a:lnSpc>
              <a:buFont typeface="Franklin Gothic Book" panose="020B0503020102020204" pitchFamily="34" charset="0"/>
              <a:buNone/>
            </a:pPr>
            <a:r>
              <a:rPr lang="zh-TW" altLang="en-US" sz="1000" b="1" dirty="0">
                <a:solidFill>
                  <a:schemeClr val="tx1"/>
                </a:solidFill>
                <a:latin typeface="DengXian" panose="02010600030101010101" pitchFamily="2" charset="-122"/>
                <a:ea typeface="DengXian" panose="02010600030101010101" pitchFamily="2" charset="-122"/>
              </a:rPr>
              <a:t>儲存設備</a:t>
            </a:r>
            <a:endParaRPr lang="en-US" sz="1000" b="1" dirty="0">
              <a:solidFill>
                <a:schemeClr val="tx1"/>
              </a:solidFill>
              <a:latin typeface="DengXian" panose="02010600030101010101" pitchFamily="2" charset="-122"/>
              <a:ea typeface="DengXian" panose="02010600030101010101" pitchFamily="2" charset="-122"/>
            </a:endParaRPr>
          </a:p>
        </p:txBody>
      </p:sp>
      <p:sp>
        <p:nvSpPr>
          <p:cNvPr id="56" name="Content Placeholder 2">
            <a:extLst>
              <a:ext uri="{FF2B5EF4-FFF2-40B4-BE49-F238E27FC236}">
                <a16:creationId xmlns:a16="http://schemas.microsoft.com/office/drawing/2014/main" id="{4C6EE9A7-E212-1124-381A-3904EA8FE692}"/>
              </a:ext>
            </a:extLst>
          </p:cNvPr>
          <p:cNvSpPr txBox="1">
            <a:spLocks/>
          </p:cNvSpPr>
          <p:nvPr/>
        </p:nvSpPr>
        <p:spPr>
          <a:xfrm>
            <a:off x="8844141" y="3310490"/>
            <a:ext cx="590903" cy="224477"/>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800" b="0" i="0" kern="1200" baseline="0">
                <a:solidFill>
                  <a:schemeClr val="tx2"/>
                </a:solidFill>
                <a:latin typeface="Helvetica" pitchFamily="2" charset="0"/>
                <a:ea typeface="Noto Sans SC Medium" panose="020B0600000000000000" pitchFamily="34" charset="-128"/>
                <a:cs typeface="Helvetica" pitchFamily="2" charset="0"/>
              </a:defRPr>
            </a:lvl1pPr>
            <a:lvl2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400" b="0" i="0" kern="1200" baseline="0">
                <a:solidFill>
                  <a:schemeClr val="tx2"/>
                </a:solidFill>
                <a:latin typeface="Helvetica" pitchFamily="2" charset="0"/>
                <a:ea typeface="Noto Sans SC Medium" panose="020B0600000000000000" pitchFamily="34" charset="-128"/>
                <a:cs typeface="Helvetica" pitchFamily="2" charset="0"/>
              </a:defRPr>
            </a:lvl2pPr>
            <a:lvl3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b="0" i="0" kern="1200" baseline="0">
                <a:solidFill>
                  <a:schemeClr val="tx2"/>
                </a:solidFill>
                <a:latin typeface="Helvetica" pitchFamily="2" charset="0"/>
                <a:ea typeface="Noto Sans SC Medium" panose="020B0600000000000000" pitchFamily="34" charset="-128"/>
                <a:cs typeface="Helvetica" pitchFamily="2" charset="0"/>
              </a:defRPr>
            </a:lvl3pPr>
            <a:lvl4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b="0" i="0" kern="1200" baseline="0">
                <a:solidFill>
                  <a:schemeClr val="tx2"/>
                </a:solidFill>
                <a:latin typeface="Helvetica" pitchFamily="2" charset="0"/>
                <a:ea typeface="Noto Sans SC Medium" panose="020B0600000000000000" pitchFamily="34" charset="-128"/>
                <a:cs typeface="Helvetica" pitchFamily="2" charset="0"/>
              </a:defRPr>
            </a:lvl4pPr>
            <a:lvl5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b="0" i="0" kern="1200" baseline="0">
                <a:solidFill>
                  <a:schemeClr val="tx2"/>
                </a:solidFill>
                <a:latin typeface="Helvetica" pitchFamily="2" charset="0"/>
                <a:ea typeface="Noto Sans SC Medium" panose="020B0600000000000000" pitchFamily="34" charset="-128"/>
                <a:cs typeface="Helvetica" pitchFamily="2" charset="0"/>
              </a:defRPr>
            </a:lvl5pPr>
            <a:lvl6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nSpc>
                <a:spcPct val="110000"/>
              </a:lnSpc>
              <a:buFont typeface="Franklin Gothic Book" panose="020B0503020102020204" pitchFamily="34" charset="0"/>
              <a:buNone/>
            </a:pPr>
            <a:r>
              <a:rPr lang="zh-TW" altLang="en-US" sz="1000" b="1" dirty="0">
                <a:solidFill>
                  <a:schemeClr val="tx1"/>
                </a:solidFill>
                <a:latin typeface="DengXian" panose="02010600030101010101" pitchFamily="2" charset="-122"/>
                <a:ea typeface="DengXian" panose="02010600030101010101" pitchFamily="2" charset="-122"/>
              </a:rPr>
              <a:t>數據庫</a:t>
            </a:r>
            <a:endParaRPr lang="en-US" sz="1000" b="1" dirty="0">
              <a:solidFill>
                <a:schemeClr val="tx1"/>
              </a:solidFill>
              <a:latin typeface="DengXian" panose="02010600030101010101" pitchFamily="2" charset="-122"/>
              <a:ea typeface="DengXian" panose="02010600030101010101" pitchFamily="2" charset="-122"/>
            </a:endParaRPr>
          </a:p>
        </p:txBody>
      </p:sp>
      <p:sp>
        <p:nvSpPr>
          <p:cNvPr id="58" name="Content Placeholder 2">
            <a:extLst>
              <a:ext uri="{FF2B5EF4-FFF2-40B4-BE49-F238E27FC236}">
                <a16:creationId xmlns:a16="http://schemas.microsoft.com/office/drawing/2014/main" id="{82A36400-EFB4-C85A-4344-CE38913DDA0C}"/>
              </a:ext>
            </a:extLst>
          </p:cNvPr>
          <p:cNvSpPr txBox="1">
            <a:spLocks/>
          </p:cNvSpPr>
          <p:nvPr/>
        </p:nvSpPr>
        <p:spPr>
          <a:xfrm>
            <a:off x="9558358" y="3316760"/>
            <a:ext cx="769794" cy="224477"/>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800" b="0" i="0" kern="1200" baseline="0">
                <a:solidFill>
                  <a:schemeClr val="tx2"/>
                </a:solidFill>
                <a:latin typeface="Helvetica" pitchFamily="2" charset="0"/>
                <a:ea typeface="Noto Sans SC Medium" panose="020B0600000000000000" pitchFamily="34" charset="-128"/>
                <a:cs typeface="Helvetica" pitchFamily="2" charset="0"/>
              </a:defRPr>
            </a:lvl1pPr>
            <a:lvl2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400" b="0" i="0" kern="1200" baseline="0">
                <a:solidFill>
                  <a:schemeClr val="tx2"/>
                </a:solidFill>
                <a:latin typeface="Helvetica" pitchFamily="2" charset="0"/>
                <a:ea typeface="Noto Sans SC Medium" panose="020B0600000000000000" pitchFamily="34" charset="-128"/>
                <a:cs typeface="Helvetica" pitchFamily="2" charset="0"/>
              </a:defRPr>
            </a:lvl2pPr>
            <a:lvl3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b="0" i="0" kern="1200" baseline="0">
                <a:solidFill>
                  <a:schemeClr val="tx2"/>
                </a:solidFill>
                <a:latin typeface="Helvetica" pitchFamily="2" charset="0"/>
                <a:ea typeface="Noto Sans SC Medium" panose="020B0600000000000000" pitchFamily="34" charset="-128"/>
                <a:cs typeface="Helvetica" pitchFamily="2" charset="0"/>
              </a:defRPr>
            </a:lvl3pPr>
            <a:lvl4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b="0" i="0" kern="1200" baseline="0">
                <a:solidFill>
                  <a:schemeClr val="tx2"/>
                </a:solidFill>
                <a:latin typeface="Helvetica" pitchFamily="2" charset="0"/>
                <a:ea typeface="Noto Sans SC Medium" panose="020B0600000000000000" pitchFamily="34" charset="-128"/>
                <a:cs typeface="Helvetica" pitchFamily="2" charset="0"/>
              </a:defRPr>
            </a:lvl4pPr>
            <a:lvl5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b="0" i="0" kern="1200" baseline="0">
                <a:solidFill>
                  <a:schemeClr val="tx2"/>
                </a:solidFill>
                <a:latin typeface="Helvetica" pitchFamily="2" charset="0"/>
                <a:ea typeface="Noto Sans SC Medium" panose="020B0600000000000000" pitchFamily="34" charset="-128"/>
                <a:cs typeface="Helvetica" pitchFamily="2" charset="0"/>
              </a:defRPr>
            </a:lvl5pPr>
            <a:lvl6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nSpc>
                <a:spcPct val="110000"/>
              </a:lnSpc>
              <a:buFont typeface="Franklin Gothic Book" panose="020B0503020102020204" pitchFamily="34" charset="0"/>
              <a:buNone/>
            </a:pPr>
            <a:r>
              <a:rPr lang="zh-TW" altLang="en-US" sz="1000" b="1" dirty="0">
                <a:solidFill>
                  <a:schemeClr val="tx1"/>
                </a:solidFill>
                <a:latin typeface="DengXian" panose="02010600030101010101" pitchFamily="2" charset="-122"/>
                <a:ea typeface="DengXian" panose="02010600030101010101" pitchFamily="2" charset="-122"/>
              </a:rPr>
              <a:t>應用程式</a:t>
            </a:r>
            <a:endParaRPr lang="en-US" sz="1000" b="1" dirty="0">
              <a:solidFill>
                <a:schemeClr val="tx1"/>
              </a:solidFill>
              <a:latin typeface="DengXian" panose="02010600030101010101" pitchFamily="2" charset="-122"/>
              <a:ea typeface="DengXian" panose="02010600030101010101" pitchFamily="2" charset="-122"/>
            </a:endParaRPr>
          </a:p>
        </p:txBody>
      </p:sp>
      <p:pic>
        <p:nvPicPr>
          <p:cNvPr id="60" name="圖片 59">
            <a:extLst>
              <a:ext uri="{FF2B5EF4-FFF2-40B4-BE49-F238E27FC236}">
                <a16:creationId xmlns:a16="http://schemas.microsoft.com/office/drawing/2014/main" id="{6F914BDD-7445-690F-B7DC-39ECE954B0B3}"/>
              </a:ext>
            </a:extLst>
          </p:cNvPr>
          <p:cNvPicPr>
            <a:picLocks noChangeAspect="1"/>
          </p:cNvPicPr>
          <p:nvPr/>
        </p:nvPicPr>
        <p:blipFill>
          <a:blip r:embed="rId5"/>
          <a:stretch>
            <a:fillRect/>
          </a:stretch>
        </p:blipFill>
        <p:spPr>
          <a:xfrm>
            <a:off x="5752551" y="5820187"/>
            <a:ext cx="6308216" cy="254028"/>
          </a:xfrm>
          <a:prstGeom prst="rect">
            <a:avLst/>
          </a:prstGeom>
        </p:spPr>
      </p:pic>
      <p:sp>
        <p:nvSpPr>
          <p:cNvPr id="62" name="Content Placeholder 2">
            <a:extLst>
              <a:ext uri="{FF2B5EF4-FFF2-40B4-BE49-F238E27FC236}">
                <a16:creationId xmlns:a16="http://schemas.microsoft.com/office/drawing/2014/main" id="{474215FA-2C17-4072-9156-84E9974D9D4D}"/>
              </a:ext>
            </a:extLst>
          </p:cNvPr>
          <p:cNvSpPr txBox="1">
            <a:spLocks/>
          </p:cNvSpPr>
          <p:nvPr/>
        </p:nvSpPr>
        <p:spPr>
          <a:xfrm>
            <a:off x="5895970" y="5867400"/>
            <a:ext cx="787399" cy="254028"/>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800" b="0" i="0" kern="1200" baseline="0">
                <a:solidFill>
                  <a:schemeClr val="tx2"/>
                </a:solidFill>
                <a:latin typeface="Helvetica" pitchFamily="2" charset="0"/>
                <a:ea typeface="Noto Sans SC Medium" panose="020B0600000000000000" pitchFamily="34" charset="-128"/>
                <a:cs typeface="Helvetica" pitchFamily="2" charset="0"/>
              </a:defRPr>
            </a:lvl1pPr>
            <a:lvl2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400" b="0" i="0" kern="1200" baseline="0">
                <a:solidFill>
                  <a:schemeClr val="tx2"/>
                </a:solidFill>
                <a:latin typeface="Helvetica" pitchFamily="2" charset="0"/>
                <a:ea typeface="Noto Sans SC Medium" panose="020B0600000000000000" pitchFamily="34" charset="-128"/>
                <a:cs typeface="Helvetica" pitchFamily="2" charset="0"/>
              </a:defRPr>
            </a:lvl2pPr>
            <a:lvl3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b="0" i="0" kern="1200" baseline="0">
                <a:solidFill>
                  <a:schemeClr val="tx2"/>
                </a:solidFill>
                <a:latin typeface="Helvetica" pitchFamily="2" charset="0"/>
                <a:ea typeface="Noto Sans SC Medium" panose="020B0600000000000000" pitchFamily="34" charset="-128"/>
                <a:cs typeface="Helvetica" pitchFamily="2" charset="0"/>
              </a:defRPr>
            </a:lvl3pPr>
            <a:lvl4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b="0" i="0" kern="1200" baseline="0">
                <a:solidFill>
                  <a:schemeClr val="tx2"/>
                </a:solidFill>
                <a:latin typeface="Helvetica" pitchFamily="2" charset="0"/>
                <a:ea typeface="Noto Sans SC Medium" panose="020B0600000000000000" pitchFamily="34" charset="-128"/>
                <a:cs typeface="Helvetica" pitchFamily="2" charset="0"/>
              </a:defRPr>
            </a:lvl4pPr>
            <a:lvl5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b="0" i="0" kern="1200" baseline="0">
                <a:solidFill>
                  <a:schemeClr val="tx2"/>
                </a:solidFill>
                <a:latin typeface="Helvetica" pitchFamily="2" charset="0"/>
                <a:ea typeface="Noto Sans SC Medium" panose="020B0600000000000000" pitchFamily="34" charset="-128"/>
                <a:cs typeface="Helvetica" pitchFamily="2" charset="0"/>
              </a:defRPr>
            </a:lvl5pPr>
            <a:lvl6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buNone/>
            </a:pPr>
            <a:r>
              <a:rPr lang="zh-HK" altLang="zh-HK" sz="1000" dirty="0"/>
              <a:t>電腦用戶</a:t>
            </a:r>
            <a:endParaRPr lang="en-US" sz="1000" b="1" dirty="0">
              <a:solidFill>
                <a:schemeClr val="tx1"/>
              </a:solidFill>
              <a:latin typeface="DengXian" panose="02010600030101010101" pitchFamily="2" charset="-122"/>
              <a:ea typeface="DengXian" panose="02010600030101010101" pitchFamily="2" charset="-122"/>
            </a:endParaRPr>
          </a:p>
        </p:txBody>
      </p:sp>
      <p:sp>
        <p:nvSpPr>
          <p:cNvPr id="4097" name="Content Placeholder 2">
            <a:extLst>
              <a:ext uri="{FF2B5EF4-FFF2-40B4-BE49-F238E27FC236}">
                <a16:creationId xmlns:a16="http://schemas.microsoft.com/office/drawing/2014/main" id="{1605031F-EE10-2F1A-4CCF-10CC263F57DF}"/>
              </a:ext>
            </a:extLst>
          </p:cNvPr>
          <p:cNvSpPr txBox="1">
            <a:spLocks/>
          </p:cNvSpPr>
          <p:nvPr/>
        </p:nvSpPr>
        <p:spPr>
          <a:xfrm>
            <a:off x="8994266" y="5843794"/>
            <a:ext cx="1128183" cy="254028"/>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800" b="0" i="0" kern="1200" baseline="0">
                <a:solidFill>
                  <a:schemeClr val="tx2"/>
                </a:solidFill>
                <a:latin typeface="Helvetica" pitchFamily="2" charset="0"/>
                <a:ea typeface="Noto Sans SC Medium" panose="020B0600000000000000" pitchFamily="34" charset="-128"/>
                <a:cs typeface="Helvetica" pitchFamily="2" charset="0"/>
              </a:defRPr>
            </a:lvl1pPr>
            <a:lvl2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400" b="0" i="0" kern="1200" baseline="0">
                <a:solidFill>
                  <a:schemeClr val="tx2"/>
                </a:solidFill>
                <a:latin typeface="Helvetica" pitchFamily="2" charset="0"/>
                <a:ea typeface="Noto Sans SC Medium" panose="020B0600000000000000" pitchFamily="34" charset="-128"/>
                <a:cs typeface="Helvetica" pitchFamily="2" charset="0"/>
              </a:defRPr>
            </a:lvl2pPr>
            <a:lvl3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b="0" i="0" kern="1200" baseline="0">
                <a:solidFill>
                  <a:schemeClr val="tx2"/>
                </a:solidFill>
                <a:latin typeface="Helvetica" pitchFamily="2" charset="0"/>
                <a:ea typeface="Noto Sans SC Medium" panose="020B0600000000000000" pitchFamily="34" charset="-128"/>
                <a:cs typeface="Helvetica" pitchFamily="2" charset="0"/>
              </a:defRPr>
            </a:lvl3pPr>
            <a:lvl4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b="0" i="0" kern="1200" baseline="0">
                <a:solidFill>
                  <a:schemeClr val="tx2"/>
                </a:solidFill>
                <a:latin typeface="Helvetica" pitchFamily="2" charset="0"/>
                <a:ea typeface="Noto Sans SC Medium" panose="020B0600000000000000" pitchFamily="34" charset="-128"/>
                <a:cs typeface="Helvetica" pitchFamily="2" charset="0"/>
              </a:defRPr>
            </a:lvl4pPr>
            <a:lvl5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b="0" i="0" kern="1200" baseline="0">
                <a:solidFill>
                  <a:schemeClr val="tx2"/>
                </a:solidFill>
                <a:latin typeface="Helvetica" pitchFamily="2" charset="0"/>
                <a:ea typeface="Noto Sans SC Medium" panose="020B0600000000000000" pitchFamily="34" charset="-128"/>
                <a:cs typeface="Helvetica" pitchFamily="2" charset="0"/>
              </a:defRPr>
            </a:lvl5pPr>
            <a:lvl6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buNone/>
            </a:pPr>
            <a:r>
              <a:rPr lang="zh-HK" altLang="zh-HK" sz="1000" dirty="0"/>
              <a:t>平板電腦用戶</a:t>
            </a:r>
            <a:endParaRPr lang="en-US" sz="1000" b="1" dirty="0">
              <a:solidFill>
                <a:schemeClr val="tx1"/>
              </a:solidFill>
              <a:latin typeface="DengXian" panose="02010600030101010101" pitchFamily="2" charset="-122"/>
              <a:ea typeface="DengXian" panose="02010600030101010101" pitchFamily="2" charset="-122"/>
            </a:endParaRPr>
          </a:p>
        </p:txBody>
      </p:sp>
      <p:sp>
        <p:nvSpPr>
          <p:cNvPr id="4100" name="Content Placeholder 2">
            <a:extLst>
              <a:ext uri="{FF2B5EF4-FFF2-40B4-BE49-F238E27FC236}">
                <a16:creationId xmlns:a16="http://schemas.microsoft.com/office/drawing/2014/main" id="{03DD00E0-FD88-6D2B-5B61-89EA45953EDB}"/>
              </a:ext>
            </a:extLst>
          </p:cNvPr>
          <p:cNvSpPr txBox="1">
            <a:spLocks/>
          </p:cNvSpPr>
          <p:nvPr/>
        </p:nvSpPr>
        <p:spPr>
          <a:xfrm>
            <a:off x="7422964" y="5867400"/>
            <a:ext cx="966262" cy="254028"/>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800" b="0" i="0" kern="1200" baseline="0">
                <a:solidFill>
                  <a:schemeClr val="tx2"/>
                </a:solidFill>
                <a:latin typeface="Helvetica" pitchFamily="2" charset="0"/>
                <a:ea typeface="Noto Sans SC Medium" panose="020B0600000000000000" pitchFamily="34" charset="-128"/>
                <a:cs typeface="Helvetica" pitchFamily="2" charset="0"/>
              </a:defRPr>
            </a:lvl1pPr>
            <a:lvl2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400" b="0" i="0" kern="1200" baseline="0">
                <a:solidFill>
                  <a:schemeClr val="tx2"/>
                </a:solidFill>
                <a:latin typeface="Helvetica" pitchFamily="2" charset="0"/>
                <a:ea typeface="Noto Sans SC Medium" panose="020B0600000000000000" pitchFamily="34" charset="-128"/>
                <a:cs typeface="Helvetica" pitchFamily="2" charset="0"/>
              </a:defRPr>
            </a:lvl2pPr>
            <a:lvl3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b="0" i="0" kern="1200" baseline="0">
                <a:solidFill>
                  <a:schemeClr val="tx2"/>
                </a:solidFill>
                <a:latin typeface="Helvetica" pitchFamily="2" charset="0"/>
                <a:ea typeface="Noto Sans SC Medium" panose="020B0600000000000000" pitchFamily="34" charset="-128"/>
                <a:cs typeface="Helvetica" pitchFamily="2" charset="0"/>
              </a:defRPr>
            </a:lvl3pPr>
            <a:lvl4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b="0" i="0" kern="1200" baseline="0">
                <a:solidFill>
                  <a:schemeClr val="tx2"/>
                </a:solidFill>
                <a:latin typeface="Helvetica" pitchFamily="2" charset="0"/>
                <a:ea typeface="Noto Sans SC Medium" panose="020B0600000000000000" pitchFamily="34" charset="-128"/>
                <a:cs typeface="Helvetica" pitchFamily="2" charset="0"/>
              </a:defRPr>
            </a:lvl4pPr>
            <a:lvl5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b="0" i="0" kern="1200" baseline="0">
                <a:solidFill>
                  <a:schemeClr val="tx2"/>
                </a:solidFill>
                <a:latin typeface="Helvetica" pitchFamily="2" charset="0"/>
                <a:ea typeface="Noto Sans SC Medium" panose="020B0600000000000000" pitchFamily="34" charset="-128"/>
                <a:cs typeface="Helvetica" pitchFamily="2" charset="0"/>
              </a:defRPr>
            </a:lvl5pPr>
            <a:lvl6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buNone/>
            </a:pPr>
            <a:r>
              <a:rPr lang="zh-HK" altLang="zh-HK" sz="1000" dirty="0"/>
              <a:t>智能手機用戶</a:t>
            </a:r>
            <a:endParaRPr lang="en-US" sz="1000" b="1" dirty="0">
              <a:solidFill>
                <a:schemeClr val="tx1"/>
              </a:solidFill>
              <a:latin typeface="DengXian" panose="02010600030101010101" pitchFamily="2" charset="-122"/>
              <a:ea typeface="DengXian" panose="02010600030101010101" pitchFamily="2" charset="-122"/>
            </a:endParaRPr>
          </a:p>
        </p:txBody>
      </p:sp>
      <p:sp>
        <p:nvSpPr>
          <p:cNvPr id="4102" name="Content Placeholder 2">
            <a:extLst>
              <a:ext uri="{FF2B5EF4-FFF2-40B4-BE49-F238E27FC236}">
                <a16:creationId xmlns:a16="http://schemas.microsoft.com/office/drawing/2014/main" id="{EB24A4CB-D676-C365-AA09-35ADB3D2C314}"/>
              </a:ext>
            </a:extLst>
          </p:cNvPr>
          <p:cNvSpPr txBox="1">
            <a:spLocks/>
          </p:cNvSpPr>
          <p:nvPr/>
        </p:nvSpPr>
        <p:spPr>
          <a:xfrm>
            <a:off x="11170406" y="5814543"/>
            <a:ext cx="787399" cy="254028"/>
          </a:xfrm>
          <a:prstGeom prst="rect">
            <a:avLst/>
          </a:prstGeom>
        </p:spPr>
        <p:txBody>
          <a:bodyPr vert="horz" lIns="91440" tIns="45720" rIns="91440" bIns="45720" rtlCol="0">
            <a:no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800" b="0" i="0" kern="1200" baseline="0">
                <a:solidFill>
                  <a:schemeClr val="tx2"/>
                </a:solidFill>
                <a:latin typeface="Helvetica" pitchFamily="2" charset="0"/>
                <a:ea typeface="Noto Sans SC Medium" panose="020B0600000000000000" pitchFamily="34" charset="-128"/>
                <a:cs typeface="Helvetica" pitchFamily="2" charset="0"/>
              </a:defRPr>
            </a:lvl1pPr>
            <a:lvl2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400" b="0" i="0" kern="1200" baseline="0">
                <a:solidFill>
                  <a:schemeClr val="tx2"/>
                </a:solidFill>
                <a:latin typeface="Helvetica" pitchFamily="2" charset="0"/>
                <a:ea typeface="Noto Sans SC Medium" panose="020B0600000000000000" pitchFamily="34" charset="-128"/>
                <a:cs typeface="Helvetica" pitchFamily="2" charset="0"/>
              </a:defRPr>
            </a:lvl2pPr>
            <a:lvl3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b="0" i="0" kern="1200" baseline="0">
                <a:solidFill>
                  <a:schemeClr val="tx2"/>
                </a:solidFill>
                <a:latin typeface="Helvetica" pitchFamily="2" charset="0"/>
                <a:ea typeface="Noto Sans SC Medium" panose="020B0600000000000000" pitchFamily="34" charset="-128"/>
                <a:cs typeface="Helvetica" pitchFamily="2" charset="0"/>
              </a:defRPr>
            </a:lvl3pPr>
            <a:lvl4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b="0" i="0" kern="1200" baseline="0">
                <a:solidFill>
                  <a:schemeClr val="tx2"/>
                </a:solidFill>
                <a:latin typeface="Helvetica" pitchFamily="2" charset="0"/>
                <a:ea typeface="Noto Sans SC Medium" panose="020B0600000000000000" pitchFamily="34" charset="-128"/>
                <a:cs typeface="Helvetica" pitchFamily="2" charset="0"/>
              </a:defRPr>
            </a:lvl4pPr>
            <a:lvl5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b="0" i="0" kern="1200" baseline="0">
                <a:solidFill>
                  <a:schemeClr val="tx2"/>
                </a:solidFill>
                <a:latin typeface="Helvetica" pitchFamily="2" charset="0"/>
                <a:ea typeface="Noto Sans SC Medium" panose="020B0600000000000000" pitchFamily="34" charset="-128"/>
                <a:cs typeface="Helvetica" pitchFamily="2" charset="0"/>
              </a:defRPr>
            </a:lvl5pPr>
            <a:lvl6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384048"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buNone/>
            </a:pPr>
            <a:r>
              <a:rPr lang="zh-TW" altLang="en-US" sz="1000" b="1" dirty="0">
                <a:solidFill>
                  <a:schemeClr val="tx1"/>
                </a:solidFill>
                <a:latin typeface="DengXian" panose="02010600030101010101" pitchFamily="2" charset="-122"/>
                <a:ea typeface="DengXian" panose="02010600030101010101" pitchFamily="2" charset="-122"/>
              </a:rPr>
              <a:t>學校</a:t>
            </a:r>
            <a:endParaRPr lang="en-US" sz="1000" b="1" dirty="0">
              <a:solidFill>
                <a:schemeClr val="tx1"/>
              </a:solidFill>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38782254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71600" y="2965777"/>
            <a:ext cx="4527028" cy="2795950"/>
          </a:xfrm>
          <a:custGeom>
            <a:avLst/>
            <a:gdLst/>
            <a:ahLst/>
            <a:cxnLst/>
            <a:rect l="l" t="t" r="r" b="b"/>
            <a:pathLst>
              <a:path w="5703210" h="3329249">
                <a:moveTo>
                  <a:pt x="0" y="0"/>
                </a:moveTo>
                <a:lnTo>
                  <a:pt x="5703210" y="0"/>
                </a:lnTo>
                <a:lnTo>
                  <a:pt x="5703210" y="3329248"/>
                </a:lnTo>
                <a:lnTo>
                  <a:pt x="0" y="3329248"/>
                </a:lnTo>
                <a:lnTo>
                  <a:pt x="0" y="0"/>
                </a:lnTo>
                <a:close/>
              </a:path>
            </a:pathLst>
          </a:custGeom>
          <a:blipFill>
            <a:blip r:embed="rId3"/>
            <a:stretch>
              <a:fillRect/>
            </a:stretch>
          </a:blipFill>
        </p:spPr>
        <p:txBody>
          <a:bodyPr/>
          <a:lstStyle/>
          <a:p>
            <a:pPr defTabSz="609630"/>
            <a:endParaRPr lang="en-HK" sz="1200">
              <a:solidFill>
                <a:prstClr val="black"/>
              </a:solidFill>
              <a:latin typeface="DengXian" panose="02010600030101010101" pitchFamily="2" charset="-122"/>
              <a:ea typeface="DengXian" panose="02010600030101010101" pitchFamily="2" charset="-122"/>
            </a:endParaRPr>
          </a:p>
        </p:txBody>
      </p:sp>
      <p:sp>
        <p:nvSpPr>
          <p:cNvPr id="20" name="Title 1">
            <a:extLst>
              <a:ext uri="{FF2B5EF4-FFF2-40B4-BE49-F238E27FC236}">
                <a16:creationId xmlns:a16="http://schemas.microsoft.com/office/drawing/2014/main" id="{5610A831-7826-76C1-B009-B68AB318AC6C}"/>
              </a:ext>
            </a:extLst>
          </p:cNvPr>
          <p:cNvSpPr txBox="1">
            <a:spLocks/>
          </p:cNvSpPr>
          <p:nvPr/>
        </p:nvSpPr>
        <p:spPr>
          <a:xfrm>
            <a:off x="1371600" y="685800"/>
            <a:ext cx="9601200" cy="1485900"/>
          </a:xfrm>
          <a:prstGeom prst="rect">
            <a:avLst/>
          </a:prstGeom>
        </p:spPr>
        <p:txBody>
          <a:bodyPr anchor="ctr">
            <a:normAutofit/>
          </a:bodyPr>
          <a:lstStyle>
            <a:lvl1pPr algn="l" defTabSz="914400" rtl="0" eaLnBrk="1" latinLnBrk="0" hangingPunct="1">
              <a:lnSpc>
                <a:spcPct val="89000"/>
              </a:lnSpc>
              <a:spcBef>
                <a:spcPct val="0"/>
              </a:spcBef>
              <a:buNone/>
              <a:defRPr sz="6000" b="0" i="0" kern="1200" baseline="0">
                <a:solidFill>
                  <a:schemeClr val="tx1"/>
                </a:solidFill>
                <a:latin typeface="Helvetica" pitchFamily="2" charset="0"/>
                <a:ea typeface="Noto Sans SC Medium" panose="020B0600000000000000" pitchFamily="34" charset="-128"/>
                <a:cs typeface="Helvetica" pitchFamily="2" charset="0"/>
              </a:defRPr>
            </a:lvl1pPr>
          </a:lstStyle>
          <a:p>
            <a:r>
              <a:rPr lang="en-US" b="1" dirty="0" err="1">
                <a:latin typeface="DengXian" panose="02010600030101010101" pitchFamily="2" charset="-122"/>
                <a:ea typeface="DengXian" panose="02010600030101010101" pitchFamily="2" charset="-122"/>
              </a:rPr>
              <a:t>什麼是雲計算</a:t>
            </a:r>
            <a:endParaRPr lang="en-US" b="1" dirty="0">
              <a:latin typeface="DengXian" panose="02010600030101010101" pitchFamily="2" charset="-122"/>
              <a:ea typeface="DengXian" panose="02010600030101010101" pitchFamily="2" charset="-122"/>
            </a:endParaRPr>
          </a:p>
        </p:txBody>
      </p:sp>
      <p:sp>
        <p:nvSpPr>
          <p:cNvPr id="25" name="文字方塊 24">
            <a:extLst>
              <a:ext uri="{FF2B5EF4-FFF2-40B4-BE49-F238E27FC236}">
                <a16:creationId xmlns:a16="http://schemas.microsoft.com/office/drawing/2014/main" id="{14289AE9-88CC-7A8B-04F8-CF59F9561A6F}"/>
              </a:ext>
            </a:extLst>
          </p:cNvPr>
          <p:cNvSpPr txBox="1"/>
          <p:nvPr/>
        </p:nvSpPr>
        <p:spPr>
          <a:xfrm>
            <a:off x="1371600" y="2353295"/>
            <a:ext cx="6094206" cy="430887"/>
          </a:xfrm>
          <a:prstGeom prst="rect">
            <a:avLst/>
          </a:prstGeom>
          <a:noFill/>
        </p:spPr>
        <p:txBody>
          <a:bodyPr wrap="square">
            <a:spAutoFit/>
          </a:bodyPr>
          <a:lstStyle/>
          <a:p>
            <a:r>
              <a:rPr lang="en-HK" altLang="zh-HK" sz="2200" b="0" kern="1200" dirty="0">
                <a:solidFill>
                  <a:schemeClr val="tx1"/>
                </a:solidFill>
                <a:effectLst/>
                <a:latin typeface="DengXian" panose="02010600030101010101" pitchFamily="2" charset="-122"/>
                <a:ea typeface="DengXian" panose="02010600030101010101" pitchFamily="2" charset="-122"/>
              </a:rPr>
              <a:t>1. </a:t>
            </a:r>
            <a:r>
              <a:rPr lang="en-HK" altLang="zh-HK" sz="2200" b="0" kern="1200" dirty="0" err="1">
                <a:solidFill>
                  <a:schemeClr val="tx1"/>
                </a:solidFill>
                <a:effectLst/>
                <a:latin typeface="DengXian" panose="02010600030101010101" pitchFamily="2" charset="-122"/>
                <a:ea typeface="DengXian" panose="02010600030101010101" pitchFamily="2" charset="-122"/>
              </a:rPr>
              <a:t>一間</a:t>
            </a:r>
            <a:r>
              <a:rPr lang="en-HK" altLang="zh-HK" sz="2200" b="1" kern="1200" dirty="0" err="1">
                <a:solidFill>
                  <a:schemeClr val="tx1"/>
                </a:solidFill>
                <a:effectLst/>
                <a:latin typeface="DengXian" panose="02010600030101010101" pitchFamily="2" charset="-122"/>
                <a:ea typeface="DengXian" panose="02010600030101010101" pitchFamily="2" charset="-122"/>
              </a:rPr>
              <a:t>餐廳</a:t>
            </a:r>
            <a:r>
              <a:rPr lang="zh-TW" altLang="en-US" sz="2200" dirty="0">
                <a:latin typeface="DengXian" panose="02010600030101010101" pitchFamily="2" charset="-122"/>
                <a:ea typeface="DengXian" panose="02010600030101010101" pitchFamily="2" charset="-122"/>
              </a:rPr>
              <a:t>就如</a:t>
            </a:r>
            <a:r>
              <a:rPr lang="zh-TW" altLang="en-US" sz="2200" u="sng" dirty="0">
                <a:latin typeface="DengXian" panose="02010600030101010101" pitchFamily="2" charset="-122"/>
                <a:ea typeface="DengXian" panose="02010600030101010101" pitchFamily="2" charset="-122"/>
              </a:rPr>
              <a:t>雲計算服務使用者</a:t>
            </a:r>
            <a:endParaRPr lang="zh-HK" altLang="en-US" sz="2200" u="sng" dirty="0">
              <a:latin typeface="DengXian" panose="02010600030101010101" pitchFamily="2" charset="-122"/>
              <a:ea typeface="DengXian" panose="02010600030101010101" pitchFamily="2"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1CDD9-C5D4-012A-036E-7E1383B15B3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B1FF835-A90A-E898-9167-9A0C58AE7F2E}"/>
              </a:ext>
            </a:extLst>
          </p:cNvPr>
          <p:cNvSpPr/>
          <p:nvPr/>
        </p:nvSpPr>
        <p:spPr>
          <a:xfrm>
            <a:off x="1371600" y="2965778"/>
            <a:ext cx="4527028" cy="2795950"/>
          </a:xfrm>
          <a:custGeom>
            <a:avLst/>
            <a:gdLst/>
            <a:ahLst/>
            <a:cxnLst/>
            <a:rect l="l" t="t" r="r" b="b"/>
            <a:pathLst>
              <a:path w="5703210" h="3329249">
                <a:moveTo>
                  <a:pt x="0" y="0"/>
                </a:moveTo>
                <a:lnTo>
                  <a:pt x="5703210" y="0"/>
                </a:lnTo>
                <a:lnTo>
                  <a:pt x="5703210" y="3329248"/>
                </a:lnTo>
                <a:lnTo>
                  <a:pt x="0" y="3329248"/>
                </a:lnTo>
                <a:lnTo>
                  <a:pt x="0" y="0"/>
                </a:lnTo>
                <a:close/>
              </a:path>
            </a:pathLst>
          </a:custGeom>
          <a:blipFill>
            <a:blip r:embed="rId3"/>
            <a:stretch>
              <a:fillRect/>
            </a:stretch>
          </a:blipFill>
        </p:spPr>
        <p:txBody>
          <a:bodyPr/>
          <a:lstStyle/>
          <a:p>
            <a:pPr defTabSz="609630"/>
            <a:endParaRPr lang="en-HK" sz="1200">
              <a:solidFill>
                <a:prstClr val="black"/>
              </a:solidFill>
              <a:latin typeface="DengXian" panose="02010600030101010101" pitchFamily="2" charset="-122"/>
              <a:ea typeface="DengXian" panose="02010600030101010101" pitchFamily="2" charset="-122"/>
            </a:endParaRPr>
          </a:p>
        </p:txBody>
      </p:sp>
      <p:sp>
        <p:nvSpPr>
          <p:cNvPr id="20" name="Title 1">
            <a:extLst>
              <a:ext uri="{FF2B5EF4-FFF2-40B4-BE49-F238E27FC236}">
                <a16:creationId xmlns:a16="http://schemas.microsoft.com/office/drawing/2014/main" id="{311C1A79-364F-5EE3-8FF9-921241679678}"/>
              </a:ext>
            </a:extLst>
          </p:cNvPr>
          <p:cNvSpPr txBox="1">
            <a:spLocks/>
          </p:cNvSpPr>
          <p:nvPr/>
        </p:nvSpPr>
        <p:spPr>
          <a:xfrm>
            <a:off x="1371600" y="685800"/>
            <a:ext cx="9601200" cy="1485900"/>
          </a:xfrm>
          <a:prstGeom prst="rect">
            <a:avLst/>
          </a:prstGeom>
        </p:spPr>
        <p:txBody>
          <a:bodyPr anchor="ctr">
            <a:normAutofit/>
          </a:bodyPr>
          <a:lstStyle>
            <a:lvl1pPr algn="l" defTabSz="914400" rtl="0" eaLnBrk="1" latinLnBrk="0" hangingPunct="1">
              <a:lnSpc>
                <a:spcPct val="89000"/>
              </a:lnSpc>
              <a:spcBef>
                <a:spcPct val="0"/>
              </a:spcBef>
              <a:buNone/>
              <a:defRPr sz="6000" b="0" i="0" kern="1200" baseline="0">
                <a:solidFill>
                  <a:schemeClr val="tx1"/>
                </a:solidFill>
                <a:latin typeface="Helvetica" pitchFamily="2" charset="0"/>
                <a:ea typeface="Noto Sans SC Medium" panose="020B0600000000000000" pitchFamily="34" charset="-128"/>
                <a:cs typeface="Helvetica" pitchFamily="2" charset="0"/>
              </a:defRPr>
            </a:lvl1pPr>
          </a:lstStyle>
          <a:p>
            <a:r>
              <a:rPr lang="en-US" b="1" dirty="0" err="1">
                <a:latin typeface="DengXian" panose="02010600030101010101" pitchFamily="2" charset="-122"/>
                <a:ea typeface="DengXian" panose="02010600030101010101" pitchFamily="2" charset="-122"/>
              </a:rPr>
              <a:t>什麼是雲計算</a:t>
            </a:r>
            <a:endParaRPr lang="en-US" b="1" dirty="0">
              <a:latin typeface="DengXian" panose="02010600030101010101" pitchFamily="2" charset="-122"/>
              <a:ea typeface="DengXian" panose="02010600030101010101" pitchFamily="2" charset="-122"/>
            </a:endParaRPr>
          </a:p>
        </p:txBody>
      </p:sp>
      <p:sp>
        <p:nvSpPr>
          <p:cNvPr id="4" name="Freeform 16">
            <a:extLst>
              <a:ext uri="{FF2B5EF4-FFF2-40B4-BE49-F238E27FC236}">
                <a16:creationId xmlns:a16="http://schemas.microsoft.com/office/drawing/2014/main" id="{98C97F1E-132C-0BF9-6905-760685C6BF27}"/>
              </a:ext>
            </a:extLst>
          </p:cNvPr>
          <p:cNvSpPr/>
          <p:nvPr/>
        </p:nvSpPr>
        <p:spPr>
          <a:xfrm>
            <a:off x="491864" y="4968769"/>
            <a:ext cx="3143250" cy="2019300"/>
          </a:xfrm>
          <a:custGeom>
            <a:avLst/>
            <a:gdLst/>
            <a:ahLst/>
            <a:cxnLst/>
            <a:rect l="l" t="t" r="r" b="b"/>
            <a:pathLst>
              <a:path w="4964733" h="3481519">
                <a:moveTo>
                  <a:pt x="0" y="0"/>
                </a:moveTo>
                <a:lnTo>
                  <a:pt x="4964733" y="0"/>
                </a:lnTo>
                <a:lnTo>
                  <a:pt x="4964733" y="3481519"/>
                </a:lnTo>
                <a:lnTo>
                  <a:pt x="0" y="3481519"/>
                </a:lnTo>
                <a:lnTo>
                  <a:pt x="0" y="0"/>
                </a:lnTo>
                <a:close/>
              </a:path>
            </a:pathLst>
          </a:custGeom>
          <a:blipFill>
            <a:blip r:embed="rId4"/>
            <a:stretch>
              <a:fillRect/>
            </a:stretch>
          </a:blipFill>
        </p:spPr>
        <p:txBody>
          <a:bodyPr/>
          <a:lstStyle/>
          <a:p>
            <a:pPr defTabSz="609630"/>
            <a:endParaRPr lang="en-HK" sz="1200">
              <a:solidFill>
                <a:prstClr val="black"/>
              </a:solidFill>
              <a:latin typeface="DengXian" panose="02010600030101010101" pitchFamily="2" charset="-122"/>
              <a:ea typeface="DengXian" panose="02010600030101010101" pitchFamily="2" charset="-122"/>
            </a:endParaRPr>
          </a:p>
        </p:txBody>
      </p:sp>
      <p:sp>
        <p:nvSpPr>
          <p:cNvPr id="6" name="文字方塊 5">
            <a:extLst>
              <a:ext uri="{FF2B5EF4-FFF2-40B4-BE49-F238E27FC236}">
                <a16:creationId xmlns:a16="http://schemas.microsoft.com/office/drawing/2014/main" id="{54D2EFDF-3794-3724-A343-26C4A1B34A21}"/>
              </a:ext>
            </a:extLst>
          </p:cNvPr>
          <p:cNvSpPr txBox="1"/>
          <p:nvPr/>
        </p:nvSpPr>
        <p:spPr>
          <a:xfrm>
            <a:off x="1371600" y="2196337"/>
            <a:ext cx="9192409" cy="769441"/>
          </a:xfrm>
          <a:prstGeom prst="rect">
            <a:avLst/>
          </a:prstGeom>
          <a:noFill/>
        </p:spPr>
        <p:txBody>
          <a:bodyPr wrap="square">
            <a:spAutoFit/>
          </a:bodyPr>
          <a:lstStyle/>
          <a:p>
            <a:r>
              <a:rPr lang="en-HK" altLang="zh-HK" sz="2200" dirty="0">
                <a:latin typeface="DengXian" panose="02010600030101010101" pitchFamily="2" charset="-122"/>
                <a:ea typeface="DengXian" panose="02010600030101010101" pitchFamily="2" charset="-122"/>
              </a:rPr>
              <a:t>2</a:t>
            </a:r>
            <a:r>
              <a:rPr lang="en-HK" altLang="zh-HK" sz="2200" kern="1200" dirty="0">
                <a:solidFill>
                  <a:schemeClr val="tx1"/>
                </a:solidFill>
                <a:effectLst/>
                <a:latin typeface="DengXian" panose="02010600030101010101" pitchFamily="2" charset="-122"/>
                <a:ea typeface="DengXian" panose="02010600030101010101" pitchFamily="2" charset="-122"/>
              </a:rPr>
              <a:t>. </a:t>
            </a:r>
            <a:r>
              <a:rPr lang="en-HK" altLang="zh-HK" sz="2200" kern="1200" dirty="0" err="1">
                <a:solidFill>
                  <a:schemeClr val="tx1"/>
                </a:solidFill>
                <a:effectLst/>
                <a:latin typeface="DengXian" panose="02010600030101010101" pitchFamily="2" charset="-122"/>
                <a:ea typeface="DengXian" panose="02010600030101010101" pitchFamily="2" charset="-122"/>
              </a:rPr>
              <a:t>餐廳</a:t>
            </a:r>
            <a:r>
              <a:rPr lang="zh-TW" altLang="en-US" sz="2200" dirty="0">
                <a:latin typeface="DengXian" panose="02010600030101010101" pitchFamily="2" charset="-122"/>
                <a:ea typeface="DengXian" panose="02010600030101010101" pitchFamily="2" charset="-122"/>
              </a:rPr>
              <a:t>要運作必須要有供電設備，你起初嘗試</a:t>
            </a:r>
            <a:r>
              <a:rPr lang="zh-TW" altLang="en-US" sz="2200" u="sng" dirty="0">
                <a:latin typeface="DengXian" panose="02010600030101010101" pitchFamily="2" charset="-122"/>
                <a:ea typeface="DengXian" panose="02010600030101010101" pitchFamily="2" charset="-122"/>
              </a:rPr>
              <a:t>自行裝設發電機</a:t>
            </a:r>
            <a:r>
              <a:rPr lang="zh-TW" altLang="en-US" sz="2200" dirty="0">
                <a:latin typeface="DengXian" panose="02010600030101010101" pitchFamily="2" charset="-122"/>
                <a:ea typeface="DengXian" panose="02010600030101010101" pitchFamily="2" charset="-122"/>
              </a:rPr>
              <a:t>以減少支出，但令到餐廳</a:t>
            </a:r>
            <a:r>
              <a:rPr lang="zh-TW" altLang="en-US" sz="2200" u="sng" dirty="0">
                <a:latin typeface="DengXian" panose="02010600030101010101" pitchFamily="2" charset="-122"/>
                <a:ea typeface="DengXian" panose="02010600030101010101" pitchFamily="2" charset="-122"/>
              </a:rPr>
              <a:t>花了大量資源維護與操作發電機</a:t>
            </a:r>
            <a:r>
              <a:rPr lang="zh-TW" altLang="en-US" sz="2200" dirty="0">
                <a:latin typeface="DengXian" panose="02010600030101010101" pitchFamily="2" charset="-122"/>
                <a:ea typeface="DengXian" panose="02010600030101010101" pitchFamily="2" charset="-122"/>
              </a:rPr>
              <a:t>，</a:t>
            </a:r>
            <a:r>
              <a:rPr lang="zh-TW" altLang="en-US" sz="2200" b="1" dirty="0">
                <a:latin typeface="DengXian" panose="02010600030101010101" pitchFamily="2" charset="-122"/>
                <a:ea typeface="DengXian" panose="02010600030101010101" pitchFamily="2" charset="-122"/>
              </a:rPr>
              <a:t>本末倒置</a:t>
            </a:r>
            <a:endParaRPr lang="en-US" altLang="zh-TW" sz="2200" b="1" dirty="0">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14703590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5C6A0-0A58-A4D9-9396-CEEE60705110}"/>
            </a:ext>
          </a:extLst>
        </p:cNvPr>
        <p:cNvGrpSpPr/>
        <p:nvPr/>
      </p:nvGrpSpPr>
      <p:grpSpPr>
        <a:xfrm>
          <a:off x="0" y="0"/>
          <a:ext cx="0" cy="0"/>
          <a:chOff x="0" y="0"/>
          <a:chExt cx="0" cy="0"/>
        </a:xfrm>
      </p:grpSpPr>
      <p:sp>
        <p:nvSpPr>
          <p:cNvPr id="27" name="Freeform 3">
            <a:extLst>
              <a:ext uri="{FF2B5EF4-FFF2-40B4-BE49-F238E27FC236}">
                <a16:creationId xmlns:a16="http://schemas.microsoft.com/office/drawing/2014/main" id="{EE802E6C-B49B-C1BD-3981-4D9738B82B9B}"/>
              </a:ext>
            </a:extLst>
          </p:cNvPr>
          <p:cNvSpPr/>
          <p:nvPr/>
        </p:nvSpPr>
        <p:spPr>
          <a:xfrm>
            <a:off x="0" y="0"/>
            <a:ext cx="12192000" cy="6858000"/>
          </a:xfrm>
          <a:custGeom>
            <a:avLst/>
            <a:gdLst/>
            <a:ahLst/>
            <a:cxnLst/>
            <a:rect l="l" t="t" r="r" b="b"/>
            <a:pathLst>
              <a:path w="14105361" h="9453765">
                <a:moveTo>
                  <a:pt x="0" y="0"/>
                </a:moveTo>
                <a:lnTo>
                  <a:pt x="14105361" y="0"/>
                </a:lnTo>
                <a:lnTo>
                  <a:pt x="14105361" y="9453765"/>
                </a:lnTo>
                <a:lnTo>
                  <a:pt x="0" y="945376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defTabSz="609630"/>
            <a:endParaRPr lang="en-HK" sz="1200" dirty="0">
              <a:solidFill>
                <a:prstClr val="black"/>
              </a:solidFill>
              <a:latin typeface="DengXian" panose="02010600030101010101" pitchFamily="2" charset="-122"/>
              <a:ea typeface="DengXian" panose="02010600030101010101" pitchFamily="2" charset="-122"/>
            </a:endParaRPr>
          </a:p>
        </p:txBody>
      </p:sp>
      <p:grpSp>
        <p:nvGrpSpPr>
          <p:cNvPr id="23" name="Group 22">
            <a:extLst>
              <a:ext uri="{FF2B5EF4-FFF2-40B4-BE49-F238E27FC236}">
                <a16:creationId xmlns:a16="http://schemas.microsoft.com/office/drawing/2014/main" id="{98E6B6DA-4E0E-21B8-C3AC-4F70E0E193B0}"/>
              </a:ext>
            </a:extLst>
          </p:cNvPr>
          <p:cNvGrpSpPr/>
          <p:nvPr/>
        </p:nvGrpSpPr>
        <p:grpSpPr>
          <a:xfrm>
            <a:off x="7553129" y="2672269"/>
            <a:ext cx="4344830" cy="3985532"/>
            <a:chOff x="7553128" y="2105582"/>
            <a:chExt cx="4838725" cy="4552219"/>
          </a:xfrm>
        </p:grpSpPr>
        <p:sp>
          <p:nvSpPr>
            <p:cNvPr id="15" name="Freeform 16">
              <a:extLst>
                <a:ext uri="{FF2B5EF4-FFF2-40B4-BE49-F238E27FC236}">
                  <a16:creationId xmlns:a16="http://schemas.microsoft.com/office/drawing/2014/main" id="{C5F9ED75-4972-E073-7652-650012D7E1EA}"/>
                </a:ext>
              </a:extLst>
            </p:cNvPr>
            <p:cNvSpPr/>
            <p:nvPr/>
          </p:nvSpPr>
          <p:spPr>
            <a:xfrm>
              <a:off x="7705528" y="5342070"/>
              <a:ext cx="2048072" cy="1315731"/>
            </a:xfrm>
            <a:custGeom>
              <a:avLst/>
              <a:gdLst/>
              <a:ahLst/>
              <a:cxnLst/>
              <a:rect l="l" t="t" r="r" b="b"/>
              <a:pathLst>
                <a:path w="4964733" h="3481519">
                  <a:moveTo>
                    <a:pt x="0" y="0"/>
                  </a:moveTo>
                  <a:lnTo>
                    <a:pt x="4964733" y="0"/>
                  </a:lnTo>
                  <a:lnTo>
                    <a:pt x="4964733" y="3481519"/>
                  </a:lnTo>
                  <a:lnTo>
                    <a:pt x="0" y="3481519"/>
                  </a:lnTo>
                  <a:lnTo>
                    <a:pt x="0" y="0"/>
                  </a:lnTo>
                  <a:close/>
                </a:path>
              </a:pathLst>
            </a:custGeom>
            <a:blipFill>
              <a:blip r:embed="rId4"/>
              <a:stretch>
                <a:fillRect/>
              </a:stretch>
            </a:blipFill>
          </p:spPr>
          <p:txBody>
            <a:bodyPr/>
            <a:lstStyle/>
            <a:p>
              <a:pPr defTabSz="609630"/>
              <a:endParaRPr lang="en-HK" sz="1200">
                <a:solidFill>
                  <a:prstClr val="black"/>
                </a:solidFill>
                <a:latin typeface="DengXian" panose="02010600030101010101" pitchFamily="2" charset="-122"/>
                <a:ea typeface="DengXian" panose="02010600030101010101" pitchFamily="2" charset="-122"/>
              </a:endParaRPr>
            </a:p>
          </p:txBody>
        </p:sp>
        <p:sp>
          <p:nvSpPr>
            <p:cNvPr id="16" name="Freeform 16">
              <a:extLst>
                <a:ext uri="{FF2B5EF4-FFF2-40B4-BE49-F238E27FC236}">
                  <a16:creationId xmlns:a16="http://schemas.microsoft.com/office/drawing/2014/main" id="{ADFA7D90-D100-D337-E26F-2CFAA8959A6A}"/>
                </a:ext>
              </a:extLst>
            </p:cNvPr>
            <p:cNvSpPr/>
            <p:nvPr/>
          </p:nvSpPr>
          <p:spPr>
            <a:xfrm>
              <a:off x="9000928" y="5342070"/>
              <a:ext cx="2048072" cy="1315731"/>
            </a:xfrm>
            <a:custGeom>
              <a:avLst/>
              <a:gdLst/>
              <a:ahLst/>
              <a:cxnLst/>
              <a:rect l="l" t="t" r="r" b="b"/>
              <a:pathLst>
                <a:path w="4964733" h="3481519">
                  <a:moveTo>
                    <a:pt x="0" y="0"/>
                  </a:moveTo>
                  <a:lnTo>
                    <a:pt x="4964733" y="0"/>
                  </a:lnTo>
                  <a:lnTo>
                    <a:pt x="4964733" y="3481519"/>
                  </a:lnTo>
                  <a:lnTo>
                    <a:pt x="0" y="3481519"/>
                  </a:lnTo>
                  <a:lnTo>
                    <a:pt x="0" y="0"/>
                  </a:lnTo>
                  <a:close/>
                </a:path>
              </a:pathLst>
            </a:custGeom>
            <a:blipFill>
              <a:blip r:embed="rId4"/>
              <a:stretch>
                <a:fillRect/>
              </a:stretch>
            </a:blipFill>
          </p:spPr>
          <p:txBody>
            <a:bodyPr/>
            <a:lstStyle/>
            <a:p>
              <a:pPr defTabSz="609630"/>
              <a:endParaRPr lang="en-HK" sz="1200">
                <a:solidFill>
                  <a:prstClr val="black"/>
                </a:solidFill>
                <a:latin typeface="DengXian" panose="02010600030101010101" pitchFamily="2" charset="-122"/>
                <a:ea typeface="DengXian" panose="02010600030101010101" pitchFamily="2" charset="-122"/>
              </a:endParaRPr>
            </a:p>
          </p:txBody>
        </p:sp>
        <p:sp>
          <p:nvSpPr>
            <p:cNvPr id="17" name="Freeform 16">
              <a:extLst>
                <a:ext uri="{FF2B5EF4-FFF2-40B4-BE49-F238E27FC236}">
                  <a16:creationId xmlns:a16="http://schemas.microsoft.com/office/drawing/2014/main" id="{A7BA9B60-4434-A897-8E1A-CDAE6D6A1D48}"/>
                </a:ext>
              </a:extLst>
            </p:cNvPr>
            <p:cNvSpPr/>
            <p:nvPr/>
          </p:nvSpPr>
          <p:spPr>
            <a:xfrm>
              <a:off x="10343781" y="5342070"/>
              <a:ext cx="2048072" cy="1315731"/>
            </a:xfrm>
            <a:custGeom>
              <a:avLst/>
              <a:gdLst/>
              <a:ahLst/>
              <a:cxnLst/>
              <a:rect l="l" t="t" r="r" b="b"/>
              <a:pathLst>
                <a:path w="4964733" h="3481519">
                  <a:moveTo>
                    <a:pt x="0" y="0"/>
                  </a:moveTo>
                  <a:lnTo>
                    <a:pt x="4964733" y="0"/>
                  </a:lnTo>
                  <a:lnTo>
                    <a:pt x="4964733" y="3481519"/>
                  </a:lnTo>
                  <a:lnTo>
                    <a:pt x="0" y="3481519"/>
                  </a:lnTo>
                  <a:lnTo>
                    <a:pt x="0" y="0"/>
                  </a:lnTo>
                  <a:close/>
                </a:path>
              </a:pathLst>
            </a:custGeom>
            <a:blipFill>
              <a:blip r:embed="rId4"/>
              <a:stretch>
                <a:fillRect/>
              </a:stretch>
            </a:blipFill>
          </p:spPr>
          <p:txBody>
            <a:bodyPr/>
            <a:lstStyle/>
            <a:p>
              <a:pPr defTabSz="609630"/>
              <a:endParaRPr lang="en-HK" sz="1200">
                <a:solidFill>
                  <a:prstClr val="black"/>
                </a:solidFill>
                <a:latin typeface="DengXian" panose="02010600030101010101" pitchFamily="2" charset="-122"/>
                <a:ea typeface="DengXian" panose="02010600030101010101" pitchFamily="2" charset="-122"/>
              </a:endParaRPr>
            </a:p>
          </p:txBody>
        </p:sp>
        <p:sp>
          <p:nvSpPr>
            <p:cNvPr id="12" name="Freeform 16">
              <a:extLst>
                <a:ext uri="{FF2B5EF4-FFF2-40B4-BE49-F238E27FC236}">
                  <a16:creationId xmlns:a16="http://schemas.microsoft.com/office/drawing/2014/main" id="{29496F4B-B1BC-E2F5-D014-12B0027AC4C3}"/>
                </a:ext>
              </a:extLst>
            </p:cNvPr>
            <p:cNvSpPr/>
            <p:nvPr/>
          </p:nvSpPr>
          <p:spPr>
            <a:xfrm>
              <a:off x="7705528" y="4505030"/>
              <a:ext cx="2048072" cy="1315731"/>
            </a:xfrm>
            <a:custGeom>
              <a:avLst/>
              <a:gdLst/>
              <a:ahLst/>
              <a:cxnLst/>
              <a:rect l="l" t="t" r="r" b="b"/>
              <a:pathLst>
                <a:path w="4964733" h="3481519">
                  <a:moveTo>
                    <a:pt x="0" y="0"/>
                  </a:moveTo>
                  <a:lnTo>
                    <a:pt x="4964733" y="0"/>
                  </a:lnTo>
                  <a:lnTo>
                    <a:pt x="4964733" y="3481519"/>
                  </a:lnTo>
                  <a:lnTo>
                    <a:pt x="0" y="3481519"/>
                  </a:lnTo>
                  <a:lnTo>
                    <a:pt x="0" y="0"/>
                  </a:lnTo>
                  <a:close/>
                </a:path>
              </a:pathLst>
            </a:custGeom>
            <a:blipFill>
              <a:blip r:embed="rId4"/>
              <a:stretch>
                <a:fillRect/>
              </a:stretch>
            </a:blipFill>
          </p:spPr>
          <p:txBody>
            <a:bodyPr/>
            <a:lstStyle/>
            <a:p>
              <a:pPr defTabSz="609630"/>
              <a:endParaRPr lang="en-HK" sz="1200">
                <a:solidFill>
                  <a:prstClr val="black"/>
                </a:solidFill>
                <a:latin typeface="DengXian" panose="02010600030101010101" pitchFamily="2" charset="-122"/>
                <a:ea typeface="DengXian" panose="02010600030101010101" pitchFamily="2" charset="-122"/>
              </a:endParaRPr>
            </a:p>
          </p:txBody>
        </p:sp>
        <p:sp>
          <p:nvSpPr>
            <p:cNvPr id="13" name="Freeform 16">
              <a:extLst>
                <a:ext uri="{FF2B5EF4-FFF2-40B4-BE49-F238E27FC236}">
                  <a16:creationId xmlns:a16="http://schemas.microsoft.com/office/drawing/2014/main" id="{533549FB-E627-63B0-C89D-40C00632A399}"/>
                </a:ext>
              </a:extLst>
            </p:cNvPr>
            <p:cNvSpPr/>
            <p:nvPr/>
          </p:nvSpPr>
          <p:spPr>
            <a:xfrm>
              <a:off x="9000928" y="4505030"/>
              <a:ext cx="2048072" cy="1315731"/>
            </a:xfrm>
            <a:custGeom>
              <a:avLst/>
              <a:gdLst/>
              <a:ahLst/>
              <a:cxnLst/>
              <a:rect l="l" t="t" r="r" b="b"/>
              <a:pathLst>
                <a:path w="4964733" h="3481519">
                  <a:moveTo>
                    <a:pt x="0" y="0"/>
                  </a:moveTo>
                  <a:lnTo>
                    <a:pt x="4964733" y="0"/>
                  </a:lnTo>
                  <a:lnTo>
                    <a:pt x="4964733" y="3481519"/>
                  </a:lnTo>
                  <a:lnTo>
                    <a:pt x="0" y="3481519"/>
                  </a:lnTo>
                  <a:lnTo>
                    <a:pt x="0" y="0"/>
                  </a:lnTo>
                  <a:close/>
                </a:path>
              </a:pathLst>
            </a:custGeom>
            <a:blipFill>
              <a:blip r:embed="rId4"/>
              <a:stretch>
                <a:fillRect/>
              </a:stretch>
            </a:blipFill>
          </p:spPr>
          <p:txBody>
            <a:bodyPr/>
            <a:lstStyle/>
            <a:p>
              <a:pPr defTabSz="609630"/>
              <a:endParaRPr lang="en-HK" sz="1200">
                <a:solidFill>
                  <a:prstClr val="black"/>
                </a:solidFill>
                <a:latin typeface="DengXian" panose="02010600030101010101" pitchFamily="2" charset="-122"/>
                <a:ea typeface="DengXian" panose="02010600030101010101" pitchFamily="2" charset="-122"/>
              </a:endParaRPr>
            </a:p>
          </p:txBody>
        </p:sp>
        <p:sp>
          <p:nvSpPr>
            <p:cNvPr id="14" name="Freeform 16">
              <a:extLst>
                <a:ext uri="{FF2B5EF4-FFF2-40B4-BE49-F238E27FC236}">
                  <a16:creationId xmlns:a16="http://schemas.microsoft.com/office/drawing/2014/main" id="{CA1FCB15-A91A-78BF-5EAD-E8171C9C110B}"/>
                </a:ext>
              </a:extLst>
            </p:cNvPr>
            <p:cNvSpPr/>
            <p:nvPr/>
          </p:nvSpPr>
          <p:spPr>
            <a:xfrm>
              <a:off x="10343781" y="4505030"/>
              <a:ext cx="2048072" cy="1315731"/>
            </a:xfrm>
            <a:custGeom>
              <a:avLst/>
              <a:gdLst/>
              <a:ahLst/>
              <a:cxnLst/>
              <a:rect l="l" t="t" r="r" b="b"/>
              <a:pathLst>
                <a:path w="4964733" h="3481519">
                  <a:moveTo>
                    <a:pt x="0" y="0"/>
                  </a:moveTo>
                  <a:lnTo>
                    <a:pt x="4964733" y="0"/>
                  </a:lnTo>
                  <a:lnTo>
                    <a:pt x="4964733" y="3481519"/>
                  </a:lnTo>
                  <a:lnTo>
                    <a:pt x="0" y="3481519"/>
                  </a:lnTo>
                  <a:lnTo>
                    <a:pt x="0" y="0"/>
                  </a:lnTo>
                  <a:close/>
                </a:path>
              </a:pathLst>
            </a:custGeom>
            <a:blipFill>
              <a:blip r:embed="rId4"/>
              <a:stretch>
                <a:fillRect/>
              </a:stretch>
            </a:blipFill>
          </p:spPr>
          <p:txBody>
            <a:bodyPr/>
            <a:lstStyle/>
            <a:p>
              <a:pPr defTabSz="609630"/>
              <a:endParaRPr lang="en-HK" sz="1200">
                <a:solidFill>
                  <a:prstClr val="black"/>
                </a:solidFill>
                <a:latin typeface="DengXian" panose="02010600030101010101" pitchFamily="2" charset="-122"/>
                <a:ea typeface="DengXian" panose="02010600030101010101" pitchFamily="2" charset="-122"/>
              </a:endParaRPr>
            </a:p>
          </p:txBody>
        </p:sp>
        <p:sp>
          <p:nvSpPr>
            <p:cNvPr id="9" name="Freeform 16">
              <a:extLst>
                <a:ext uri="{FF2B5EF4-FFF2-40B4-BE49-F238E27FC236}">
                  <a16:creationId xmlns:a16="http://schemas.microsoft.com/office/drawing/2014/main" id="{01A8FC78-B845-65CB-930E-F76CE8FEB7A0}"/>
                </a:ext>
              </a:extLst>
            </p:cNvPr>
            <p:cNvSpPr/>
            <p:nvPr/>
          </p:nvSpPr>
          <p:spPr>
            <a:xfrm>
              <a:off x="7553128" y="3682860"/>
              <a:ext cx="2048072" cy="1315731"/>
            </a:xfrm>
            <a:custGeom>
              <a:avLst/>
              <a:gdLst/>
              <a:ahLst/>
              <a:cxnLst/>
              <a:rect l="l" t="t" r="r" b="b"/>
              <a:pathLst>
                <a:path w="4964733" h="3481519">
                  <a:moveTo>
                    <a:pt x="0" y="0"/>
                  </a:moveTo>
                  <a:lnTo>
                    <a:pt x="4964733" y="0"/>
                  </a:lnTo>
                  <a:lnTo>
                    <a:pt x="4964733" y="3481519"/>
                  </a:lnTo>
                  <a:lnTo>
                    <a:pt x="0" y="3481519"/>
                  </a:lnTo>
                  <a:lnTo>
                    <a:pt x="0" y="0"/>
                  </a:lnTo>
                  <a:close/>
                </a:path>
              </a:pathLst>
            </a:custGeom>
            <a:blipFill>
              <a:blip r:embed="rId4"/>
              <a:stretch>
                <a:fillRect/>
              </a:stretch>
            </a:blipFill>
          </p:spPr>
          <p:txBody>
            <a:bodyPr/>
            <a:lstStyle/>
            <a:p>
              <a:pPr defTabSz="609630"/>
              <a:endParaRPr lang="en-HK" sz="1200">
                <a:solidFill>
                  <a:prstClr val="black"/>
                </a:solidFill>
                <a:latin typeface="DengXian" panose="02010600030101010101" pitchFamily="2" charset="-122"/>
                <a:ea typeface="DengXian" panose="02010600030101010101" pitchFamily="2" charset="-122"/>
              </a:endParaRPr>
            </a:p>
          </p:txBody>
        </p:sp>
        <p:sp>
          <p:nvSpPr>
            <p:cNvPr id="10" name="Freeform 16">
              <a:extLst>
                <a:ext uri="{FF2B5EF4-FFF2-40B4-BE49-F238E27FC236}">
                  <a16:creationId xmlns:a16="http://schemas.microsoft.com/office/drawing/2014/main" id="{B688EDCF-2263-68A0-DA1C-1440A379CFAE}"/>
                </a:ext>
              </a:extLst>
            </p:cNvPr>
            <p:cNvSpPr/>
            <p:nvPr/>
          </p:nvSpPr>
          <p:spPr>
            <a:xfrm>
              <a:off x="8848528" y="3682860"/>
              <a:ext cx="2048072" cy="1315731"/>
            </a:xfrm>
            <a:custGeom>
              <a:avLst/>
              <a:gdLst/>
              <a:ahLst/>
              <a:cxnLst/>
              <a:rect l="l" t="t" r="r" b="b"/>
              <a:pathLst>
                <a:path w="4964733" h="3481519">
                  <a:moveTo>
                    <a:pt x="0" y="0"/>
                  </a:moveTo>
                  <a:lnTo>
                    <a:pt x="4964733" y="0"/>
                  </a:lnTo>
                  <a:lnTo>
                    <a:pt x="4964733" y="3481519"/>
                  </a:lnTo>
                  <a:lnTo>
                    <a:pt x="0" y="3481519"/>
                  </a:lnTo>
                  <a:lnTo>
                    <a:pt x="0" y="0"/>
                  </a:lnTo>
                  <a:close/>
                </a:path>
              </a:pathLst>
            </a:custGeom>
            <a:blipFill>
              <a:blip r:embed="rId4"/>
              <a:stretch>
                <a:fillRect/>
              </a:stretch>
            </a:blipFill>
          </p:spPr>
          <p:txBody>
            <a:bodyPr/>
            <a:lstStyle/>
            <a:p>
              <a:pPr defTabSz="609630"/>
              <a:endParaRPr lang="en-HK" sz="1200">
                <a:solidFill>
                  <a:prstClr val="black"/>
                </a:solidFill>
                <a:latin typeface="DengXian" panose="02010600030101010101" pitchFamily="2" charset="-122"/>
                <a:ea typeface="DengXian" panose="02010600030101010101" pitchFamily="2" charset="-122"/>
              </a:endParaRPr>
            </a:p>
          </p:txBody>
        </p:sp>
        <p:sp>
          <p:nvSpPr>
            <p:cNvPr id="11" name="Freeform 16">
              <a:extLst>
                <a:ext uri="{FF2B5EF4-FFF2-40B4-BE49-F238E27FC236}">
                  <a16:creationId xmlns:a16="http://schemas.microsoft.com/office/drawing/2014/main" id="{05FE0F78-D774-EB16-F6A4-B53D7BD7A0E6}"/>
                </a:ext>
              </a:extLst>
            </p:cNvPr>
            <p:cNvSpPr/>
            <p:nvPr/>
          </p:nvSpPr>
          <p:spPr>
            <a:xfrm>
              <a:off x="10191381" y="3682860"/>
              <a:ext cx="2048072" cy="1315731"/>
            </a:xfrm>
            <a:custGeom>
              <a:avLst/>
              <a:gdLst/>
              <a:ahLst/>
              <a:cxnLst/>
              <a:rect l="l" t="t" r="r" b="b"/>
              <a:pathLst>
                <a:path w="4964733" h="3481519">
                  <a:moveTo>
                    <a:pt x="0" y="0"/>
                  </a:moveTo>
                  <a:lnTo>
                    <a:pt x="4964733" y="0"/>
                  </a:lnTo>
                  <a:lnTo>
                    <a:pt x="4964733" y="3481519"/>
                  </a:lnTo>
                  <a:lnTo>
                    <a:pt x="0" y="3481519"/>
                  </a:lnTo>
                  <a:lnTo>
                    <a:pt x="0" y="0"/>
                  </a:lnTo>
                  <a:close/>
                </a:path>
              </a:pathLst>
            </a:custGeom>
            <a:blipFill>
              <a:blip r:embed="rId4"/>
              <a:stretch>
                <a:fillRect/>
              </a:stretch>
            </a:blipFill>
          </p:spPr>
          <p:txBody>
            <a:bodyPr/>
            <a:lstStyle/>
            <a:p>
              <a:pPr defTabSz="609630"/>
              <a:endParaRPr lang="en-HK" sz="1200">
                <a:solidFill>
                  <a:prstClr val="black"/>
                </a:solidFill>
                <a:latin typeface="DengXian" panose="02010600030101010101" pitchFamily="2" charset="-122"/>
                <a:ea typeface="DengXian" panose="02010600030101010101" pitchFamily="2" charset="-122"/>
              </a:endParaRPr>
            </a:p>
          </p:txBody>
        </p:sp>
        <p:sp>
          <p:nvSpPr>
            <p:cNvPr id="6" name="Freeform 16">
              <a:extLst>
                <a:ext uri="{FF2B5EF4-FFF2-40B4-BE49-F238E27FC236}">
                  <a16:creationId xmlns:a16="http://schemas.microsoft.com/office/drawing/2014/main" id="{AE1D96E2-57F0-B4FD-6FC7-B1EE3E3205A3}"/>
                </a:ext>
              </a:extLst>
            </p:cNvPr>
            <p:cNvSpPr/>
            <p:nvPr/>
          </p:nvSpPr>
          <p:spPr>
            <a:xfrm>
              <a:off x="7553128" y="2894221"/>
              <a:ext cx="2048072" cy="1315731"/>
            </a:xfrm>
            <a:custGeom>
              <a:avLst/>
              <a:gdLst/>
              <a:ahLst/>
              <a:cxnLst/>
              <a:rect l="l" t="t" r="r" b="b"/>
              <a:pathLst>
                <a:path w="4964733" h="3481519">
                  <a:moveTo>
                    <a:pt x="0" y="0"/>
                  </a:moveTo>
                  <a:lnTo>
                    <a:pt x="4964733" y="0"/>
                  </a:lnTo>
                  <a:lnTo>
                    <a:pt x="4964733" y="3481519"/>
                  </a:lnTo>
                  <a:lnTo>
                    <a:pt x="0" y="3481519"/>
                  </a:lnTo>
                  <a:lnTo>
                    <a:pt x="0" y="0"/>
                  </a:lnTo>
                  <a:close/>
                </a:path>
              </a:pathLst>
            </a:custGeom>
            <a:blipFill>
              <a:blip r:embed="rId4"/>
              <a:stretch>
                <a:fillRect/>
              </a:stretch>
            </a:blipFill>
          </p:spPr>
          <p:txBody>
            <a:bodyPr/>
            <a:lstStyle/>
            <a:p>
              <a:pPr defTabSz="609630"/>
              <a:endParaRPr lang="en-HK" sz="1200">
                <a:solidFill>
                  <a:prstClr val="black"/>
                </a:solidFill>
                <a:latin typeface="DengXian" panose="02010600030101010101" pitchFamily="2" charset="-122"/>
                <a:ea typeface="DengXian" panose="02010600030101010101" pitchFamily="2" charset="-122"/>
              </a:endParaRPr>
            </a:p>
          </p:txBody>
        </p:sp>
        <p:sp>
          <p:nvSpPr>
            <p:cNvPr id="7" name="Freeform 16">
              <a:extLst>
                <a:ext uri="{FF2B5EF4-FFF2-40B4-BE49-F238E27FC236}">
                  <a16:creationId xmlns:a16="http://schemas.microsoft.com/office/drawing/2014/main" id="{C4FA3672-49CA-D7C3-2901-83DE24FA77CC}"/>
                </a:ext>
              </a:extLst>
            </p:cNvPr>
            <p:cNvSpPr/>
            <p:nvPr/>
          </p:nvSpPr>
          <p:spPr>
            <a:xfrm>
              <a:off x="8848528" y="2894221"/>
              <a:ext cx="2048072" cy="1315731"/>
            </a:xfrm>
            <a:custGeom>
              <a:avLst/>
              <a:gdLst/>
              <a:ahLst/>
              <a:cxnLst/>
              <a:rect l="l" t="t" r="r" b="b"/>
              <a:pathLst>
                <a:path w="4964733" h="3481519">
                  <a:moveTo>
                    <a:pt x="0" y="0"/>
                  </a:moveTo>
                  <a:lnTo>
                    <a:pt x="4964733" y="0"/>
                  </a:lnTo>
                  <a:lnTo>
                    <a:pt x="4964733" y="3481519"/>
                  </a:lnTo>
                  <a:lnTo>
                    <a:pt x="0" y="3481519"/>
                  </a:lnTo>
                  <a:lnTo>
                    <a:pt x="0" y="0"/>
                  </a:lnTo>
                  <a:close/>
                </a:path>
              </a:pathLst>
            </a:custGeom>
            <a:blipFill>
              <a:blip r:embed="rId4"/>
              <a:stretch>
                <a:fillRect/>
              </a:stretch>
            </a:blipFill>
          </p:spPr>
          <p:txBody>
            <a:bodyPr/>
            <a:lstStyle/>
            <a:p>
              <a:pPr defTabSz="609630"/>
              <a:endParaRPr lang="en-HK" sz="1200">
                <a:solidFill>
                  <a:prstClr val="black"/>
                </a:solidFill>
                <a:latin typeface="DengXian" panose="02010600030101010101" pitchFamily="2" charset="-122"/>
                <a:ea typeface="DengXian" panose="02010600030101010101" pitchFamily="2" charset="-122"/>
              </a:endParaRPr>
            </a:p>
          </p:txBody>
        </p:sp>
        <p:sp>
          <p:nvSpPr>
            <p:cNvPr id="8" name="Freeform 16">
              <a:extLst>
                <a:ext uri="{FF2B5EF4-FFF2-40B4-BE49-F238E27FC236}">
                  <a16:creationId xmlns:a16="http://schemas.microsoft.com/office/drawing/2014/main" id="{A8A309FC-3EC5-85CF-EA9B-C6F45DAB5A56}"/>
                </a:ext>
              </a:extLst>
            </p:cNvPr>
            <p:cNvSpPr/>
            <p:nvPr/>
          </p:nvSpPr>
          <p:spPr>
            <a:xfrm>
              <a:off x="10191381" y="2894221"/>
              <a:ext cx="2048072" cy="1315731"/>
            </a:xfrm>
            <a:custGeom>
              <a:avLst/>
              <a:gdLst/>
              <a:ahLst/>
              <a:cxnLst/>
              <a:rect l="l" t="t" r="r" b="b"/>
              <a:pathLst>
                <a:path w="4964733" h="3481519">
                  <a:moveTo>
                    <a:pt x="0" y="0"/>
                  </a:moveTo>
                  <a:lnTo>
                    <a:pt x="4964733" y="0"/>
                  </a:lnTo>
                  <a:lnTo>
                    <a:pt x="4964733" y="3481519"/>
                  </a:lnTo>
                  <a:lnTo>
                    <a:pt x="0" y="3481519"/>
                  </a:lnTo>
                  <a:lnTo>
                    <a:pt x="0" y="0"/>
                  </a:lnTo>
                  <a:close/>
                </a:path>
              </a:pathLst>
            </a:custGeom>
            <a:blipFill>
              <a:blip r:embed="rId4"/>
              <a:stretch>
                <a:fillRect/>
              </a:stretch>
            </a:blipFill>
          </p:spPr>
          <p:txBody>
            <a:bodyPr/>
            <a:lstStyle/>
            <a:p>
              <a:pPr defTabSz="609630"/>
              <a:endParaRPr lang="en-HK" sz="1200">
                <a:solidFill>
                  <a:prstClr val="black"/>
                </a:solidFill>
                <a:latin typeface="DengXian" panose="02010600030101010101" pitchFamily="2" charset="-122"/>
                <a:ea typeface="DengXian" panose="02010600030101010101" pitchFamily="2" charset="-122"/>
              </a:endParaRPr>
            </a:p>
          </p:txBody>
        </p:sp>
        <p:sp>
          <p:nvSpPr>
            <p:cNvPr id="5" name="Freeform 18">
              <a:extLst>
                <a:ext uri="{FF2B5EF4-FFF2-40B4-BE49-F238E27FC236}">
                  <a16:creationId xmlns:a16="http://schemas.microsoft.com/office/drawing/2014/main" id="{DE7A172B-6B1F-3A7D-D80A-37B7CF1C22D4}"/>
                </a:ext>
              </a:extLst>
            </p:cNvPr>
            <p:cNvSpPr/>
            <p:nvPr/>
          </p:nvSpPr>
          <p:spPr>
            <a:xfrm>
              <a:off x="8302709" y="2105582"/>
              <a:ext cx="3368591" cy="822170"/>
            </a:xfrm>
            <a:custGeom>
              <a:avLst/>
              <a:gdLst/>
              <a:ahLst/>
              <a:cxnLst/>
              <a:rect l="l" t="t" r="r" b="b"/>
              <a:pathLst>
                <a:path w="4785765" h="1233255">
                  <a:moveTo>
                    <a:pt x="0" y="0"/>
                  </a:moveTo>
                  <a:lnTo>
                    <a:pt x="4785765" y="0"/>
                  </a:lnTo>
                  <a:lnTo>
                    <a:pt x="4785765" y="1233254"/>
                  </a:lnTo>
                  <a:lnTo>
                    <a:pt x="0" y="1233254"/>
                  </a:lnTo>
                  <a:lnTo>
                    <a:pt x="0" y="0"/>
                  </a:lnTo>
                  <a:close/>
                </a:path>
              </a:pathLst>
            </a:custGeom>
            <a:blipFill>
              <a:blip r:embed="rId5"/>
              <a:stretch>
                <a:fillRect/>
              </a:stretch>
            </a:blipFill>
            <a:effectLst/>
          </p:spPr>
          <p:txBody>
            <a:bodyPr/>
            <a:lstStyle/>
            <a:p>
              <a:pPr defTabSz="609630"/>
              <a:endParaRPr lang="en-HK" sz="1200">
                <a:solidFill>
                  <a:prstClr val="black"/>
                </a:solidFill>
                <a:latin typeface="DengXian" panose="02010600030101010101" pitchFamily="2" charset="-122"/>
                <a:ea typeface="DengXian" panose="02010600030101010101" pitchFamily="2" charset="-122"/>
              </a:endParaRPr>
            </a:p>
          </p:txBody>
        </p:sp>
      </p:grpSp>
      <p:sp>
        <p:nvSpPr>
          <p:cNvPr id="2" name="Freeform 2">
            <a:extLst>
              <a:ext uri="{FF2B5EF4-FFF2-40B4-BE49-F238E27FC236}">
                <a16:creationId xmlns:a16="http://schemas.microsoft.com/office/drawing/2014/main" id="{E6D58376-8662-17F3-6A5E-40D7C1B6489E}"/>
              </a:ext>
            </a:extLst>
          </p:cNvPr>
          <p:cNvSpPr/>
          <p:nvPr/>
        </p:nvSpPr>
        <p:spPr>
          <a:xfrm>
            <a:off x="199383" y="2739868"/>
            <a:ext cx="4527028" cy="2795950"/>
          </a:xfrm>
          <a:custGeom>
            <a:avLst/>
            <a:gdLst/>
            <a:ahLst/>
            <a:cxnLst/>
            <a:rect l="l" t="t" r="r" b="b"/>
            <a:pathLst>
              <a:path w="5703210" h="3329249">
                <a:moveTo>
                  <a:pt x="0" y="0"/>
                </a:moveTo>
                <a:lnTo>
                  <a:pt x="5703210" y="0"/>
                </a:lnTo>
                <a:lnTo>
                  <a:pt x="5703210" y="3329248"/>
                </a:lnTo>
                <a:lnTo>
                  <a:pt x="0" y="3329248"/>
                </a:lnTo>
                <a:lnTo>
                  <a:pt x="0" y="0"/>
                </a:lnTo>
                <a:close/>
              </a:path>
            </a:pathLst>
          </a:custGeom>
          <a:blipFill>
            <a:blip r:embed="rId6"/>
            <a:stretch>
              <a:fillRect/>
            </a:stretch>
          </a:blipFill>
        </p:spPr>
        <p:txBody>
          <a:bodyPr/>
          <a:lstStyle/>
          <a:p>
            <a:pPr defTabSz="609630"/>
            <a:endParaRPr lang="en-HK" sz="1200">
              <a:solidFill>
                <a:prstClr val="black"/>
              </a:solidFill>
              <a:latin typeface="DengXian" panose="02010600030101010101" pitchFamily="2" charset="-122"/>
              <a:ea typeface="DengXian" panose="02010600030101010101" pitchFamily="2" charset="-122"/>
            </a:endParaRPr>
          </a:p>
        </p:txBody>
      </p:sp>
      <p:sp>
        <p:nvSpPr>
          <p:cNvPr id="20" name="Title 1">
            <a:extLst>
              <a:ext uri="{FF2B5EF4-FFF2-40B4-BE49-F238E27FC236}">
                <a16:creationId xmlns:a16="http://schemas.microsoft.com/office/drawing/2014/main" id="{D918397B-9A35-E69A-24A6-F0F16C2FECF1}"/>
              </a:ext>
            </a:extLst>
          </p:cNvPr>
          <p:cNvSpPr txBox="1">
            <a:spLocks/>
          </p:cNvSpPr>
          <p:nvPr/>
        </p:nvSpPr>
        <p:spPr>
          <a:xfrm>
            <a:off x="1371600" y="685800"/>
            <a:ext cx="9601200" cy="1485900"/>
          </a:xfrm>
          <a:prstGeom prst="rect">
            <a:avLst/>
          </a:prstGeom>
        </p:spPr>
        <p:txBody>
          <a:bodyPr anchor="ctr">
            <a:normAutofit/>
          </a:bodyPr>
          <a:lstStyle>
            <a:lvl1pPr algn="l" defTabSz="914400" rtl="0" eaLnBrk="1" latinLnBrk="0" hangingPunct="1">
              <a:lnSpc>
                <a:spcPct val="89000"/>
              </a:lnSpc>
              <a:spcBef>
                <a:spcPct val="0"/>
              </a:spcBef>
              <a:buNone/>
              <a:defRPr sz="6000" b="0" i="0" kern="1200" baseline="0">
                <a:solidFill>
                  <a:schemeClr val="tx1"/>
                </a:solidFill>
                <a:latin typeface="Helvetica" pitchFamily="2" charset="0"/>
                <a:ea typeface="Noto Sans SC Medium" panose="020B0600000000000000" pitchFamily="34" charset="-128"/>
                <a:cs typeface="Helvetica" pitchFamily="2" charset="0"/>
              </a:defRPr>
            </a:lvl1pPr>
          </a:lstStyle>
          <a:p>
            <a:r>
              <a:rPr lang="en-US" b="1" dirty="0" err="1">
                <a:latin typeface="DengXian" panose="02010600030101010101" pitchFamily="2" charset="-122"/>
                <a:ea typeface="DengXian" panose="02010600030101010101" pitchFamily="2" charset="-122"/>
              </a:rPr>
              <a:t>什麼是雲計算</a:t>
            </a:r>
            <a:endParaRPr lang="en-US" b="1" dirty="0">
              <a:latin typeface="DengXian" panose="02010600030101010101" pitchFamily="2" charset="-122"/>
              <a:ea typeface="DengXian" panose="02010600030101010101" pitchFamily="2" charset="-122"/>
            </a:endParaRPr>
          </a:p>
        </p:txBody>
      </p:sp>
      <p:sp>
        <p:nvSpPr>
          <p:cNvPr id="25" name="文字方塊 24">
            <a:extLst>
              <a:ext uri="{FF2B5EF4-FFF2-40B4-BE49-F238E27FC236}">
                <a16:creationId xmlns:a16="http://schemas.microsoft.com/office/drawing/2014/main" id="{A51AAD7E-46CA-C01B-C9E5-2A39167FD3C5}"/>
              </a:ext>
            </a:extLst>
          </p:cNvPr>
          <p:cNvSpPr txBox="1"/>
          <p:nvPr/>
        </p:nvSpPr>
        <p:spPr>
          <a:xfrm>
            <a:off x="1371600" y="1902828"/>
            <a:ext cx="9192409" cy="430887"/>
          </a:xfrm>
          <a:prstGeom prst="rect">
            <a:avLst/>
          </a:prstGeom>
          <a:noFill/>
        </p:spPr>
        <p:txBody>
          <a:bodyPr wrap="square">
            <a:spAutoFit/>
          </a:bodyPr>
          <a:lstStyle/>
          <a:p>
            <a:r>
              <a:rPr lang="en-HK" altLang="zh-HK" sz="2200" b="1" dirty="0">
                <a:latin typeface="DengXian" panose="02010600030101010101" pitchFamily="2" charset="-122"/>
                <a:ea typeface="DengXian" panose="02010600030101010101" pitchFamily="2" charset="-122"/>
              </a:rPr>
              <a:t>3</a:t>
            </a:r>
            <a:r>
              <a:rPr lang="en-HK" altLang="zh-HK" sz="2200" b="1" kern="1200" dirty="0">
                <a:solidFill>
                  <a:schemeClr val="tx1"/>
                </a:solidFill>
                <a:effectLst/>
                <a:latin typeface="DengXian" panose="02010600030101010101" pitchFamily="2" charset="-122"/>
                <a:ea typeface="DengXian" panose="02010600030101010101" pitchFamily="2" charset="-122"/>
              </a:rPr>
              <a:t>. </a:t>
            </a:r>
            <a:r>
              <a:rPr lang="zh-TW" altLang="en-US" sz="2200" b="1" kern="1200" dirty="0">
                <a:solidFill>
                  <a:schemeClr val="tx1"/>
                </a:solidFill>
                <a:effectLst/>
                <a:latin typeface="DengXian" panose="02010600030101010101" pitchFamily="2" charset="-122"/>
                <a:ea typeface="DengXian" panose="02010600030101010101" pitchFamily="2" charset="-122"/>
              </a:rPr>
              <a:t>此時你發現了中電（供應商）提供供電服務</a:t>
            </a:r>
            <a:endParaRPr lang="en-US" altLang="zh-TW" sz="2200" b="1" dirty="0">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9830719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83D57-F27F-37E1-40D8-A333FC373EAE}"/>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1EDECAA7-7801-775F-25D2-A7C411FCD6CF}"/>
              </a:ext>
            </a:extLst>
          </p:cNvPr>
          <p:cNvSpPr/>
          <p:nvPr/>
        </p:nvSpPr>
        <p:spPr>
          <a:xfrm>
            <a:off x="0" y="0"/>
            <a:ext cx="12192000" cy="6858000"/>
          </a:xfrm>
          <a:custGeom>
            <a:avLst/>
            <a:gdLst/>
            <a:ahLst/>
            <a:cxnLst/>
            <a:rect l="l" t="t" r="r" b="b"/>
            <a:pathLst>
              <a:path w="14105361" h="9453765">
                <a:moveTo>
                  <a:pt x="0" y="0"/>
                </a:moveTo>
                <a:lnTo>
                  <a:pt x="14105361" y="0"/>
                </a:lnTo>
                <a:lnTo>
                  <a:pt x="14105361" y="9453765"/>
                </a:lnTo>
                <a:lnTo>
                  <a:pt x="0" y="945376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defTabSz="609630"/>
            <a:endParaRPr lang="en-HK" sz="1200" dirty="0">
              <a:solidFill>
                <a:prstClr val="black"/>
              </a:solidFill>
              <a:latin typeface="DengXian" panose="02010600030101010101" pitchFamily="2" charset="-122"/>
              <a:ea typeface="DengXian" panose="02010600030101010101" pitchFamily="2" charset="-122"/>
            </a:endParaRPr>
          </a:p>
        </p:txBody>
      </p:sp>
      <p:grpSp>
        <p:nvGrpSpPr>
          <p:cNvPr id="23" name="Group 22">
            <a:extLst>
              <a:ext uri="{FF2B5EF4-FFF2-40B4-BE49-F238E27FC236}">
                <a16:creationId xmlns:a16="http://schemas.microsoft.com/office/drawing/2014/main" id="{9351929E-9647-0993-07A3-2AC3960ACC8B}"/>
              </a:ext>
            </a:extLst>
          </p:cNvPr>
          <p:cNvGrpSpPr/>
          <p:nvPr/>
        </p:nvGrpSpPr>
        <p:grpSpPr>
          <a:xfrm>
            <a:off x="7553128" y="2105582"/>
            <a:ext cx="4838725" cy="4552219"/>
            <a:chOff x="7553128" y="2105582"/>
            <a:chExt cx="4838725" cy="4552219"/>
          </a:xfrm>
        </p:grpSpPr>
        <p:sp>
          <p:nvSpPr>
            <p:cNvPr id="15" name="Freeform 16">
              <a:extLst>
                <a:ext uri="{FF2B5EF4-FFF2-40B4-BE49-F238E27FC236}">
                  <a16:creationId xmlns:a16="http://schemas.microsoft.com/office/drawing/2014/main" id="{9B2CEC1B-2B11-E8BD-ECE2-01660CA3085C}"/>
                </a:ext>
              </a:extLst>
            </p:cNvPr>
            <p:cNvSpPr/>
            <p:nvPr/>
          </p:nvSpPr>
          <p:spPr>
            <a:xfrm>
              <a:off x="7705528" y="5342070"/>
              <a:ext cx="2048072" cy="1315731"/>
            </a:xfrm>
            <a:custGeom>
              <a:avLst/>
              <a:gdLst/>
              <a:ahLst/>
              <a:cxnLst/>
              <a:rect l="l" t="t" r="r" b="b"/>
              <a:pathLst>
                <a:path w="4964733" h="3481519">
                  <a:moveTo>
                    <a:pt x="0" y="0"/>
                  </a:moveTo>
                  <a:lnTo>
                    <a:pt x="4964733" y="0"/>
                  </a:lnTo>
                  <a:lnTo>
                    <a:pt x="4964733" y="3481519"/>
                  </a:lnTo>
                  <a:lnTo>
                    <a:pt x="0" y="3481519"/>
                  </a:lnTo>
                  <a:lnTo>
                    <a:pt x="0" y="0"/>
                  </a:lnTo>
                  <a:close/>
                </a:path>
              </a:pathLst>
            </a:custGeom>
            <a:blipFill>
              <a:blip r:embed="rId4"/>
              <a:stretch>
                <a:fillRect/>
              </a:stretch>
            </a:blipFill>
          </p:spPr>
          <p:txBody>
            <a:bodyPr/>
            <a:lstStyle/>
            <a:p>
              <a:pPr defTabSz="609630"/>
              <a:endParaRPr lang="en-HK" sz="1200">
                <a:solidFill>
                  <a:prstClr val="black"/>
                </a:solidFill>
                <a:latin typeface="DengXian" panose="02010600030101010101" pitchFamily="2" charset="-122"/>
                <a:ea typeface="DengXian" panose="02010600030101010101" pitchFamily="2" charset="-122"/>
              </a:endParaRPr>
            </a:p>
          </p:txBody>
        </p:sp>
        <p:sp>
          <p:nvSpPr>
            <p:cNvPr id="16" name="Freeform 16">
              <a:extLst>
                <a:ext uri="{FF2B5EF4-FFF2-40B4-BE49-F238E27FC236}">
                  <a16:creationId xmlns:a16="http://schemas.microsoft.com/office/drawing/2014/main" id="{7136EF66-270B-5CFB-4F2F-8A6CAA109F8D}"/>
                </a:ext>
              </a:extLst>
            </p:cNvPr>
            <p:cNvSpPr/>
            <p:nvPr/>
          </p:nvSpPr>
          <p:spPr>
            <a:xfrm>
              <a:off x="9000928" y="5342070"/>
              <a:ext cx="2048072" cy="1315731"/>
            </a:xfrm>
            <a:custGeom>
              <a:avLst/>
              <a:gdLst/>
              <a:ahLst/>
              <a:cxnLst/>
              <a:rect l="l" t="t" r="r" b="b"/>
              <a:pathLst>
                <a:path w="4964733" h="3481519">
                  <a:moveTo>
                    <a:pt x="0" y="0"/>
                  </a:moveTo>
                  <a:lnTo>
                    <a:pt x="4964733" y="0"/>
                  </a:lnTo>
                  <a:lnTo>
                    <a:pt x="4964733" y="3481519"/>
                  </a:lnTo>
                  <a:lnTo>
                    <a:pt x="0" y="3481519"/>
                  </a:lnTo>
                  <a:lnTo>
                    <a:pt x="0" y="0"/>
                  </a:lnTo>
                  <a:close/>
                </a:path>
              </a:pathLst>
            </a:custGeom>
            <a:blipFill>
              <a:blip r:embed="rId4"/>
              <a:stretch>
                <a:fillRect/>
              </a:stretch>
            </a:blipFill>
          </p:spPr>
          <p:txBody>
            <a:bodyPr/>
            <a:lstStyle/>
            <a:p>
              <a:pPr defTabSz="609630"/>
              <a:endParaRPr lang="en-HK" sz="1200">
                <a:solidFill>
                  <a:prstClr val="black"/>
                </a:solidFill>
                <a:latin typeface="DengXian" panose="02010600030101010101" pitchFamily="2" charset="-122"/>
                <a:ea typeface="DengXian" panose="02010600030101010101" pitchFamily="2" charset="-122"/>
              </a:endParaRPr>
            </a:p>
          </p:txBody>
        </p:sp>
        <p:sp>
          <p:nvSpPr>
            <p:cNvPr id="17" name="Freeform 16">
              <a:extLst>
                <a:ext uri="{FF2B5EF4-FFF2-40B4-BE49-F238E27FC236}">
                  <a16:creationId xmlns:a16="http://schemas.microsoft.com/office/drawing/2014/main" id="{B3A79F06-5BF4-ACC4-FAC0-09CDEEC6EB43}"/>
                </a:ext>
              </a:extLst>
            </p:cNvPr>
            <p:cNvSpPr/>
            <p:nvPr/>
          </p:nvSpPr>
          <p:spPr>
            <a:xfrm>
              <a:off x="10343781" y="5342070"/>
              <a:ext cx="2048072" cy="1315731"/>
            </a:xfrm>
            <a:custGeom>
              <a:avLst/>
              <a:gdLst/>
              <a:ahLst/>
              <a:cxnLst/>
              <a:rect l="l" t="t" r="r" b="b"/>
              <a:pathLst>
                <a:path w="4964733" h="3481519">
                  <a:moveTo>
                    <a:pt x="0" y="0"/>
                  </a:moveTo>
                  <a:lnTo>
                    <a:pt x="4964733" y="0"/>
                  </a:lnTo>
                  <a:lnTo>
                    <a:pt x="4964733" y="3481519"/>
                  </a:lnTo>
                  <a:lnTo>
                    <a:pt x="0" y="3481519"/>
                  </a:lnTo>
                  <a:lnTo>
                    <a:pt x="0" y="0"/>
                  </a:lnTo>
                  <a:close/>
                </a:path>
              </a:pathLst>
            </a:custGeom>
            <a:blipFill>
              <a:blip r:embed="rId4"/>
              <a:stretch>
                <a:fillRect/>
              </a:stretch>
            </a:blipFill>
          </p:spPr>
          <p:txBody>
            <a:bodyPr/>
            <a:lstStyle/>
            <a:p>
              <a:pPr defTabSz="609630"/>
              <a:endParaRPr lang="en-HK" sz="1200">
                <a:solidFill>
                  <a:prstClr val="black"/>
                </a:solidFill>
                <a:latin typeface="DengXian" panose="02010600030101010101" pitchFamily="2" charset="-122"/>
                <a:ea typeface="DengXian" panose="02010600030101010101" pitchFamily="2" charset="-122"/>
              </a:endParaRPr>
            </a:p>
          </p:txBody>
        </p:sp>
        <p:sp>
          <p:nvSpPr>
            <p:cNvPr id="12" name="Freeform 16">
              <a:extLst>
                <a:ext uri="{FF2B5EF4-FFF2-40B4-BE49-F238E27FC236}">
                  <a16:creationId xmlns:a16="http://schemas.microsoft.com/office/drawing/2014/main" id="{1D229FD5-3962-31EF-6AFC-8B5DBCD7A5BA}"/>
                </a:ext>
              </a:extLst>
            </p:cNvPr>
            <p:cNvSpPr/>
            <p:nvPr/>
          </p:nvSpPr>
          <p:spPr>
            <a:xfrm>
              <a:off x="7705528" y="4505030"/>
              <a:ext cx="2048072" cy="1315731"/>
            </a:xfrm>
            <a:custGeom>
              <a:avLst/>
              <a:gdLst/>
              <a:ahLst/>
              <a:cxnLst/>
              <a:rect l="l" t="t" r="r" b="b"/>
              <a:pathLst>
                <a:path w="4964733" h="3481519">
                  <a:moveTo>
                    <a:pt x="0" y="0"/>
                  </a:moveTo>
                  <a:lnTo>
                    <a:pt x="4964733" y="0"/>
                  </a:lnTo>
                  <a:lnTo>
                    <a:pt x="4964733" y="3481519"/>
                  </a:lnTo>
                  <a:lnTo>
                    <a:pt x="0" y="3481519"/>
                  </a:lnTo>
                  <a:lnTo>
                    <a:pt x="0" y="0"/>
                  </a:lnTo>
                  <a:close/>
                </a:path>
              </a:pathLst>
            </a:custGeom>
            <a:blipFill>
              <a:blip r:embed="rId4"/>
              <a:stretch>
                <a:fillRect/>
              </a:stretch>
            </a:blipFill>
          </p:spPr>
          <p:txBody>
            <a:bodyPr/>
            <a:lstStyle/>
            <a:p>
              <a:pPr defTabSz="609630"/>
              <a:endParaRPr lang="en-HK" sz="1200">
                <a:solidFill>
                  <a:prstClr val="black"/>
                </a:solidFill>
                <a:latin typeface="DengXian" panose="02010600030101010101" pitchFamily="2" charset="-122"/>
                <a:ea typeface="DengXian" panose="02010600030101010101" pitchFamily="2" charset="-122"/>
              </a:endParaRPr>
            </a:p>
          </p:txBody>
        </p:sp>
        <p:sp>
          <p:nvSpPr>
            <p:cNvPr id="13" name="Freeform 16">
              <a:extLst>
                <a:ext uri="{FF2B5EF4-FFF2-40B4-BE49-F238E27FC236}">
                  <a16:creationId xmlns:a16="http://schemas.microsoft.com/office/drawing/2014/main" id="{D291E32C-8377-CD12-F1A4-2ECCB64A94CD}"/>
                </a:ext>
              </a:extLst>
            </p:cNvPr>
            <p:cNvSpPr/>
            <p:nvPr/>
          </p:nvSpPr>
          <p:spPr>
            <a:xfrm>
              <a:off x="9000928" y="4505030"/>
              <a:ext cx="2048072" cy="1315731"/>
            </a:xfrm>
            <a:custGeom>
              <a:avLst/>
              <a:gdLst/>
              <a:ahLst/>
              <a:cxnLst/>
              <a:rect l="l" t="t" r="r" b="b"/>
              <a:pathLst>
                <a:path w="4964733" h="3481519">
                  <a:moveTo>
                    <a:pt x="0" y="0"/>
                  </a:moveTo>
                  <a:lnTo>
                    <a:pt x="4964733" y="0"/>
                  </a:lnTo>
                  <a:lnTo>
                    <a:pt x="4964733" y="3481519"/>
                  </a:lnTo>
                  <a:lnTo>
                    <a:pt x="0" y="3481519"/>
                  </a:lnTo>
                  <a:lnTo>
                    <a:pt x="0" y="0"/>
                  </a:lnTo>
                  <a:close/>
                </a:path>
              </a:pathLst>
            </a:custGeom>
            <a:blipFill>
              <a:blip r:embed="rId4"/>
              <a:stretch>
                <a:fillRect/>
              </a:stretch>
            </a:blipFill>
          </p:spPr>
          <p:txBody>
            <a:bodyPr/>
            <a:lstStyle/>
            <a:p>
              <a:pPr defTabSz="609630"/>
              <a:endParaRPr lang="en-HK" sz="1200">
                <a:solidFill>
                  <a:prstClr val="black"/>
                </a:solidFill>
                <a:latin typeface="DengXian" panose="02010600030101010101" pitchFamily="2" charset="-122"/>
                <a:ea typeface="DengXian" panose="02010600030101010101" pitchFamily="2" charset="-122"/>
              </a:endParaRPr>
            </a:p>
          </p:txBody>
        </p:sp>
        <p:sp>
          <p:nvSpPr>
            <p:cNvPr id="14" name="Freeform 16">
              <a:extLst>
                <a:ext uri="{FF2B5EF4-FFF2-40B4-BE49-F238E27FC236}">
                  <a16:creationId xmlns:a16="http://schemas.microsoft.com/office/drawing/2014/main" id="{B47E9FC8-DD55-0A06-6558-5D481A07B933}"/>
                </a:ext>
              </a:extLst>
            </p:cNvPr>
            <p:cNvSpPr/>
            <p:nvPr/>
          </p:nvSpPr>
          <p:spPr>
            <a:xfrm>
              <a:off x="10343781" y="4505030"/>
              <a:ext cx="2048072" cy="1315731"/>
            </a:xfrm>
            <a:custGeom>
              <a:avLst/>
              <a:gdLst/>
              <a:ahLst/>
              <a:cxnLst/>
              <a:rect l="l" t="t" r="r" b="b"/>
              <a:pathLst>
                <a:path w="4964733" h="3481519">
                  <a:moveTo>
                    <a:pt x="0" y="0"/>
                  </a:moveTo>
                  <a:lnTo>
                    <a:pt x="4964733" y="0"/>
                  </a:lnTo>
                  <a:lnTo>
                    <a:pt x="4964733" y="3481519"/>
                  </a:lnTo>
                  <a:lnTo>
                    <a:pt x="0" y="3481519"/>
                  </a:lnTo>
                  <a:lnTo>
                    <a:pt x="0" y="0"/>
                  </a:lnTo>
                  <a:close/>
                </a:path>
              </a:pathLst>
            </a:custGeom>
            <a:blipFill>
              <a:blip r:embed="rId4"/>
              <a:stretch>
                <a:fillRect/>
              </a:stretch>
            </a:blipFill>
          </p:spPr>
          <p:txBody>
            <a:bodyPr/>
            <a:lstStyle/>
            <a:p>
              <a:pPr defTabSz="609630"/>
              <a:endParaRPr lang="en-HK" sz="1200">
                <a:solidFill>
                  <a:prstClr val="black"/>
                </a:solidFill>
                <a:latin typeface="DengXian" panose="02010600030101010101" pitchFamily="2" charset="-122"/>
                <a:ea typeface="DengXian" panose="02010600030101010101" pitchFamily="2" charset="-122"/>
              </a:endParaRPr>
            </a:p>
          </p:txBody>
        </p:sp>
        <p:sp>
          <p:nvSpPr>
            <p:cNvPr id="9" name="Freeform 16">
              <a:extLst>
                <a:ext uri="{FF2B5EF4-FFF2-40B4-BE49-F238E27FC236}">
                  <a16:creationId xmlns:a16="http://schemas.microsoft.com/office/drawing/2014/main" id="{323B7FA1-EC4E-4A24-25AD-73C11CA62508}"/>
                </a:ext>
              </a:extLst>
            </p:cNvPr>
            <p:cNvSpPr/>
            <p:nvPr/>
          </p:nvSpPr>
          <p:spPr>
            <a:xfrm>
              <a:off x="7553128" y="3682860"/>
              <a:ext cx="2048072" cy="1315731"/>
            </a:xfrm>
            <a:custGeom>
              <a:avLst/>
              <a:gdLst/>
              <a:ahLst/>
              <a:cxnLst/>
              <a:rect l="l" t="t" r="r" b="b"/>
              <a:pathLst>
                <a:path w="4964733" h="3481519">
                  <a:moveTo>
                    <a:pt x="0" y="0"/>
                  </a:moveTo>
                  <a:lnTo>
                    <a:pt x="4964733" y="0"/>
                  </a:lnTo>
                  <a:lnTo>
                    <a:pt x="4964733" y="3481519"/>
                  </a:lnTo>
                  <a:lnTo>
                    <a:pt x="0" y="3481519"/>
                  </a:lnTo>
                  <a:lnTo>
                    <a:pt x="0" y="0"/>
                  </a:lnTo>
                  <a:close/>
                </a:path>
              </a:pathLst>
            </a:custGeom>
            <a:blipFill>
              <a:blip r:embed="rId4"/>
              <a:stretch>
                <a:fillRect/>
              </a:stretch>
            </a:blipFill>
          </p:spPr>
          <p:txBody>
            <a:bodyPr/>
            <a:lstStyle/>
            <a:p>
              <a:pPr defTabSz="609630"/>
              <a:endParaRPr lang="en-HK" sz="1200">
                <a:solidFill>
                  <a:prstClr val="black"/>
                </a:solidFill>
                <a:latin typeface="DengXian" panose="02010600030101010101" pitchFamily="2" charset="-122"/>
                <a:ea typeface="DengXian" panose="02010600030101010101" pitchFamily="2" charset="-122"/>
              </a:endParaRPr>
            </a:p>
          </p:txBody>
        </p:sp>
        <p:sp>
          <p:nvSpPr>
            <p:cNvPr id="10" name="Freeform 16">
              <a:extLst>
                <a:ext uri="{FF2B5EF4-FFF2-40B4-BE49-F238E27FC236}">
                  <a16:creationId xmlns:a16="http://schemas.microsoft.com/office/drawing/2014/main" id="{DCC3F2BA-9922-D34E-5DE4-EE0B1D97DAD7}"/>
                </a:ext>
              </a:extLst>
            </p:cNvPr>
            <p:cNvSpPr/>
            <p:nvPr/>
          </p:nvSpPr>
          <p:spPr>
            <a:xfrm>
              <a:off x="8848528" y="3682860"/>
              <a:ext cx="2048072" cy="1315731"/>
            </a:xfrm>
            <a:custGeom>
              <a:avLst/>
              <a:gdLst/>
              <a:ahLst/>
              <a:cxnLst/>
              <a:rect l="l" t="t" r="r" b="b"/>
              <a:pathLst>
                <a:path w="4964733" h="3481519">
                  <a:moveTo>
                    <a:pt x="0" y="0"/>
                  </a:moveTo>
                  <a:lnTo>
                    <a:pt x="4964733" y="0"/>
                  </a:lnTo>
                  <a:lnTo>
                    <a:pt x="4964733" y="3481519"/>
                  </a:lnTo>
                  <a:lnTo>
                    <a:pt x="0" y="3481519"/>
                  </a:lnTo>
                  <a:lnTo>
                    <a:pt x="0" y="0"/>
                  </a:lnTo>
                  <a:close/>
                </a:path>
              </a:pathLst>
            </a:custGeom>
            <a:blipFill>
              <a:blip r:embed="rId4"/>
              <a:stretch>
                <a:fillRect/>
              </a:stretch>
            </a:blipFill>
          </p:spPr>
          <p:txBody>
            <a:bodyPr/>
            <a:lstStyle/>
            <a:p>
              <a:pPr defTabSz="609630"/>
              <a:endParaRPr lang="en-HK" sz="1200">
                <a:solidFill>
                  <a:prstClr val="black"/>
                </a:solidFill>
                <a:latin typeface="DengXian" panose="02010600030101010101" pitchFamily="2" charset="-122"/>
                <a:ea typeface="DengXian" panose="02010600030101010101" pitchFamily="2" charset="-122"/>
              </a:endParaRPr>
            </a:p>
          </p:txBody>
        </p:sp>
        <p:sp>
          <p:nvSpPr>
            <p:cNvPr id="11" name="Freeform 16">
              <a:extLst>
                <a:ext uri="{FF2B5EF4-FFF2-40B4-BE49-F238E27FC236}">
                  <a16:creationId xmlns:a16="http://schemas.microsoft.com/office/drawing/2014/main" id="{177CA60F-9C99-0AB6-DF85-BE8FE5198215}"/>
                </a:ext>
              </a:extLst>
            </p:cNvPr>
            <p:cNvSpPr/>
            <p:nvPr/>
          </p:nvSpPr>
          <p:spPr>
            <a:xfrm>
              <a:off x="10191381" y="3682860"/>
              <a:ext cx="2048072" cy="1315731"/>
            </a:xfrm>
            <a:custGeom>
              <a:avLst/>
              <a:gdLst/>
              <a:ahLst/>
              <a:cxnLst/>
              <a:rect l="l" t="t" r="r" b="b"/>
              <a:pathLst>
                <a:path w="4964733" h="3481519">
                  <a:moveTo>
                    <a:pt x="0" y="0"/>
                  </a:moveTo>
                  <a:lnTo>
                    <a:pt x="4964733" y="0"/>
                  </a:lnTo>
                  <a:lnTo>
                    <a:pt x="4964733" y="3481519"/>
                  </a:lnTo>
                  <a:lnTo>
                    <a:pt x="0" y="3481519"/>
                  </a:lnTo>
                  <a:lnTo>
                    <a:pt x="0" y="0"/>
                  </a:lnTo>
                  <a:close/>
                </a:path>
              </a:pathLst>
            </a:custGeom>
            <a:blipFill>
              <a:blip r:embed="rId4"/>
              <a:stretch>
                <a:fillRect/>
              </a:stretch>
            </a:blipFill>
          </p:spPr>
          <p:txBody>
            <a:bodyPr/>
            <a:lstStyle/>
            <a:p>
              <a:pPr defTabSz="609630"/>
              <a:endParaRPr lang="en-HK" sz="1200">
                <a:solidFill>
                  <a:prstClr val="black"/>
                </a:solidFill>
                <a:latin typeface="DengXian" panose="02010600030101010101" pitchFamily="2" charset="-122"/>
                <a:ea typeface="DengXian" panose="02010600030101010101" pitchFamily="2" charset="-122"/>
              </a:endParaRPr>
            </a:p>
          </p:txBody>
        </p:sp>
        <p:sp>
          <p:nvSpPr>
            <p:cNvPr id="6" name="Freeform 16">
              <a:extLst>
                <a:ext uri="{FF2B5EF4-FFF2-40B4-BE49-F238E27FC236}">
                  <a16:creationId xmlns:a16="http://schemas.microsoft.com/office/drawing/2014/main" id="{BF39B2FB-1771-E876-7831-A75C694D65C9}"/>
                </a:ext>
              </a:extLst>
            </p:cNvPr>
            <p:cNvSpPr/>
            <p:nvPr/>
          </p:nvSpPr>
          <p:spPr>
            <a:xfrm>
              <a:off x="7553128" y="2894221"/>
              <a:ext cx="2048072" cy="1315731"/>
            </a:xfrm>
            <a:custGeom>
              <a:avLst/>
              <a:gdLst/>
              <a:ahLst/>
              <a:cxnLst/>
              <a:rect l="l" t="t" r="r" b="b"/>
              <a:pathLst>
                <a:path w="4964733" h="3481519">
                  <a:moveTo>
                    <a:pt x="0" y="0"/>
                  </a:moveTo>
                  <a:lnTo>
                    <a:pt x="4964733" y="0"/>
                  </a:lnTo>
                  <a:lnTo>
                    <a:pt x="4964733" y="3481519"/>
                  </a:lnTo>
                  <a:lnTo>
                    <a:pt x="0" y="3481519"/>
                  </a:lnTo>
                  <a:lnTo>
                    <a:pt x="0" y="0"/>
                  </a:lnTo>
                  <a:close/>
                </a:path>
              </a:pathLst>
            </a:custGeom>
            <a:blipFill>
              <a:blip r:embed="rId4"/>
              <a:stretch>
                <a:fillRect/>
              </a:stretch>
            </a:blipFill>
          </p:spPr>
          <p:txBody>
            <a:bodyPr/>
            <a:lstStyle/>
            <a:p>
              <a:pPr defTabSz="609630"/>
              <a:endParaRPr lang="en-HK" sz="1200">
                <a:solidFill>
                  <a:prstClr val="black"/>
                </a:solidFill>
                <a:latin typeface="DengXian" panose="02010600030101010101" pitchFamily="2" charset="-122"/>
                <a:ea typeface="DengXian" panose="02010600030101010101" pitchFamily="2" charset="-122"/>
              </a:endParaRPr>
            </a:p>
          </p:txBody>
        </p:sp>
        <p:sp>
          <p:nvSpPr>
            <p:cNvPr id="7" name="Freeform 16">
              <a:extLst>
                <a:ext uri="{FF2B5EF4-FFF2-40B4-BE49-F238E27FC236}">
                  <a16:creationId xmlns:a16="http://schemas.microsoft.com/office/drawing/2014/main" id="{37D7E12E-FFB3-ED3A-E802-780A91618555}"/>
                </a:ext>
              </a:extLst>
            </p:cNvPr>
            <p:cNvSpPr/>
            <p:nvPr/>
          </p:nvSpPr>
          <p:spPr>
            <a:xfrm>
              <a:off x="8848528" y="2894221"/>
              <a:ext cx="2048072" cy="1315731"/>
            </a:xfrm>
            <a:custGeom>
              <a:avLst/>
              <a:gdLst/>
              <a:ahLst/>
              <a:cxnLst/>
              <a:rect l="l" t="t" r="r" b="b"/>
              <a:pathLst>
                <a:path w="4964733" h="3481519">
                  <a:moveTo>
                    <a:pt x="0" y="0"/>
                  </a:moveTo>
                  <a:lnTo>
                    <a:pt x="4964733" y="0"/>
                  </a:lnTo>
                  <a:lnTo>
                    <a:pt x="4964733" y="3481519"/>
                  </a:lnTo>
                  <a:lnTo>
                    <a:pt x="0" y="3481519"/>
                  </a:lnTo>
                  <a:lnTo>
                    <a:pt x="0" y="0"/>
                  </a:lnTo>
                  <a:close/>
                </a:path>
              </a:pathLst>
            </a:custGeom>
            <a:blipFill>
              <a:blip r:embed="rId4"/>
              <a:stretch>
                <a:fillRect/>
              </a:stretch>
            </a:blipFill>
          </p:spPr>
          <p:txBody>
            <a:bodyPr/>
            <a:lstStyle/>
            <a:p>
              <a:pPr defTabSz="609630"/>
              <a:endParaRPr lang="en-HK" sz="1200">
                <a:solidFill>
                  <a:prstClr val="black"/>
                </a:solidFill>
                <a:latin typeface="DengXian" panose="02010600030101010101" pitchFamily="2" charset="-122"/>
                <a:ea typeface="DengXian" panose="02010600030101010101" pitchFamily="2" charset="-122"/>
              </a:endParaRPr>
            </a:p>
          </p:txBody>
        </p:sp>
        <p:sp>
          <p:nvSpPr>
            <p:cNvPr id="8" name="Freeform 16">
              <a:extLst>
                <a:ext uri="{FF2B5EF4-FFF2-40B4-BE49-F238E27FC236}">
                  <a16:creationId xmlns:a16="http://schemas.microsoft.com/office/drawing/2014/main" id="{22CFE32B-75C2-E2C0-417C-E9BEFF675F36}"/>
                </a:ext>
              </a:extLst>
            </p:cNvPr>
            <p:cNvSpPr/>
            <p:nvPr/>
          </p:nvSpPr>
          <p:spPr>
            <a:xfrm>
              <a:off x="10191381" y="2894221"/>
              <a:ext cx="2048072" cy="1315731"/>
            </a:xfrm>
            <a:custGeom>
              <a:avLst/>
              <a:gdLst/>
              <a:ahLst/>
              <a:cxnLst/>
              <a:rect l="l" t="t" r="r" b="b"/>
              <a:pathLst>
                <a:path w="4964733" h="3481519">
                  <a:moveTo>
                    <a:pt x="0" y="0"/>
                  </a:moveTo>
                  <a:lnTo>
                    <a:pt x="4964733" y="0"/>
                  </a:lnTo>
                  <a:lnTo>
                    <a:pt x="4964733" y="3481519"/>
                  </a:lnTo>
                  <a:lnTo>
                    <a:pt x="0" y="3481519"/>
                  </a:lnTo>
                  <a:lnTo>
                    <a:pt x="0" y="0"/>
                  </a:lnTo>
                  <a:close/>
                </a:path>
              </a:pathLst>
            </a:custGeom>
            <a:blipFill>
              <a:blip r:embed="rId4"/>
              <a:stretch>
                <a:fillRect/>
              </a:stretch>
            </a:blipFill>
          </p:spPr>
          <p:txBody>
            <a:bodyPr/>
            <a:lstStyle/>
            <a:p>
              <a:pPr defTabSz="609630"/>
              <a:endParaRPr lang="en-HK" sz="1200">
                <a:solidFill>
                  <a:prstClr val="black"/>
                </a:solidFill>
                <a:latin typeface="DengXian" panose="02010600030101010101" pitchFamily="2" charset="-122"/>
                <a:ea typeface="DengXian" panose="02010600030101010101" pitchFamily="2" charset="-122"/>
              </a:endParaRPr>
            </a:p>
          </p:txBody>
        </p:sp>
        <p:sp>
          <p:nvSpPr>
            <p:cNvPr id="5" name="Freeform 18">
              <a:extLst>
                <a:ext uri="{FF2B5EF4-FFF2-40B4-BE49-F238E27FC236}">
                  <a16:creationId xmlns:a16="http://schemas.microsoft.com/office/drawing/2014/main" id="{876E4DAF-EA88-7677-5223-EA38610A2C1F}"/>
                </a:ext>
              </a:extLst>
            </p:cNvPr>
            <p:cNvSpPr/>
            <p:nvPr/>
          </p:nvSpPr>
          <p:spPr>
            <a:xfrm>
              <a:off x="8302709" y="2105582"/>
              <a:ext cx="3368591" cy="822170"/>
            </a:xfrm>
            <a:custGeom>
              <a:avLst/>
              <a:gdLst/>
              <a:ahLst/>
              <a:cxnLst/>
              <a:rect l="l" t="t" r="r" b="b"/>
              <a:pathLst>
                <a:path w="4785765" h="1233255">
                  <a:moveTo>
                    <a:pt x="0" y="0"/>
                  </a:moveTo>
                  <a:lnTo>
                    <a:pt x="4785765" y="0"/>
                  </a:lnTo>
                  <a:lnTo>
                    <a:pt x="4785765" y="1233254"/>
                  </a:lnTo>
                  <a:lnTo>
                    <a:pt x="0" y="1233254"/>
                  </a:lnTo>
                  <a:lnTo>
                    <a:pt x="0" y="0"/>
                  </a:lnTo>
                  <a:close/>
                </a:path>
              </a:pathLst>
            </a:custGeom>
            <a:blipFill>
              <a:blip r:embed="rId5"/>
              <a:stretch>
                <a:fillRect/>
              </a:stretch>
            </a:blipFill>
            <a:effectLst/>
          </p:spPr>
          <p:txBody>
            <a:bodyPr/>
            <a:lstStyle/>
            <a:p>
              <a:pPr defTabSz="609630"/>
              <a:endParaRPr lang="en-HK" sz="1200">
                <a:solidFill>
                  <a:prstClr val="black"/>
                </a:solidFill>
                <a:latin typeface="DengXian" panose="02010600030101010101" pitchFamily="2" charset="-122"/>
                <a:ea typeface="DengXian" panose="02010600030101010101" pitchFamily="2" charset="-122"/>
              </a:endParaRPr>
            </a:p>
          </p:txBody>
        </p:sp>
      </p:grpSp>
      <p:sp>
        <p:nvSpPr>
          <p:cNvPr id="2" name="Freeform 2">
            <a:extLst>
              <a:ext uri="{FF2B5EF4-FFF2-40B4-BE49-F238E27FC236}">
                <a16:creationId xmlns:a16="http://schemas.microsoft.com/office/drawing/2014/main" id="{E09B61DE-B5D4-7369-A15D-5FF049018702}"/>
              </a:ext>
            </a:extLst>
          </p:cNvPr>
          <p:cNvSpPr/>
          <p:nvPr/>
        </p:nvSpPr>
        <p:spPr>
          <a:xfrm>
            <a:off x="199383" y="2739868"/>
            <a:ext cx="4527028" cy="2795950"/>
          </a:xfrm>
          <a:custGeom>
            <a:avLst/>
            <a:gdLst/>
            <a:ahLst/>
            <a:cxnLst/>
            <a:rect l="l" t="t" r="r" b="b"/>
            <a:pathLst>
              <a:path w="5703210" h="3329249">
                <a:moveTo>
                  <a:pt x="0" y="0"/>
                </a:moveTo>
                <a:lnTo>
                  <a:pt x="5703210" y="0"/>
                </a:lnTo>
                <a:lnTo>
                  <a:pt x="5703210" y="3329248"/>
                </a:lnTo>
                <a:lnTo>
                  <a:pt x="0" y="3329248"/>
                </a:lnTo>
                <a:lnTo>
                  <a:pt x="0" y="0"/>
                </a:lnTo>
                <a:close/>
              </a:path>
            </a:pathLst>
          </a:custGeom>
          <a:blipFill>
            <a:blip r:embed="rId6"/>
            <a:stretch>
              <a:fillRect/>
            </a:stretch>
          </a:blipFill>
        </p:spPr>
        <p:txBody>
          <a:bodyPr/>
          <a:lstStyle/>
          <a:p>
            <a:pPr defTabSz="609630"/>
            <a:endParaRPr lang="en-HK" sz="1200">
              <a:solidFill>
                <a:prstClr val="black"/>
              </a:solidFill>
              <a:latin typeface="DengXian" panose="02010600030101010101" pitchFamily="2" charset="-122"/>
              <a:ea typeface="DengXian" panose="02010600030101010101" pitchFamily="2" charset="-122"/>
            </a:endParaRPr>
          </a:p>
        </p:txBody>
      </p:sp>
      <p:pic>
        <p:nvPicPr>
          <p:cNvPr id="21" name="Picture 20">
            <a:extLst>
              <a:ext uri="{FF2B5EF4-FFF2-40B4-BE49-F238E27FC236}">
                <a16:creationId xmlns:a16="http://schemas.microsoft.com/office/drawing/2014/main" id="{AC1B63E7-C65D-8584-C2B3-EE110100004F}"/>
              </a:ext>
            </a:extLst>
          </p:cNvPr>
          <p:cNvPicPr>
            <a:picLocks noChangeAspect="1"/>
          </p:cNvPicPr>
          <p:nvPr/>
        </p:nvPicPr>
        <p:blipFill>
          <a:blip r:embed="rId7"/>
          <a:srcRect t="5157"/>
          <a:stretch>
            <a:fillRect/>
          </a:stretch>
        </p:blipFill>
        <p:spPr>
          <a:xfrm rot="3056001">
            <a:off x="4278008" y="2606800"/>
            <a:ext cx="3961905" cy="3062085"/>
          </a:xfrm>
          <a:prstGeom prst="rect">
            <a:avLst/>
          </a:prstGeom>
        </p:spPr>
      </p:pic>
      <p:sp>
        <p:nvSpPr>
          <p:cNvPr id="22" name="TextBox 21">
            <a:extLst>
              <a:ext uri="{FF2B5EF4-FFF2-40B4-BE49-F238E27FC236}">
                <a16:creationId xmlns:a16="http://schemas.microsoft.com/office/drawing/2014/main" id="{10B9978B-FF0A-EA1C-453F-5F1FFF71DD0E}"/>
              </a:ext>
            </a:extLst>
          </p:cNvPr>
          <p:cNvSpPr txBox="1"/>
          <p:nvPr/>
        </p:nvSpPr>
        <p:spPr>
          <a:xfrm>
            <a:off x="4251292" y="5926904"/>
            <a:ext cx="4278735" cy="830997"/>
          </a:xfrm>
          <a:prstGeom prst="rect">
            <a:avLst/>
          </a:prstGeom>
          <a:noFill/>
        </p:spPr>
        <p:txBody>
          <a:bodyPr wrap="none" rtlCol="0">
            <a:spAutoFit/>
          </a:bodyPr>
          <a:lstStyle/>
          <a:p>
            <a:r>
              <a:rPr lang="en-HK" sz="4800" b="1" dirty="0">
                <a:solidFill>
                  <a:srgbClr val="FFC000"/>
                </a:solidFill>
                <a:latin typeface="DengXian" panose="02010600030101010101" pitchFamily="2" charset="-122"/>
                <a:ea typeface="DengXian" panose="02010600030101010101" pitchFamily="2" charset="-122"/>
              </a:rPr>
              <a:t>Elect</a:t>
            </a:r>
            <a:r>
              <a:rPr lang="en-US" altLang="zh-CN" sz="4800" b="1" dirty="0">
                <a:solidFill>
                  <a:srgbClr val="FFC000"/>
                </a:solidFill>
                <a:latin typeface="DengXian" panose="02010600030101010101" pitchFamily="2" charset="-122"/>
                <a:ea typeface="DengXian" panose="02010600030101010101" pitchFamily="2" charset="-122"/>
              </a:rPr>
              <a:t>r</a:t>
            </a:r>
            <a:r>
              <a:rPr lang="en-HK" sz="4800" b="1" dirty="0" err="1">
                <a:solidFill>
                  <a:srgbClr val="FFC000"/>
                </a:solidFill>
                <a:latin typeface="DengXian" panose="02010600030101010101" pitchFamily="2" charset="-122"/>
                <a:ea typeface="DengXian" panose="02010600030101010101" pitchFamily="2" charset="-122"/>
              </a:rPr>
              <a:t>icity</a:t>
            </a:r>
            <a:r>
              <a:rPr lang="en-HK" sz="4800" b="1" dirty="0">
                <a:solidFill>
                  <a:srgbClr val="FFC000"/>
                </a:solidFill>
                <a:latin typeface="DengXian" panose="02010600030101010101" pitchFamily="2" charset="-122"/>
                <a:ea typeface="DengXian" panose="02010600030101010101" pitchFamily="2" charset="-122"/>
              </a:rPr>
              <a:t> </a:t>
            </a:r>
            <a:r>
              <a:rPr lang="zh-CN" altLang="en-US" sz="4800" b="1" dirty="0">
                <a:solidFill>
                  <a:srgbClr val="FFC000"/>
                </a:solidFill>
                <a:latin typeface="DengXian" panose="02010600030101010101" pitchFamily="2" charset="-122"/>
                <a:ea typeface="DengXian" panose="02010600030101010101" pitchFamily="2" charset="-122"/>
              </a:rPr>
              <a:t>電力</a:t>
            </a:r>
            <a:endParaRPr lang="en-HK" sz="4800" b="1" dirty="0">
              <a:solidFill>
                <a:srgbClr val="FFC000"/>
              </a:solidFill>
              <a:latin typeface="DengXian" panose="02010600030101010101" pitchFamily="2" charset="-122"/>
              <a:ea typeface="DengXian" panose="02010600030101010101" pitchFamily="2" charset="-122"/>
            </a:endParaRPr>
          </a:p>
        </p:txBody>
      </p:sp>
      <p:sp>
        <p:nvSpPr>
          <p:cNvPr id="20" name="文字方塊 19">
            <a:extLst>
              <a:ext uri="{FF2B5EF4-FFF2-40B4-BE49-F238E27FC236}">
                <a16:creationId xmlns:a16="http://schemas.microsoft.com/office/drawing/2014/main" id="{DAA5B0DA-0503-F8DE-B0A6-8BA6686BBE8E}"/>
              </a:ext>
            </a:extLst>
          </p:cNvPr>
          <p:cNvSpPr txBox="1"/>
          <p:nvPr/>
        </p:nvSpPr>
        <p:spPr>
          <a:xfrm>
            <a:off x="1341215" y="1812320"/>
            <a:ext cx="6656693" cy="1149545"/>
          </a:xfrm>
          <a:prstGeom prst="rect">
            <a:avLst/>
          </a:prstGeom>
          <a:noFill/>
        </p:spPr>
        <p:txBody>
          <a:bodyPr wrap="square">
            <a:spAutoFit/>
          </a:bodyPr>
          <a:lstStyle/>
          <a:p>
            <a:pPr>
              <a:lnSpc>
                <a:spcPct val="100000"/>
              </a:lnSpc>
            </a:pPr>
            <a:r>
              <a:rPr lang="en-US" altLang="zh-TW" sz="2200" b="1" dirty="0">
                <a:latin typeface="DengXian" panose="02010600030101010101" pitchFamily="2" charset="-122"/>
                <a:ea typeface="DengXian" panose="02010600030101010101" pitchFamily="2" charset="-122"/>
              </a:rPr>
              <a:t>4. </a:t>
            </a:r>
            <a:r>
              <a:rPr lang="zh-TW" altLang="en-US" sz="2200" b="1" dirty="0">
                <a:latin typeface="DengXian" panose="02010600030101010101" pitchFamily="2" charset="-122"/>
                <a:ea typeface="DengXian" panose="02010600030101010101" pitchFamily="2" charset="-122"/>
              </a:rPr>
              <a:t>以後餐廳只需專注於自身業務，不自行裝設發電機，交給電力公司專責興建發電廠、維護電網；</a:t>
            </a:r>
            <a:endParaRPr lang="en-US" altLang="zh-TW" sz="2200" b="1" dirty="0">
              <a:latin typeface="DengXian" panose="02010600030101010101" pitchFamily="2" charset="-122"/>
              <a:ea typeface="DengXian" panose="02010600030101010101" pitchFamily="2" charset="-122"/>
            </a:endParaRPr>
          </a:p>
          <a:p>
            <a:pPr>
              <a:lnSpc>
                <a:spcPct val="120000"/>
              </a:lnSpc>
            </a:pPr>
            <a:r>
              <a:rPr lang="zh-TW" altLang="en-US" sz="2200" b="1" dirty="0">
                <a:latin typeface="DengXian" panose="02010600030101010101" pitchFamily="2" charset="-122"/>
                <a:ea typeface="DengXian" panose="02010600030101010101" pitchFamily="2" charset="-122"/>
              </a:rPr>
              <a:t>餐廳只須插上插頭，便可從電網取電。</a:t>
            </a:r>
            <a:endParaRPr lang="zh-HK" altLang="en-US" sz="2200" b="1" dirty="0">
              <a:latin typeface="DengXian" panose="02010600030101010101" pitchFamily="2" charset="-122"/>
              <a:ea typeface="DengXian" panose="02010600030101010101" pitchFamily="2" charset="-122"/>
            </a:endParaRPr>
          </a:p>
        </p:txBody>
      </p:sp>
      <p:sp>
        <p:nvSpPr>
          <p:cNvPr id="25" name="Title 1">
            <a:extLst>
              <a:ext uri="{FF2B5EF4-FFF2-40B4-BE49-F238E27FC236}">
                <a16:creationId xmlns:a16="http://schemas.microsoft.com/office/drawing/2014/main" id="{6DC3AA5E-D16A-7637-72D9-08EB9C374EA8}"/>
              </a:ext>
            </a:extLst>
          </p:cNvPr>
          <p:cNvSpPr txBox="1">
            <a:spLocks/>
          </p:cNvSpPr>
          <p:nvPr/>
        </p:nvSpPr>
        <p:spPr>
          <a:xfrm>
            <a:off x="1371600" y="685800"/>
            <a:ext cx="9601200" cy="1485900"/>
          </a:xfrm>
          <a:prstGeom prst="rect">
            <a:avLst/>
          </a:prstGeom>
        </p:spPr>
        <p:txBody>
          <a:bodyPr anchor="ctr">
            <a:normAutofit/>
          </a:bodyPr>
          <a:lstStyle>
            <a:lvl1pPr algn="l" defTabSz="914400" rtl="0" eaLnBrk="1" latinLnBrk="0" hangingPunct="1">
              <a:lnSpc>
                <a:spcPct val="89000"/>
              </a:lnSpc>
              <a:spcBef>
                <a:spcPct val="0"/>
              </a:spcBef>
              <a:buNone/>
              <a:defRPr sz="6000" b="0" i="0" kern="1200" baseline="0">
                <a:solidFill>
                  <a:schemeClr val="tx1"/>
                </a:solidFill>
                <a:latin typeface="Helvetica" pitchFamily="2" charset="0"/>
                <a:ea typeface="Noto Sans SC Medium" panose="020B0600000000000000" pitchFamily="34" charset="-128"/>
                <a:cs typeface="Helvetica" pitchFamily="2" charset="0"/>
              </a:defRPr>
            </a:lvl1pPr>
          </a:lstStyle>
          <a:p>
            <a:r>
              <a:rPr lang="en-US" b="1" dirty="0" err="1">
                <a:latin typeface="DengXian" panose="02010600030101010101" pitchFamily="2" charset="-122"/>
                <a:ea typeface="DengXian" panose="02010600030101010101" pitchFamily="2" charset="-122"/>
              </a:rPr>
              <a:t>什麼是雲計算</a:t>
            </a:r>
            <a:endParaRPr lang="en-US" b="1" dirty="0">
              <a:latin typeface="DengXian" panose="02010600030101010101" pitchFamily="2" charset="-122"/>
              <a:ea typeface="DengXian" panose="02010600030101010101" pitchFamily="2" charset="-122"/>
            </a:endParaRPr>
          </a:p>
        </p:txBody>
      </p:sp>
      <p:pic>
        <p:nvPicPr>
          <p:cNvPr id="27" name="圖片 26">
            <a:extLst>
              <a:ext uri="{FF2B5EF4-FFF2-40B4-BE49-F238E27FC236}">
                <a16:creationId xmlns:a16="http://schemas.microsoft.com/office/drawing/2014/main" id="{3BF39F7A-00CF-DF39-D328-8A4F55825731}"/>
              </a:ext>
            </a:extLst>
          </p:cNvPr>
          <p:cNvPicPr>
            <a:picLocks noChangeAspect="1"/>
          </p:cNvPicPr>
          <p:nvPr/>
        </p:nvPicPr>
        <p:blipFill>
          <a:blip r:embed="rId8"/>
          <a:srcRect l="25772" t="10431" r="22266" b="21416"/>
          <a:stretch>
            <a:fillRect/>
          </a:stretch>
        </p:blipFill>
        <p:spPr>
          <a:xfrm rot="21399615">
            <a:off x="1354539" y="4255391"/>
            <a:ext cx="760439" cy="544473"/>
          </a:xfrm>
          <a:prstGeom prst="rect">
            <a:avLst/>
          </a:prstGeom>
        </p:spPr>
      </p:pic>
      <mc:AlternateContent xmlns:mc="http://schemas.openxmlformats.org/markup-compatibility/2006" xmlns:p14="http://schemas.microsoft.com/office/powerpoint/2010/main">
        <mc:Choice Requires="p14">
          <p:contentPart p14:bwMode="auto" r:id="rId9">
            <p14:nvContentPartPr>
              <p14:cNvPr id="32" name="筆跡 31">
                <a:extLst>
                  <a:ext uri="{FF2B5EF4-FFF2-40B4-BE49-F238E27FC236}">
                    <a16:creationId xmlns:a16="http://schemas.microsoft.com/office/drawing/2014/main" id="{B5F7DCDB-5559-51E8-D4A2-4A270B4CD5E9}"/>
                  </a:ext>
                </a:extLst>
              </p14:cNvPr>
              <p14:cNvContentPartPr/>
              <p14:nvPr/>
            </p14:nvContentPartPr>
            <p14:xfrm>
              <a:off x="1688908" y="4733026"/>
              <a:ext cx="1744200" cy="979560"/>
            </p14:xfrm>
          </p:contentPart>
        </mc:Choice>
        <mc:Fallback xmlns="">
          <p:pic>
            <p:nvPicPr>
              <p:cNvPr id="32" name="筆跡 31">
                <a:extLst>
                  <a:ext uri="{FF2B5EF4-FFF2-40B4-BE49-F238E27FC236}">
                    <a16:creationId xmlns:a16="http://schemas.microsoft.com/office/drawing/2014/main" id="{B5F7DCDB-5559-51E8-D4A2-4A270B4CD5E9}"/>
                  </a:ext>
                </a:extLst>
              </p:cNvPr>
              <p:cNvPicPr/>
              <p:nvPr/>
            </p:nvPicPr>
            <p:blipFill>
              <a:blip r:embed="rId10"/>
              <a:stretch>
                <a:fillRect/>
              </a:stretch>
            </p:blipFill>
            <p:spPr>
              <a:xfrm>
                <a:off x="1652908" y="4697386"/>
                <a:ext cx="1815840" cy="10512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33" name="筆跡 32">
                <a:extLst>
                  <a:ext uri="{FF2B5EF4-FFF2-40B4-BE49-F238E27FC236}">
                    <a16:creationId xmlns:a16="http://schemas.microsoft.com/office/drawing/2014/main" id="{1B01BFAC-AECB-3791-A5D2-F03EC6F10F4A}"/>
                  </a:ext>
                </a:extLst>
              </p14:cNvPr>
              <p14:cNvContentPartPr/>
              <p14:nvPr/>
            </p14:nvContentPartPr>
            <p14:xfrm>
              <a:off x="3668188" y="5690986"/>
              <a:ext cx="70920" cy="10800"/>
            </p14:xfrm>
          </p:contentPart>
        </mc:Choice>
        <mc:Fallback xmlns="">
          <p:pic>
            <p:nvPicPr>
              <p:cNvPr id="33" name="筆跡 32">
                <a:extLst>
                  <a:ext uri="{FF2B5EF4-FFF2-40B4-BE49-F238E27FC236}">
                    <a16:creationId xmlns:a16="http://schemas.microsoft.com/office/drawing/2014/main" id="{1B01BFAC-AECB-3791-A5D2-F03EC6F10F4A}"/>
                  </a:ext>
                </a:extLst>
              </p:cNvPr>
              <p:cNvPicPr/>
              <p:nvPr/>
            </p:nvPicPr>
            <p:blipFill>
              <a:blip r:embed="rId12"/>
              <a:stretch>
                <a:fillRect/>
              </a:stretch>
            </p:blipFill>
            <p:spPr>
              <a:xfrm>
                <a:off x="3632188" y="5655346"/>
                <a:ext cx="14256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36" name="筆跡 35">
                <a:extLst>
                  <a:ext uri="{FF2B5EF4-FFF2-40B4-BE49-F238E27FC236}">
                    <a16:creationId xmlns:a16="http://schemas.microsoft.com/office/drawing/2014/main" id="{0756D56E-2972-51B6-EF28-0B332AAB5D05}"/>
                  </a:ext>
                </a:extLst>
              </p14:cNvPr>
              <p14:cNvContentPartPr/>
              <p14:nvPr/>
            </p14:nvContentPartPr>
            <p14:xfrm>
              <a:off x="3980308" y="5690626"/>
              <a:ext cx="360" cy="360"/>
            </p14:xfrm>
          </p:contentPart>
        </mc:Choice>
        <mc:Fallback xmlns="">
          <p:pic>
            <p:nvPicPr>
              <p:cNvPr id="36" name="筆跡 35">
                <a:extLst>
                  <a:ext uri="{FF2B5EF4-FFF2-40B4-BE49-F238E27FC236}">
                    <a16:creationId xmlns:a16="http://schemas.microsoft.com/office/drawing/2014/main" id="{0756D56E-2972-51B6-EF28-0B332AAB5D05}"/>
                  </a:ext>
                </a:extLst>
              </p:cNvPr>
              <p:cNvPicPr/>
              <p:nvPr/>
            </p:nvPicPr>
            <p:blipFill>
              <a:blip r:embed="rId14"/>
              <a:stretch>
                <a:fillRect/>
              </a:stretch>
            </p:blipFill>
            <p:spPr>
              <a:xfrm>
                <a:off x="3944308" y="5654626"/>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37" name="筆跡 36">
                <a:extLst>
                  <a:ext uri="{FF2B5EF4-FFF2-40B4-BE49-F238E27FC236}">
                    <a16:creationId xmlns:a16="http://schemas.microsoft.com/office/drawing/2014/main" id="{EA742648-787D-24BC-54B6-148727492457}"/>
                  </a:ext>
                </a:extLst>
              </p14:cNvPr>
              <p14:cNvContentPartPr/>
              <p14:nvPr/>
            </p14:nvContentPartPr>
            <p14:xfrm>
              <a:off x="4173628" y="5690626"/>
              <a:ext cx="360" cy="360"/>
            </p14:xfrm>
          </p:contentPart>
        </mc:Choice>
        <mc:Fallback xmlns="">
          <p:pic>
            <p:nvPicPr>
              <p:cNvPr id="37" name="筆跡 36">
                <a:extLst>
                  <a:ext uri="{FF2B5EF4-FFF2-40B4-BE49-F238E27FC236}">
                    <a16:creationId xmlns:a16="http://schemas.microsoft.com/office/drawing/2014/main" id="{EA742648-787D-24BC-54B6-148727492457}"/>
                  </a:ext>
                </a:extLst>
              </p:cNvPr>
              <p:cNvPicPr/>
              <p:nvPr/>
            </p:nvPicPr>
            <p:blipFill>
              <a:blip r:embed="rId14"/>
              <a:stretch>
                <a:fillRect/>
              </a:stretch>
            </p:blipFill>
            <p:spPr>
              <a:xfrm>
                <a:off x="4137988" y="5654626"/>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39" name="筆跡 38">
                <a:extLst>
                  <a:ext uri="{FF2B5EF4-FFF2-40B4-BE49-F238E27FC236}">
                    <a16:creationId xmlns:a16="http://schemas.microsoft.com/office/drawing/2014/main" id="{D0D3C4E8-F1D3-EEED-BD3A-7D9C67B30957}"/>
                  </a:ext>
                </a:extLst>
              </p14:cNvPr>
              <p14:cNvContentPartPr/>
              <p14:nvPr/>
            </p14:nvContentPartPr>
            <p14:xfrm>
              <a:off x="4399708" y="5679826"/>
              <a:ext cx="360" cy="360"/>
            </p14:xfrm>
          </p:contentPart>
        </mc:Choice>
        <mc:Fallback xmlns="">
          <p:pic>
            <p:nvPicPr>
              <p:cNvPr id="39" name="筆跡 38">
                <a:extLst>
                  <a:ext uri="{FF2B5EF4-FFF2-40B4-BE49-F238E27FC236}">
                    <a16:creationId xmlns:a16="http://schemas.microsoft.com/office/drawing/2014/main" id="{D0D3C4E8-F1D3-EEED-BD3A-7D9C67B30957}"/>
                  </a:ext>
                </a:extLst>
              </p:cNvPr>
              <p:cNvPicPr/>
              <p:nvPr/>
            </p:nvPicPr>
            <p:blipFill>
              <a:blip r:embed="rId14"/>
              <a:stretch>
                <a:fillRect/>
              </a:stretch>
            </p:blipFill>
            <p:spPr>
              <a:xfrm>
                <a:off x="4363708" y="5644186"/>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41" name="筆跡 40">
                <a:extLst>
                  <a:ext uri="{FF2B5EF4-FFF2-40B4-BE49-F238E27FC236}">
                    <a16:creationId xmlns:a16="http://schemas.microsoft.com/office/drawing/2014/main" id="{CC1C7E6B-D075-B16D-C202-7E6D10916CD1}"/>
                  </a:ext>
                </a:extLst>
              </p14:cNvPr>
              <p14:cNvContentPartPr/>
              <p14:nvPr/>
            </p14:nvContentPartPr>
            <p14:xfrm>
              <a:off x="4647028" y="5658226"/>
              <a:ext cx="2160" cy="4680"/>
            </p14:xfrm>
          </p:contentPart>
        </mc:Choice>
        <mc:Fallback xmlns="">
          <p:pic>
            <p:nvPicPr>
              <p:cNvPr id="41" name="筆跡 40">
                <a:extLst>
                  <a:ext uri="{FF2B5EF4-FFF2-40B4-BE49-F238E27FC236}">
                    <a16:creationId xmlns:a16="http://schemas.microsoft.com/office/drawing/2014/main" id="{CC1C7E6B-D075-B16D-C202-7E6D10916CD1}"/>
                  </a:ext>
                </a:extLst>
              </p:cNvPr>
              <p:cNvPicPr/>
              <p:nvPr/>
            </p:nvPicPr>
            <p:blipFill>
              <a:blip r:embed="rId18"/>
              <a:stretch>
                <a:fillRect/>
              </a:stretch>
            </p:blipFill>
            <p:spPr>
              <a:xfrm>
                <a:off x="4611388" y="5622586"/>
                <a:ext cx="73800" cy="76320"/>
              </a:xfrm>
              <a:prstGeom prst="rect">
                <a:avLst/>
              </a:prstGeom>
            </p:spPr>
          </p:pic>
        </mc:Fallback>
      </mc:AlternateContent>
      <p:grpSp>
        <p:nvGrpSpPr>
          <p:cNvPr id="48" name="群組 47">
            <a:extLst>
              <a:ext uri="{FF2B5EF4-FFF2-40B4-BE49-F238E27FC236}">
                <a16:creationId xmlns:a16="http://schemas.microsoft.com/office/drawing/2014/main" id="{B79FFBF4-BD72-065F-F527-135BFA9C77DD}"/>
              </a:ext>
            </a:extLst>
          </p:cNvPr>
          <p:cNvGrpSpPr/>
          <p:nvPr/>
        </p:nvGrpSpPr>
        <p:grpSpPr>
          <a:xfrm>
            <a:off x="4948348" y="5615386"/>
            <a:ext cx="484560" cy="32400"/>
            <a:chOff x="4948348" y="5615386"/>
            <a:chExt cx="484560" cy="32400"/>
          </a:xfrm>
        </p:grpSpPr>
        <mc:AlternateContent xmlns:mc="http://schemas.openxmlformats.org/markup-compatibility/2006" xmlns:p14="http://schemas.microsoft.com/office/powerpoint/2010/main">
          <mc:Choice Requires="p14">
            <p:contentPart p14:bwMode="auto" r:id="rId19">
              <p14:nvContentPartPr>
                <p14:cNvPr id="42" name="筆跡 41">
                  <a:extLst>
                    <a:ext uri="{FF2B5EF4-FFF2-40B4-BE49-F238E27FC236}">
                      <a16:creationId xmlns:a16="http://schemas.microsoft.com/office/drawing/2014/main" id="{785321A2-98F1-7B60-4229-63584A488423}"/>
                    </a:ext>
                  </a:extLst>
                </p14:cNvPr>
                <p14:cNvContentPartPr/>
                <p14:nvPr/>
              </p14:nvContentPartPr>
              <p14:xfrm>
                <a:off x="4948348" y="5647426"/>
                <a:ext cx="360" cy="360"/>
              </p14:xfrm>
            </p:contentPart>
          </mc:Choice>
          <mc:Fallback xmlns="">
            <p:pic>
              <p:nvPicPr>
                <p:cNvPr id="42" name="筆跡 41">
                  <a:extLst>
                    <a:ext uri="{FF2B5EF4-FFF2-40B4-BE49-F238E27FC236}">
                      <a16:creationId xmlns:a16="http://schemas.microsoft.com/office/drawing/2014/main" id="{785321A2-98F1-7B60-4229-63584A488423}"/>
                    </a:ext>
                  </a:extLst>
                </p:cNvPr>
                <p:cNvPicPr/>
                <p:nvPr/>
              </p:nvPicPr>
              <p:blipFill>
                <a:blip r:embed="rId14"/>
                <a:stretch>
                  <a:fillRect/>
                </a:stretch>
              </p:blipFill>
              <p:spPr>
                <a:xfrm>
                  <a:off x="4912348" y="5611786"/>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44" name="筆跡 43">
                  <a:extLst>
                    <a:ext uri="{FF2B5EF4-FFF2-40B4-BE49-F238E27FC236}">
                      <a16:creationId xmlns:a16="http://schemas.microsoft.com/office/drawing/2014/main" id="{06607453-4F87-50D4-210B-2CB99CEEE48F}"/>
                    </a:ext>
                  </a:extLst>
                </p14:cNvPr>
                <p14:cNvContentPartPr/>
                <p14:nvPr/>
              </p14:nvContentPartPr>
              <p14:xfrm>
                <a:off x="5163628" y="5636986"/>
                <a:ext cx="360" cy="360"/>
              </p14:xfrm>
            </p:contentPart>
          </mc:Choice>
          <mc:Fallback xmlns="">
            <p:pic>
              <p:nvPicPr>
                <p:cNvPr id="44" name="筆跡 43">
                  <a:extLst>
                    <a:ext uri="{FF2B5EF4-FFF2-40B4-BE49-F238E27FC236}">
                      <a16:creationId xmlns:a16="http://schemas.microsoft.com/office/drawing/2014/main" id="{06607453-4F87-50D4-210B-2CB99CEEE48F}"/>
                    </a:ext>
                  </a:extLst>
                </p:cNvPr>
                <p:cNvPicPr/>
                <p:nvPr/>
              </p:nvPicPr>
              <p:blipFill>
                <a:blip r:embed="rId14"/>
                <a:stretch>
                  <a:fillRect/>
                </a:stretch>
              </p:blipFill>
              <p:spPr>
                <a:xfrm>
                  <a:off x="5127628" y="5600986"/>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45" name="筆跡 44">
                  <a:extLst>
                    <a:ext uri="{FF2B5EF4-FFF2-40B4-BE49-F238E27FC236}">
                      <a16:creationId xmlns:a16="http://schemas.microsoft.com/office/drawing/2014/main" id="{7E429434-19E5-4FC4-333D-A23FEF386AE6}"/>
                    </a:ext>
                  </a:extLst>
                </p14:cNvPr>
                <p14:cNvContentPartPr/>
                <p14:nvPr/>
              </p14:nvContentPartPr>
              <p14:xfrm>
                <a:off x="5432548" y="5615386"/>
                <a:ext cx="360" cy="360"/>
              </p14:xfrm>
            </p:contentPart>
          </mc:Choice>
          <mc:Fallback xmlns="">
            <p:pic>
              <p:nvPicPr>
                <p:cNvPr id="45" name="筆跡 44">
                  <a:extLst>
                    <a:ext uri="{FF2B5EF4-FFF2-40B4-BE49-F238E27FC236}">
                      <a16:creationId xmlns:a16="http://schemas.microsoft.com/office/drawing/2014/main" id="{7E429434-19E5-4FC4-333D-A23FEF386AE6}"/>
                    </a:ext>
                  </a:extLst>
                </p:cNvPr>
                <p:cNvPicPr/>
                <p:nvPr/>
              </p:nvPicPr>
              <p:blipFill>
                <a:blip r:embed="rId14"/>
                <a:stretch>
                  <a:fillRect/>
                </a:stretch>
              </p:blipFill>
              <p:spPr>
                <a:xfrm>
                  <a:off x="5396548" y="5579386"/>
                  <a:ext cx="72000" cy="72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2">
            <p14:nvContentPartPr>
              <p14:cNvPr id="46" name="筆跡 45">
                <a:extLst>
                  <a:ext uri="{FF2B5EF4-FFF2-40B4-BE49-F238E27FC236}">
                    <a16:creationId xmlns:a16="http://schemas.microsoft.com/office/drawing/2014/main" id="{47E287D8-3B33-81EF-4517-27731AD81379}"/>
                  </a:ext>
                </a:extLst>
              </p14:cNvPr>
              <p14:cNvContentPartPr/>
              <p14:nvPr/>
            </p14:nvContentPartPr>
            <p14:xfrm>
              <a:off x="5787508" y="5572186"/>
              <a:ext cx="360" cy="360"/>
            </p14:xfrm>
          </p:contentPart>
        </mc:Choice>
        <mc:Fallback xmlns="">
          <p:pic>
            <p:nvPicPr>
              <p:cNvPr id="46" name="筆跡 45">
                <a:extLst>
                  <a:ext uri="{FF2B5EF4-FFF2-40B4-BE49-F238E27FC236}">
                    <a16:creationId xmlns:a16="http://schemas.microsoft.com/office/drawing/2014/main" id="{47E287D8-3B33-81EF-4517-27731AD81379}"/>
                  </a:ext>
                </a:extLst>
              </p:cNvPr>
              <p:cNvPicPr/>
              <p:nvPr/>
            </p:nvPicPr>
            <p:blipFill>
              <a:blip r:embed="rId14"/>
              <a:stretch>
                <a:fillRect/>
              </a:stretch>
            </p:blipFill>
            <p:spPr>
              <a:xfrm>
                <a:off x="5751508" y="5536546"/>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47" name="筆跡 46">
                <a:extLst>
                  <a:ext uri="{FF2B5EF4-FFF2-40B4-BE49-F238E27FC236}">
                    <a16:creationId xmlns:a16="http://schemas.microsoft.com/office/drawing/2014/main" id="{76AF0BC4-9207-5ABD-94C9-218A36D781C9}"/>
                  </a:ext>
                </a:extLst>
              </p14:cNvPr>
              <p14:cNvContentPartPr/>
              <p14:nvPr/>
            </p14:nvContentPartPr>
            <p14:xfrm>
              <a:off x="6185308" y="5550586"/>
              <a:ext cx="360" cy="360"/>
            </p14:xfrm>
          </p:contentPart>
        </mc:Choice>
        <mc:Fallback xmlns="">
          <p:pic>
            <p:nvPicPr>
              <p:cNvPr id="47" name="筆跡 46">
                <a:extLst>
                  <a:ext uri="{FF2B5EF4-FFF2-40B4-BE49-F238E27FC236}">
                    <a16:creationId xmlns:a16="http://schemas.microsoft.com/office/drawing/2014/main" id="{76AF0BC4-9207-5ABD-94C9-218A36D781C9}"/>
                  </a:ext>
                </a:extLst>
              </p:cNvPr>
              <p:cNvPicPr/>
              <p:nvPr/>
            </p:nvPicPr>
            <p:blipFill>
              <a:blip r:embed="rId14"/>
              <a:stretch>
                <a:fillRect/>
              </a:stretch>
            </p:blipFill>
            <p:spPr>
              <a:xfrm>
                <a:off x="6149668" y="5514946"/>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49" name="筆跡 48">
                <a:extLst>
                  <a:ext uri="{FF2B5EF4-FFF2-40B4-BE49-F238E27FC236}">
                    <a16:creationId xmlns:a16="http://schemas.microsoft.com/office/drawing/2014/main" id="{07004EFB-6B3C-CB7C-0A70-26E71873F3C3}"/>
                  </a:ext>
                </a:extLst>
              </p14:cNvPr>
              <p14:cNvContentPartPr/>
              <p14:nvPr/>
            </p14:nvContentPartPr>
            <p14:xfrm>
              <a:off x="6465028" y="5529346"/>
              <a:ext cx="360" cy="360"/>
            </p14:xfrm>
          </p:contentPart>
        </mc:Choice>
        <mc:Fallback xmlns="">
          <p:pic>
            <p:nvPicPr>
              <p:cNvPr id="49" name="筆跡 48">
                <a:extLst>
                  <a:ext uri="{FF2B5EF4-FFF2-40B4-BE49-F238E27FC236}">
                    <a16:creationId xmlns:a16="http://schemas.microsoft.com/office/drawing/2014/main" id="{07004EFB-6B3C-CB7C-0A70-26E71873F3C3}"/>
                  </a:ext>
                </a:extLst>
              </p:cNvPr>
              <p:cNvPicPr/>
              <p:nvPr/>
            </p:nvPicPr>
            <p:blipFill>
              <a:blip r:embed="rId14"/>
              <a:stretch>
                <a:fillRect/>
              </a:stretch>
            </p:blipFill>
            <p:spPr>
              <a:xfrm>
                <a:off x="6429388" y="5493346"/>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50" name="筆跡 49">
                <a:extLst>
                  <a:ext uri="{FF2B5EF4-FFF2-40B4-BE49-F238E27FC236}">
                    <a16:creationId xmlns:a16="http://schemas.microsoft.com/office/drawing/2014/main" id="{8946C11D-30EB-EF71-7D0A-C0E4561484C2}"/>
                  </a:ext>
                </a:extLst>
              </p14:cNvPr>
              <p14:cNvContentPartPr/>
              <p14:nvPr/>
            </p14:nvContentPartPr>
            <p14:xfrm>
              <a:off x="6647908" y="5518546"/>
              <a:ext cx="360" cy="360"/>
            </p14:xfrm>
          </p:contentPart>
        </mc:Choice>
        <mc:Fallback xmlns="">
          <p:pic>
            <p:nvPicPr>
              <p:cNvPr id="50" name="筆跡 49">
                <a:extLst>
                  <a:ext uri="{FF2B5EF4-FFF2-40B4-BE49-F238E27FC236}">
                    <a16:creationId xmlns:a16="http://schemas.microsoft.com/office/drawing/2014/main" id="{8946C11D-30EB-EF71-7D0A-C0E4561484C2}"/>
                  </a:ext>
                </a:extLst>
              </p:cNvPr>
              <p:cNvPicPr/>
              <p:nvPr/>
            </p:nvPicPr>
            <p:blipFill>
              <a:blip r:embed="rId14"/>
              <a:stretch>
                <a:fillRect/>
              </a:stretch>
            </p:blipFill>
            <p:spPr>
              <a:xfrm>
                <a:off x="6612268" y="5482546"/>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51" name="筆跡 50">
                <a:extLst>
                  <a:ext uri="{FF2B5EF4-FFF2-40B4-BE49-F238E27FC236}">
                    <a16:creationId xmlns:a16="http://schemas.microsoft.com/office/drawing/2014/main" id="{DB3F34E0-CA9A-596E-E7B8-C58FD41DF713}"/>
                  </a:ext>
                </a:extLst>
              </p14:cNvPr>
              <p14:cNvContentPartPr/>
              <p14:nvPr/>
            </p14:nvContentPartPr>
            <p14:xfrm>
              <a:off x="6949228" y="5518546"/>
              <a:ext cx="3960" cy="360"/>
            </p14:xfrm>
          </p:contentPart>
        </mc:Choice>
        <mc:Fallback xmlns="">
          <p:pic>
            <p:nvPicPr>
              <p:cNvPr id="51" name="筆跡 50">
                <a:extLst>
                  <a:ext uri="{FF2B5EF4-FFF2-40B4-BE49-F238E27FC236}">
                    <a16:creationId xmlns:a16="http://schemas.microsoft.com/office/drawing/2014/main" id="{DB3F34E0-CA9A-596E-E7B8-C58FD41DF713}"/>
                  </a:ext>
                </a:extLst>
              </p:cNvPr>
              <p:cNvPicPr/>
              <p:nvPr/>
            </p:nvPicPr>
            <p:blipFill>
              <a:blip r:embed="rId27"/>
              <a:stretch>
                <a:fillRect/>
              </a:stretch>
            </p:blipFill>
            <p:spPr>
              <a:xfrm>
                <a:off x="6913588" y="5482546"/>
                <a:ext cx="756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54" name="筆跡 53">
                <a:extLst>
                  <a:ext uri="{FF2B5EF4-FFF2-40B4-BE49-F238E27FC236}">
                    <a16:creationId xmlns:a16="http://schemas.microsoft.com/office/drawing/2014/main" id="{5EF2DA6A-DD1C-7212-AB01-3F4B5F755D81}"/>
                  </a:ext>
                </a:extLst>
              </p14:cNvPr>
              <p14:cNvContentPartPr/>
              <p14:nvPr/>
            </p14:nvContentPartPr>
            <p14:xfrm>
              <a:off x="7089268" y="5261146"/>
              <a:ext cx="1077120" cy="225360"/>
            </p14:xfrm>
          </p:contentPart>
        </mc:Choice>
        <mc:Fallback xmlns="">
          <p:pic>
            <p:nvPicPr>
              <p:cNvPr id="54" name="筆跡 53">
                <a:extLst>
                  <a:ext uri="{FF2B5EF4-FFF2-40B4-BE49-F238E27FC236}">
                    <a16:creationId xmlns:a16="http://schemas.microsoft.com/office/drawing/2014/main" id="{5EF2DA6A-DD1C-7212-AB01-3F4B5F755D81}"/>
                  </a:ext>
                </a:extLst>
              </p:cNvPr>
              <p:cNvPicPr/>
              <p:nvPr/>
            </p:nvPicPr>
            <p:blipFill>
              <a:blip r:embed="rId29"/>
              <a:stretch>
                <a:fillRect/>
              </a:stretch>
            </p:blipFill>
            <p:spPr>
              <a:xfrm>
                <a:off x="7053268" y="5225506"/>
                <a:ext cx="1148760" cy="297000"/>
              </a:xfrm>
              <a:prstGeom prst="rect">
                <a:avLst/>
              </a:prstGeom>
            </p:spPr>
          </p:pic>
        </mc:Fallback>
      </mc:AlternateContent>
    </p:spTree>
    <p:extLst>
      <p:ext uri="{BB962C8B-B14F-4D97-AF65-F5344CB8AC3E}">
        <p14:creationId xmlns:p14="http://schemas.microsoft.com/office/powerpoint/2010/main" val="37026542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CB92AA9-4F03-30B0-0277-A6B19987EC75}"/>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DABB490E-E631-3099-40A3-74ADD3956ACC}"/>
              </a:ext>
            </a:extLst>
          </p:cNvPr>
          <p:cNvSpPr/>
          <p:nvPr/>
        </p:nvSpPr>
        <p:spPr>
          <a:xfrm>
            <a:off x="0" y="1"/>
            <a:ext cx="12192000" cy="6858000"/>
          </a:xfrm>
          <a:custGeom>
            <a:avLst/>
            <a:gdLst/>
            <a:ahLst/>
            <a:cxnLst/>
            <a:rect l="l" t="t" r="r" b="b"/>
            <a:pathLst>
              <a:path w="14105361" h="9453765">
                <a:moveTo>
                  <a:pt x="0" y="0"/>
                </a:moveTo>
                <a:lnTo>
                  <a:pt x="14105361" y="0"/>
                </a:lnTo>
                <a:lnTo>
                  <a:pt x="14105361" y="9453765"/>
                </a:lnTo>
                <a:lnTo>
                  <a:pt x="0" y="945376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pPr defTabSz="609630"/>
            <a:endParaRPr lang="en-HK" sz="1200" dirty="0">
              <a:solidFill>
                <a:prstClr val="black"/>
              </a:solidFill>
              <a:latin typeface="DengXian" panose="02010600030101010101" pitchFamily="2" charset="-122"/>
              <a:ea typeface="DengXian" panose="02010600030101010101" pitchFamily="2" charset="-122"/>
            </a:endParaRPr>
          </a:p>
        </p:txBody>
      </p:sp>
      <p:grpSp>
        <p:nvGrpSpPr>
          <p:cNvPr id="23" name="Group 22">
            <a:extLst>
              <a:ext uri="{FF2B5EF4-FFF2-40B4-BE49-F238E27FC236}">
                <a16:creationId xmlns:a16="http://schemas.microsoft.com/office/drawing/2014/main" id="{027C188E-7403-DD81-0735-30EF24DCC7A5}"/>
              </a:ext>
            </a:extLst>
          </p:cNvPr>
          <p:cNvGrpSpPr/>
          <p:nvPr/>
        </p:nvGrpSpPr>
        <p:grpSpPr>
          <a:xfrm>
            <a:off x="7553128" y="2105582"/>
            <a:ext cx="4838725" cy="4552219"/>
            <a:chOff x="7553128" y="2105582"/>
            <a:chExt cx="4838725" cy="4552219"/>
          </a:xfrm>
        </p:grpSpPr>
        <p:sp>
          <p:nvSpPr>
            <p:cNvPr id="15" name="Freeform 16">
              <a:extLst>
                <a:ext uri="{FF2B5EF4-FFF2-40B4-BE49-F238E27FC236}">
                  <a16:creationId xmlns:a16="http://schemas.microsoft.com/office/drawing/2014/main" id="{B1B056EE-E4C3-0AF5-189A-7529640A99D2}"/>
                </a:ext>
              </a:extLst>
            </p:cNvPr>
            <p:cNvSpPr/>
            <p:nvPr/>
          </p:nvSpPr>
          <p:spPr>
            <a:xfrm>
              <a:off x="7705528" y="5342070"/>
              <a:ext cx="2048072" cy="1315731"/>
            </a:xfrm>
            <a:custGeom>
              <a:avLst/>
              <a:gdLst/>
              <a:ahLst/>
              <a:cxnLst/>
              <a:rect l="l" t="t" r="r" b="b"/>
              <a:pathLst>
                <a:path w="4964733" h="3481519">
                  <a:moveTo>
                    <a:pt x="0" y="0"/>
                  </a:moveTo>
                  <a:lnTo>
                    <a:pt x="4964733" y="0"/>
                  </a:lnTo>
                  <a:lnTo>
                    <a:pt x="4964733" y="3481519"/>
                  </a:lnTo>
                  <a:lnTo>
                    <a:pt x="0" y="3481519"/>
                  </a:lnTo>
                  <a:lnTo>
                    <a:pt x="0" y="0"/>
                  </a:lnTo>
                  <a:close/>
                </a:path>
              </a:pathLst>
            </a:custGeom>
            <a:blipFill>
              <a:blip r:embed="rId4"/>
              <a:stretch>
                <a:fillRect/>
              </a:stretch>
            </a:blipFill>
          </p:spPr>
          <p:txBody>
            <a:bodyPr/>
            <a:lstStyle/>
            <a:p>
              <a:pPr defTabSz="609630"/>
              <a:endParaRPr lang="en-HK" sz="1200">
                <a:solidFill>
                  <a:prstClr val="black"/>
                </a:solidFill>
                <a:latin typeface="DengXian" panose="02010600030101010101" pitchFamily="2" charset="-122"/>
                <a:ea typeface="DengXian" panose="02010600030101010101" pitchFamily="2" charset="-122"/>
              </a:endParaRPr>
            </a:p>
          </p:txBody>
        </p:sp>
        <p:sp>
          <p:nvSpPr>
            <p:cNvPr id="16" name="Freeform 16">
              <a:extLst>
                <a:ext uri="{FF2B5EF4-FFF2-40B4-BE49-F238E27FC236}">
                  <a16:creationId xmlns:a16="http://schemas.microsoft.com/office/drawing/2014/main" id="{8787FDC0-B0B7-6D48-C2DB-0404BF7A9757}"/>
                </a:ext>
              </a:extLst>
            </p:cNvPr>
            <p:cNvSpPr/>
            <p:nvPr/>
          </p:nvSpPr>
          <p:spPr>
            <a:xfrm>
              <a:off x="9000928" y="5342070"/>
              <a:ext cx="2048072" cy="1315731"/>
            </a:xfrm>
            <a:custGeom>
              <a:avLst/>
              <a:gdLst/>
              <a:ahLst/>
              <a:cxnLst/>
              <a:rect l="l" t="t" r="r" b="b"/>
              <a:pathLst>
                <a:path w="4964733" h="3481519">
                  <a:moveTo>
                    <a:pt x="0" y="0"/>
                  </a:moveTo>
                  <a:lnTo>
                    <a:pt x="4964733" y="0"/>
                  </a:lnTo>
                  <a:lnTo>
                    <a:pt x="4964733" y="3481519"/>
                  </a:lnTo>
                  <a:lnTo>
                    <a:pt x="0" y="3481519"/>
                  </a:lnTo>
                  <a:lnTo>
                    <a:pt x="0" y="0"/>
                  </a:lnTo>
                  <a:close/>
                </a:path>
              </a:pathLst>
            </a:custGeom>
            <a:blipFill>
              <a:blip r:embed="rId4"/>
              <a:stretch>
                <a:fillRect/>
              </a:stretch>
            </a:blipFill>
          </p:spPr>
          <p:txBody>
            <a:bodyPr/>
            <a:lstStyle/>
            <a:p>
              <a:pPr defTabSz="609630"/>
              <a:endParaRPr lang="en-HK" sz="1200">
                <a:solidFill>
                  <a:prstClr val="black"/>
                </a:solidFill>
                <a:latin typeface="DengXian" panose="02010600030101010101" pitchFamily="2" charset="-122"/>
                <a:ea typeface="DengXian" panose="02010600030101010101" pitchFamily="2" charset="-122"/>
              </a:endParaRPr>
            </a:p>
          </p:txBody>
        </p:sp>
        <p:sp>
          <p:nvSpPr>
            <p:cNvPr id="17" name="Freeform 16">
              <a:extLst>
                <a:ext uri="{FF2B5EF4-FFF2-40B4-BE49-F238E27FC236}">
                  <a16:creationId xmlns:a16="http://schemas.microsoft.com/office/drawing/2014/main" id="{B5A849F7-E978-0600-63D0-A500C44CF6A2}"/>
                </a:ext>
              </a:extLst>
            </p:cNvPr>
            <p:cNvSpPr/>
            <p:nvPr/>
          </p:nvSpPr>
          <p:spPr>
            <a:xfrm>
              <a:off x="10343781" y="5342070"/>
              <a:ext cx="2048072" cy="1315731"/>
            </a:xfrm>
            <a:custGeom>
              <a:avLst/>
              <a:gdLst/>
              <a:ahLst/>
              <a:cxnLst/>
              <a:rect l="l" t="t" r="r" b="b"/>
              <a:pathLst>
                <a:path w="4964733" h="3481519">
                  <a:moveTo>
                    <a:pt x="0" y="0"/>
                  </a:moveTo>
                  <a:lnTo>
                    <a:pt x="4964733" y="0"/>
                  </a:lnTo>
                  <a:lnTo>
                    <a:pt x="4964733" y="3481519"/>
                  </a:lnTo>
                  <a:lnTo>
                    <a:pt x="0" y="3481519"/>
                  </a:lnTo>
                  <a:lnTo>
                    <a:pt x="0" y="0"/>
                  </a:lnTo>
                  <a:close/>
                </a:path>
              </a:pathLst>
            </a:custGeom>
            <a:blipFill>
              <a:blip r:embed="rId4"/>
              <a:stretch>
                <a:fillRect/>
              </a:stretch>
            </a:blipFill>
          </p:spPr>
          <p:txBody>
            <a:bodyPr/>
            <a:lstStyle/>
            <a:p>
              <a:pPr defTabSz="609630"/>
              <a:endParaRPr lang="en-HK" sz="1200">
                <a:solidFill>
                  <a:prstClr val="black"/>
                </a:solidFill>
                <a:latin typeface="DengXian" panose="02010600030101010101" pitchFamily="2" charset="-122"/>
                <a:ea typeface="DengXian" panose="02010600030101010101" pitchFamily="2" charset="-122"/>
              </a:endParaRPr>
            </a:p>
          </p:txBody>
        </p:sp>
        <p:sp>
          <p:nvSpPr>
            <p:cNvPr id="12" name="Freeform 16">
              <a:extLst>
                <a:ext uri="{FF2B5EF4-FFF2-40B4-BE49-F238E27FC236}">
                  <a16:creationId xmlns:a16="http://schemas.microsoft.com/office/drawing/2014/main" id="{DB0A9841-DA46-63A9-2338-ED2C570B3681}"/>
                </a:ext>
              </a:extLst>
            </p:cNvPr>
            <p:cNvSpPr/>
            <p:nvPr/>
          </p:nvSpPr>
          <p:spPr>
            <a:xfrm>
              <a:off x="7705528" y="4505030"/>
              <a:ext cx="2048072" cy="1315731"/>
            </a:xfrm>
            <a:custGeom>
              <a:avLst/>
              <a:gdLst/>
              <a:ahLst/>
              <a:cxnLst/>
              <a:rect l="l" t="t" r="r" b="b"/>
              <a:pathLst>
                <a:path w="4964733" h="3481519">
                  <a:moveTo>
                    <a:pt x="0" y="0"/>
                  </a:moveTo>
                  <a:lnTo>
                    <a:pt x="4964733" y="0"/>
                  </a:lnTo>
                  <a:lnTo>
                    <a:pt x="4964733" y="3481519"/>
                  </a:lnTo>
                  <a:lnTo>
                    <a:pt x="0" y="3481519"/>
                  </a:lnTo>
                  <a:lnTo>
                    <a:pt x="0" y="0"/>
                  </a:lnTo>
                  <a:close/>
                </a:path>
              </a:pathLst>
            </a:custGeom>
            <a:blipFill>
              <a:blip r:embed="rId4"/>
              <a:stretch>
                <a:fillRect/>
              </a:stretch>
            </a:blipFill>
          </p:spPr>
          <p:txBody>
            <a:bodyPr/>
            <a:lstStyle/>
            <a:p>
              <a:pPr defTabSz="609630"/>
              <a:endParaRPr lang="en-HK" sz="1200">
                <a:solidFill>
                  <a:prstClr val="black"/>
                </a:solidFill>
                <a:latin typeface="DengXian" panose="02010600030101010101" pitchFamily="2" charset="-122"/>
                <a:ea typeface="DengXian" panose="02010600030101010101" pitchFamily="2" charset="-122"/>
              </a:endParaRPr>
            </a:p>
          </p:txBody>
        </p:sp>
        <p:sp>
          <p:nvSpPr>
            <p:cNvPr id="13" name="Freeform 16">
              <a:extLst>
                <a:ext uri="{FF2B5EF4-FFF2-40B4-BE49-F238E27FC236}">
                  <a16:creationId xmlns:a16="http://schemas.microsoft.com/office/drawing/2014/main" id="{FBEB7420-1BD5-9D8C-AAA3-EF1EB1FBAFB4}"/>
                </a:ext>
              </a:extLst>
            </p:cNvPr>
            <p:cNvSpPr/>
            <p:nvPr/>
          </p:nvSpPr>
          <p:spPr>
            <a:xfrm>
              <a:off x="9000928" y="4505030"/>
              <a:ext cx="2048072" cy="1315731"/>
            </a:xfrm>
            <a:custGeom>
              <a:avLst/>
              <a:gdLst/>
              <a:ahLst/>
              <a:cxnLst/>
              <a:rect l="l" t="t" r="r" b="b"/>
              <a:pathLst>
                <a:path w="4964733" h="3481519">
                  <a:moveTo>
                    <a:pt x="0" y="0"/>
                  </a:moveTo>
                  <a:lnTo>
                    <a:pt x="4964733" y="0"/>
                  </a:lnTo>
                  <a:lnTo>
                    <a:pt x="4964733" y="3481519"/>
                  </a:lnTo>
                  <a:lnTo>
                    <a:pt x="0" y="3481519"/>
                  </a:lnTo>
                  <a:lnTo>
                    <a:pt x="0" y="0"/>
                  </a:lnTo>
                  <a:close/>
                </a:path>
              </a:pathLst>
            </a:custGeom>
            <a:blipFill>
              <a:blip r:embed="rId4"/>
              <a:stretch>
                <a:fillRect/>
              </a:stretch>
            </a:blipFill>
          </p:spPr>
          <p:txBody>
            <a:bodyPr/>
            <a:lstStyle/>
            <a:p>
              <a:pPr defTabSz="609630"/>
              <a:endParaRPr lang="en-HK" sz="1200">
                <a:solidFill>
                  <a:prstClr val="black"/>
                </a:solidFill>
                <a:latin typeface="DengXian" panose="02010600030101010101" pitchFamily="2" charset="-122"/>
                <a:ea typeface="DengXian" panose="02010600030101010101" pitchFamily="2" charset="-122"/>
              </a:endParaRPr>
            </a:p>
          </p:txBody>
        </p:sp>
        <p:sp>
          <p:nvSpPr>
            <p:cNvPr id="14" name="Freeform 16">
              <a:extLst>
                <a:ext uri="{FF2B5EF4-FFF2-40B4-BE49-F238E27FC236}">
                  <a16:creationId xmlns:a16="http://schemas.microsoft.com/office/drawing/2014/main" id="{F2C1F61B-E11C-B817-0953-94394DB202C5}"/>
                </a:ext>
              </a:extLst>
            </p:cNvPr>
            <p:cNvSpPr/>
            <p:nvPr/>
          </p:nvSpPr>
          <p:spPr>
            <a:xfrm>
              <a:off x="10343781" y="4505030"/>
              <a:ext cx="2048072" cy="1315731"/>
            </a:xfrm>
            <a:custGeom>
              <a:avLst/>
              <a:gdLst/>
              <a:ahLst/>
              <a:cxnLst/>
              <a:rect l="l" t="t" r="r" b="b"/>
              <a:pathLst>
                <a:path w="4964733" h="3481519">
                  <a:moveTo>
                    <a:pt x="0" y="0"/>
                  </a:moveTo>
                  <a:lnTo>
                    <a:pt x="4964733" y="0"/>
                  </a:lnTo>
                  <a:lnTo>
                    <a:pt x="4964733" y="3481519"/>
                  </a:lnTo>
                  <a:lnTo>
                    <a:pt x="0" y="3481519"/>
                  </a:lnTo>
                  <a:lnTo>
                    <a:pt x="0" y="0"/>
                  </a:lnTo>
                  <a:close/>
                </a:path>
              </a:pathLst>
            </a:custGeom>
            <a:blipFill>
              <a:blip r:embed="rId4"/>
              <a:stretch>
                <a:fillRect/>
              </a:stretch>
            </a:blipFill>
          </p:spPr>
          <p:txBody>
            <a:bodyPr/>
            <a:lstStyle/>
            <a:p>
              <a:pPr defTabSz="609630"/>
              <a:endParaRPr lang="en-HK" sz="1200">
                <a:solidFill>
                  <a:prstClr val="black"/>
                </a:solidFill>
                <a:latin typeface="DengXian" panose="02010600030101010101" pitchFamily="2" charset="-122"/>
                <a:ea typeface="DengXian" panose="02010600030101010101" pitchFamily="2" charset="-122"/>
              </a:endParaRPr>
            </a:p>
          </p:txBody>
        </p:sp>
        <p:sp>
          <p:nvSpPr>
            <p:cNvPr id="9" name="Freeform 16">
              <a:extLst>
                <a:ext uri="{FF2B5EF4-FFF2-40B4-BE49-F238E27FC236}">
                  <a16:creationId xmlns:a16="http://schemas.microsoft.com/office/drawing/2014/main" id="{4E971984-02B3-48B3-8FB5-D5576B08B5A3}"/>
                </a:ext>
              </a:extLst>
            </p:cNvPr>
            <p:cNvSpPr/>
            <p:nvPr/>
          </p:nvSpPr>
          <p:spPr>
            <a:xfrm>
              <a:off x="7553128" y="3682860"/>
              <a:ext cx="2048072" cy="1315731"/>
            </a:xfrm>
            <a:custGeom>
              <a:avLst/>
              <a:gdLst/>
              <a:ahLst/>
              <a:cxnLst/>
              <a:rect l="l" t="t" r="r" b="b"/>
              <a:pathLst>
                <a:path w="4964733" h="3481519">
                  <a:moveTo>
                    <a:pt x="0" y="0"/>
                  </a:moveTo>
                  <a:lnTo>
                    <a:pt x="4964733" y="0"/>
                  </a:lnTo>
                  <a:lnTo>
                    <a:pt x="4964733" y="3481519"/>
                  </a:lnTo>
                  <a:lnTo>
                    <a:pt x="0" y="3481519"/>
                  </a:lnTo>
                  <a:lnTo>
                    <a:pt x="0" y="0"/>
                  </a:lnTo>
                  <a:close/>
                </a:path>
              </a:pathLst>
            </a:custGeom>
            <a:blipFill>
              <a:blip r:embed="rId4"/>
              <a:stretch>
                <a:fillRect/>
              </a:stretch>
            </a:blipFill>
          </p:spPr>
          <p:txBody>
            <a:bodyPr/>
            <a:lstStyle/>
            <a:p>
              <a:pPr defTabSz="609630"/>
              <a:endParaRPr lang="en-HK" sz="1200">
                <a:solidFill>
                  <a:prstClr val="black"/>
                </a:solidFill>
                <a:latin typeface="DengXian" panose="02010600030101010101" pitchFamily="2" charset="-122"/>
                <a:ea typeface="DengXian" panose="02010600030101010101" pitchFamily="2" charset="-122"/>
              </a:endParaRPr>
            </a:p>
          </p:txBody>
        </p:sp>
        <p:sp>
          <p:nvSpPr>
            <p:cNvPr id="10" name="Freeform 16">
              <a:extLst>
                <a:ext uri="{FF2B5EF4-FFF2-40B4-BE49-F238E27FC236}">
                  <a16:creationId xmlns:a16="http://schemas.microsoft.com/office/drawing/2014/main" id="{F6F59EB6-683F-D40D-841C-3C0E38F12E2D}"/>
                </a:ext>
              </a:extLst>
            </p:cNvPr>
            <p:cNvSpPr/>
            <p:nvPr/>
          </p:nvSpPr>
          <p:spPr>
            <a:xfrm>
              <a:off x="8848528" y="3682860"/>
              <a:ext cx="2048072" cy="1315731"/>
            </a:xfrm>
            <a:custGeom>
              <a:avLst/>
              <a:gdLst/>
              <a:ahLst/>
              <a:cxnLst/>
              <a:rect l="l" t="t" r="r" b="b"/>
              <a:pathLst>
                <a:path w="4964733" h="3481519">
                  <a:moveTo>
                    <a:pt x="0" y="0"/>
                  </a:moveTo>
                  <a:lnTo>
                    <a:pt x="4964733" y="0"/>
                  </a:lnTo>
                  <a:lnTo>
                    <a:pt x="4964733" y="3481519"/>
                  </a:lnTo>
                  <a:lnTo>
                    <a:pt x="0" y="3481519"/>
                  </a:lnTo>
                  <a:lnTo>
                    <a:pt x="0" y="0"/>
                  </a:lnTo>
                  <a:close/>
                </a:path>
              </a:pathLst>
            </a:custGeom>
            <a:blipFill>
              <a:blip r:embed="rId4"/>
              <a:stretch>
                <a:fillRect/>
              </a:stretch>
            </a:blipFill>
          </p:spPr>
          <p:txBody>
            <a:bodyPr/>
            <a:lstStyle/>
            <a:p>
              <a:pPr defTabSz="609630"/>
              <a:endParaRPr lang="en-HK" sz="1200">
                <a:solidFill>
                  <a:prstClr val="black"/>
                </a:solidFill>
                <a:latin typeface="DengXian" panose="02010600030101010101" pitchFamily="2" charset="-122"/>
                <a:ea typeface="DengXian" panose="02010600030101010101" pitchFamily="2" charset="-122"/>
              </a:endParaRPr>
            </a:p>
          </p:txBody>
        </p:sp>
        <p:sp>
          <p:nvSpPr>
            <p:cNvPr id="11" name="Freeform 16">
              <a:extLst>
                <a:ext uri="{FF2B5EF4-FFF2-40B4-BE49-F238E27FC236}">
                  <a16:creationId xmlns:a16="http://schemas.microsoft.com/office/drawing/2014/main" id="{DCC32B74-5BB2-D08F-119A-3CEAC53C230C}"/>
                </a:ext>
              </a:extLst>
            </p:cNvPr>
            <p:cNvSpPr/>
            <p:nvPr/>
          </p:nvSpPr>
          <p:spPr>
            <a:xfrm>
              <a:off x="10191381" y="3682860"/>
              <a:ext cx="2048072" cy="1315731"/>
            </a:xfrm>
            <a:custGeom>
              <a:avLst/>
              <a:gdLst/>
              <a:ahLst/>
              <a:cxnLst/>
              <a:rect l="l" t="t" r="r" b="b"/>
              <a:pathLst>
                <a:path w="4964733" h="3481519">
                  <a:moveTo>
                    <a:pt x="0" y="0"/>
                  </a:moveTo>
                  <a:lnTo>
                    <a:pt x="4964733" y="0"/>
                  </a:lnTo>
                  <a:lnTo>
                    <a:pt x="4964733" y="3481519"/>
                  </a:lnTo>
                  <a:lnTo>
                    <a:pt x="0" y="3481519"/>
                  </a:lnTo>
                  <a:lnTo>
                    <a:pt x="0" y="0"/>
                  </a:lnTo>
                  <a:close/>
                </a:path>
              </a:pathLst>
            </a:custGeom>
            <a:blipFill>
              <a:blip r:embed="rId4"/>
              <a:stretch>
                <a:fillRect/>
              </a:stretch>
            </a:blipFill>
          </p:spPr>
          <p:txBody>
            <a:bodyPr/>
            <a:lstStyle/>
            <a:p>
              <a:pPr defTabSz="609630"/>
              <a:endParaRPr lang="en-HK" sz="1200">
                <a:solidFill>
                  <a:prstClr val="black"/>
                </a:solidFill>
                <a:latin typeface="DengXian" panose="02010600030101010101" pitchFamily="2" charset="-122"/>
                <a:ea typeface="DengXian" panose="02010600030101010101" pitchFamily="2" charset="-122"/>
              </a:endParaRPr>
            </a:p>
          </p:txBody>
        </p:sp>
        <p:sp>
          <p:nvSpPr>
            <p:cNvPr id="6" name="Freeform 16">
              <a:extLst>
                <a:ext uri="{FF2B5EF4-FFF2-40B4-BE49-F238E27FC236}">
                  <a16:creationId xmlns:a16="http://schemas.microsoft.com/office/drawing/2014/main" id="{09DE1524-AD7B-5994-9348-CE801D886BF4}"/>
                </a:ext>
              </a:extLst>
            </p:cNvPr>
            <p:cNvSpPr/>
            <p:nvPr/>
          </p:nvSpPr>
          <p:spPr>
            <a:xfrm>
              <a:off x="7553128" y="2894221"/>
              <a:ext cx="2048072" cy="1315731"/>
            </a:xfrm>
            <a:custGeom>
              <a:avLst/>
              <a:gdLst/>
              <a:ahLst/>
              <a:cxnLst/>
              <a:rect l="l" t="t" r="r" b="b"/>
              <a:pathLst>
                <a:path w="4964733" h="3481519">
                  <a:moveTo>
                    <a:pt x="0" y="0"/>
                  </a:moveTo>
                  <a:lnTo>
                    <a:pt x="4964733" y="0"/>
                  </a:lnTo>
                  <a:lnTo>
                    <a:pt x="4964733" y="3481519"/>
                  </a:lnTo>
                  <a:lnTo>
                    <a:pt x="0" y="3481519"/>
                  </a:lnTo>
                  <a:lnTo>
                    <a:pt x="0" y="0"/>
                  </a:lnTo>
                  <a:close/>
                </a:path>
              </a:pathLst>
            </a:custGeom>
            <a:blipFill>
              <a:blip r:embed="rId4"/>
              <a:stretch>
                <a:fillRect/>
              </a:stretch>
            </a:blipFill>
          </p:spPr>
          <p:txBody>
            <a:bodyPr/>
            <a:lstStyle/>
            <a:p>
              <a:pPr defTabSz="609630"/>
              <a:endParaRPr lang="en-HK" sz="1200">
                <a:solidFill>
                  <a:prstClr val="black"/>
                </a:solidFill>
                <a:latin typeface="DengXian" panose="02010600030101010101" pitchFamily="2" charset="-122"/>
                <a:ea typeface="DengXian" panose="02010600030101010101" pitchFamily="2" charset="-122"/>
              </a:endParaRPr>
            </a:p>
          </p:txBody>
        </p:sp>
        <p:sp>
          <p:nvSpPr>
            <p:cNvPr id="7" name="Freeform 16">
              <a:extLst>
                <a:ext uri="{FF2B5EF4-FFF2-40B4-BE49-F238E27FC236}">
                  <a16:creationId xmlns:a16="http://schemas.microsoft.com/office/drawing/2014/main" id="{745CA491-657F-FD5C-FBAF-7F58AD088EFF}"/>
                </a:ext>
              </a:extLst>
            </p:cNvPr>
            <p:cNvSpPr/>
            <p:nvPr/>
          </p:nvSpPr>
          <p:spPr>
            <a:xfrm>
              <a:off x="8848528" y="2894221"/>
              <a:ext cx="2048072" cy="1315731"/>
            </a:xfrm>
            <a:custGeom>
              <a:avLst/>
              <a:gdLst/>
              <a:ahLst/>
              <a:cxnLst/>
              <a:rect l="l" t="t" r="r" b="b"/>
              <a:pathLst>
                <a:path w="4964733" h="3481519">
                  <a:moveTo>
                    <a:pt x="0" y="0"/>
                  </a:moveTo>
                  <a:lnTo>
                    <a:pt x="4964733" y="0"/>
                  </a:lnTo>
                  <a:lnTo>
                    <a:pt x="4964733" y="3481519"/>
                  </a:lnTo>
                  <a:lnTo>
                    <a:pt x="0" y="3481519"/>
                  </a:lnTo>
                  <a:lnTo>
                    <a:pt x="0" y="0"/>
                  </a:lnTo>
                  <a:close/>
                </a:path>
              </a:pathLst>
            </a:custGeom>
            <a:blipFill>
              <a:blip r:embed="rId4"/>
              <a:stretch>
                <a:fillRect/>
              </a:stretch>
            </a:blipFill>
          </p:spPr>
          <p:txBody>
            <a:bodyPr/>
            <a:lstStyle/>
            <a:p>
              <a:pPr defTabSz="609630"/>
              <a:endParaRPr lang="en-HK" sz="1200">
                <a:solidFill>
                  <a:prstClr val="black"/>
                </a:solidFill>
                <a:latin typeface="DengXian" panose="02010600030101010101" pitchFamily="2" charset="-122"/>
                <a:ea typeface="DengXian" panose="02010600030101010101" pitchFamily="2" charset="-122"/>
              </a:endParaRPr>
            </a:p>
          </p:txBody>
        </p:sp>
        <p:sp>
          <p:nvSpPr>
            <p:cNvPr id="8" name="Freeform 16">
              <a:extLst>
                <a:ext uri="{FF2B5EF4-FFF2-40B4-BE49-F238E27FC236}">
                  <a16:creationId xmlns:a16="http://schemas.microsoft.com/office/drawing/2014/main" id="{42C9BE46-AE16-1059-0608-C95BF0DDB8B1}"/>
                </a:ext>
              </a:extLst>
            </p:cNvPr>
            <p:cNvSpPr/>
            <p:nvPr/>
          </p:nvSpPr>
          <p:spPr>
            <a:xfrm>
              <a:off x="10191381" y="2894221"/>
              <a:ext cx="2048072" cy="1315731"/>
            </a:xfrm>
            <a:custGeom>
              <a:avLst/>
              <a:gdLst/>
              <a:ahLst/>
              <a:cxnLst/>
              <a:rect l="l" t="t" r="r" b="b"/>
              <a:pathLst>
                <a:path w="4964733" h="3481519">
                  <a:moveTo>
                    <a:pt x="0" y="0"/>
                  </a:moveTo>
                  <a:lnTo>
                    <a:pt x="4964733" y="0"/>
                  </a:lnTo>
                  <a:lnTo>
                    <a:pt x="4964733" y="3481519"/>
                  </a:lnTo>
                  <a:lnTo>
                    <a:pt x="0" y="3481519"/>
                  </a:lnTo>
                  <a:lnTo>
                    <a:pt x="0" y="0"/>
                  </a:lnTo>
                  <a:close/>
                </a:path>
              </a:pathLst>
            </a:custGeom>
            <a:blipFill>
              <a:blip r:embed="rId4"/>
              <a:stretch>
                <a:fillRect/>
              </a:stretch>
            </a:blipFill>
          </p:spPr>
          <p:txBody>
            <a:bodyPr/>
            <a:lstStyle/>
            <a:p>
              <a:pPr defTabSz="609630"/>
              <a:endParaRPr lang="en-HK" sz="1200">
                <a:solidFill>
                  <a:prstClr val="black"/>
                </a:solidFill>
                <a:latin typeface="DengXian" panose="02010600030101010101" pitchFamily="2" charset="-122"/>
                <a:ea typeface="DengXian" panose="02010600030101010101" pitchFamily="2" charset="-122"/>
              </a:endParaRPr>
            </a:p>
          </p:txBody>
        </p:sp>
        <p:sp>
          <p:nvSpPr>
            <p:cNvPr id="5" name="Freeform 18">
              <a:extLst>
                <a:ext uri="{FF2B5EF4-FFF2-40B4-BE49-F238E27FC236}">
                  <a16:creationId xmlns:a16="http://schemas.microsoft.com/office/drawing/2014/main" id="{C9006AFF-CD62-69EF-6CE5-FB93C5F31E4F}"/>
                </a:ext>
              </a:extLst>
            </p:cNvPr>
            <p:cNvSpPr/>
            <p:nvPr/>
          </p:nvSpPr>
          <p:spPr>
            <a:xfrm>
              <a:off x="8302709" y="2105582"/>
              <a:ext cx="3368591" cy="822170"/>
            </a:xfrm>
            <a:custGeom>
              <a:avLst/>
              <a:gdLst/>
              <a:ahLst/>
              <a:cxnLst/>
              <a:rect l="l" t="t" r="r" b="b"/>
              <a:pathLst>
                <a:path w="4785765" h="1233255">
                  <a:moveTo>
                    <a:pt x="0" y="0"/>
                  </a:moveTo>
                  <a:lnTo>
                    <a:pt x="4785765" y="0"/>
                  </a:lnTo>
                  <a:lnTo>
                    <a:pt x="4785765" y="1233254"/>
                  </a:lnTo>
                  <a:lnTo>
                    <a:pt x="0" y="1233254"/>
                  </a:lnTo>
                  <a:lnTo>
                    <a:pt x="0" y="0"/>
                  </a:lnTo>
                  <a:close/>
                </a:path>
              </a:pathLst>
            </a:custGeom>
            <a:blipFill>
              <a:blip r:embed="rId5"/>
              <a:stretch>
                <a:fillRect/>
              </a:stretch>
            </a:blipFill>
            <a:effectLst/>
          </p:spPr>
          <p:txBody>
            <a:bodyPr/>
            <a:lstStyle/>
            <a:p>
              <a:pPr defTabSz="609630"/>
              <a:endParaRPr lang="en-HK" sz="1200">
                <a:solidFill>
                  <a:prstClr val="black"/>
                </a:solidFill>
                <a:latin typeface="DengXian" panose="02010600030101010101" pitchFamily="2" charset="-122"/>
                <a:ea typeface="DengXian" panose="02010600030101010101" pitchFamily="2" charset="-122"/>
              </a:endParaRPr>
            </a:p>
          </p:txBody>
        </p:sp>
      </p:grpSp>
      <p:sp>
        <p:nvSpPr>
          <p:cNvPr id="2" name="Freeform 2">
            <a:extLst>
              <a:ext uri="{FF2B5EF4-FFF2-40B4-BE49-F238E27FC236}">
                <a16:creationId xmlns:a16="http://schemas.microsoft.com/office/drawing/2014/main" id="{900F4257-6EAF-4A3D-A55E-D0CEEEB19168}"/>
              </a:ext>
            </a:extLst>
          </p:cNvPr>
          <p:cNvSpPr/>
          <p:nvPr/>
        </p:nvSpPr>
        <p:spPr>
          <a:xfrm>
            <a:off x="199383" y="2739868"/>
            <a:ext cx="4527028" cy="2795950"/>
          </a:xfrm>
          <a:custGeom>
            <a:avLst/>
            <a:gdLst/>
            <a:ahLst/>
            <a:cxnLst/>
            <a:rect l="l" t="t" r="r" b="b"/>
            <a:pathLst>
              <a:path w="5703210" h="3329249">
                <a:moveTo>
                  <a:pt x="0" y="0"/>
                </a:moveTo>
                <a:lnTo>
                  <a:pt x="5703210" y="0"/>
                </a:lnTo>
                <a:lnTo>
                  <a:pt x="5703210" y="3329248"/>
                </a:lnTo>
                <a:lnTo>
                  <a:pt x="0" y="3329248"/>
                </a:lnTo>
                <a:lnTo>
                  <a:pt x="0" y="0"/>
                </a:lnTo>
                <a:close/>
              </a:path>
            </a:pathLst>
          </a:custGeom>
          <a:blipFill>
            <a:blip r:embed="rId6"/>
            <a:stretch>
              <a:fillRect/>
            </a:stretch>
          </a:blipFill>
        </p:spPr>
        <p:txBody>
          <a:bodyPr/>
          <a:lstStyle/>
          <a:p>
            <a:pPr defTabSz="609630"/>
            <a:endParaRPr lang="en-HK" sz="1200">
              <a:solidFill>
                <a:prstClr val="black"/>
              </a:solidFill>
              <a:latin typeface="DengXian" panose="02010600030101010101" pitchFamily="2" charset="-122"/>
              <a:ea typeface="DengXian" panose="02010600030101010101" pitchFamily="2" charset="-122"/>
            </a:endParaRPr>
          </a:p>
        </p:txBody>
      </p:sp>
      <p:sp>
        <p:nvSpPr>
          <p:cNvPr id="4" name="Freeform 16">
            <a:extLst>
              <a:ext uri="{FF2B5EF4-FFF2-40B4-BE49-F238E27FC236}">
                <a16:creationId xmlns:a16="http://schemas.microsoft.com/office/drawing/2014/main" id="{20A3C07D-8B12-3C8B-F77E-FE80EF9B6824}"/>
              </a:ext>
            </a:extLst>
          </p:cNvPr>
          <p:cNvSpPr/>
          <p:nvPr/>
        </p:nvSpPr>
        <p:spPr>
          <a:xfrm>
            <a:off x="-105873" y="4990285"/>
            <a:ext cx="3143250" cy="2019300"/>
          </a:xfrm>
          <a:custGeom>
            <a:avLst/>
            <a:gdLst/>
            <a:ahLst/>
            <a:cxnLst/>
            <a:rect l="l" t="t" r="r" b="b"/>
            <a:pathLst>
              <a:path w="4964733" h="3481519">
                <a:moveTo>
                  <a:pt x="0" y="0"/>
                </a:moveTo>
                <a:lnTo>
                  <a:pt x="4964733" y="0"/>
                </a:lnTo>
                <a:lnTo>
                  <a:pt x="4964733" y="3481519"/>
                </a:lnTo>
                <a:lnTo>
                  <a:pt x="0" y="3481519"/>
                </a:lnTo>
                <a:lnTo>
                  <a:pt x="0" y="0"/>
                </a:lnTo>
                <a:close/>
              </a:path>
            </a:pathLst>
          </a:custGeom>
          <a:blipFill>
            <a:blip r:embed="rId4"/>
            <a:stretch>
              <a:fillRect/>
            </a:stretch>
          </a:blipFill>
        </p:spPr>
        <p:txBody>
          <a:bodyPr/>
          <a:lstStyle/>
          <a:p>
            <a:pPr defTabSz="609630"/>
            <a:endParaRPr lang="en-HK" sz="1200">
              <a:solidFill>
                <a:prstClr val="black"/>
              </a:solidFill>
              <a:latin typeface="DengXian" panose="02010600030101010101" pitchFamily="2" charset="-122"/>
              <a:ea typeface="DengXian" panose="02010600030101010101" pitchFamily="2" charset="-122"/>
            </a:endParaRPr>
          </a:p>
        </p:txBody>
      </p:sp>
      <p:pic>
        <p:nvPicPr>
          <p:cNvPr id="21" name="Picture 20">
            <a:extLst>
              <a:ext uri="{FF2B5EF4-FFF2-40B4-BE49-F238E27FC236}">
                <a16:creationId xmlns:a16="http://schemas.microsoft.com/office/drawing/2014/main" id="{255B2EDC-296B-F99A-B62E-60EB16AFB0D0}"/>
              </a:ext>
            </a:extLst>
          </p:cNvPr>
          <p:cNvPicPr>
            <a:picLocks noChangeAspect="1"/>
          </p:cNvPicPr>
          <p:nvPr/>
        </p:nvPicPr>
        <p:blipFill>
          <a:blip r:embed="rId7"/>
          <a:srcRect t="5157"/>
          <a:stretch>
            <a:fillRect/>
          </a:stretch>
        </p:blipFill>
        <p:spPr>
          <a:xfrm rot="3056001">
            <a:off x="4278008" y="2606800"/>
            <a:ext cx="3961905" cy="3062085"/>
          </a:xfrm>
          <a:prstGeom prst="rect">
            <a:avLst/>
          </a:prstGeom>
        </p:spPr>
      </p:pic>
      <p:sp>
        <p:nvSpPr>
          <p:cNvPr id="22" name="TextBox 21">
            <a:extLst>
              <a:ext uri="{FF2B5EF4-FFF2-40B4-BE49-F238E27FC236}">
                <a16:creationId xmlns:a16="http://schemas.microsoft.com/office/drawing/2014/main" id="{31E4F75F-E9F5-876D-7E74-2900A216A28D}"/>
              </a:ext>
            </a:extLst>
          </p:cNvPr>
          <p:cNvSpPr txBox="1"/>
          <p:nvPr/>
        </p:nvSpPr>
        <p:spPr>
          <a:xfrm>
            <a:off x="4251292" y="5926904"/>
            <a:ext cx="4278735" cy="830997"/>
          </a:xfrm>
          <a:prstGeom prst="rect">
            <a:avLst/>
          </a:prstGeom>
          <a:noFill/>
        </p:spPr>
        <p:txBody>
          <a:bodyPr wrap="none" rtlCol="0">
            <a:spAutoFit/>
          </a:bodyPr>
          <a:lstStyle/>
          <a:p>
            <a:r>
              <a:rPr lang="en-HK" sz="4800" b="1" dirty="0">
                <a:solidFill>
                  <a:srgbClr val="FFC000"/>
                </a:solidFill>
                <a:latin typeface="DengXian" panose="02010600030101010101" pitchFamily="2" charset="-122"/>
                <a:ea typeface="DengXian" panose="02010600030101010101" pitchFamily="2" charset="-122"/>
              </a:rPr>
              <a:t>Elect</a:t>
            </a:r>
            <a:r>
              <a:rPr lang="en-US" altLang="zh-CN" sz="4800" b="1" dirty="0">
                <a:solidFill>
                  <a:srgbClr val="FFC000"/>
                </a:solidFill>
                <a:latin typeface="DengXian" panose="02010600030101010101" pitchFamily="2" charset="-122"/>
                <a:ea typeface="DengXian" panose="02010600030101010101" pitchFamily="2" charset="-122"/>
              </a:rPr>
              <a:t>r</a:t>
            </a:r>
            <a:r>
              <a:rPr lang="en-HK" sz="4800" b="1" dirty="0" err="1">
                <a:solidFill>
                  <a:srgbClr val="FFC000"/>
                </a:solidFill>
                <a:latin typeface="DengXian" panose="02010600030101010101" pitchFamily="2" charset="-122"/>
                <a:ea typeface="DengXian" panose="02010600030101010101" pitchFamily="2" charset="-122"/>
              </a:rPr>
              <a:t>icity</a:t>
            </a:r>
            <a:r>
              <a:rPr lang="en-HK" sz="4800" b="1" dirty="0">
                <a:solidFill>
                  <a:srgbClr val="FFC000"/>
                </a:solidFill>
                <a:latin typeface="DengXian" panose="02010600030101010101" pitchFamily="2" charset="-122"/>
                <a:ea typeface="DengXian" panose="02010600030101010101" pitchFamily="2" charset="-122"/>
              </a:rPr>
              <a:t> </a:t>
            </a:r>
            <a:r>
              <a:rPr lang="zh-CN" altLang="en-US" sz="4800" b="1" dirty="0">
                <a:solidFill>
                  <a:srgbClr val="FFC000"/>
                </a:solidFill>
                <a:latin typeface="DengXian" panose="02010600030101010101" pitchFamily="2" charset="-122"/>
                <a:ea typeface="DengXian" panose="02010600030101010101" pitchFamily="2" charset="-122"/>
              </a:rPr>
              <a:t>電力</a:t>
            </a:r>
            <a:endParaRPr lang="en-HK" sz="4800" b="1" dirty="0">
              <a:solidFill>
                <a:srgbClr val="FFC000"/>
              </a:solidFill>
              <a:latin typeface="DengXian" panose="02010600030101010101" pitchFamily="2" charset="-122"/>
              <a:ea typeface="DengXian" panose="02010600030101010101" pitchFamily="2" charset="-122"/>
            </a:endParaRPr>
          </a:p>
        </p:txBody>
      </p:sp>
      <p:sp>
        <p:nvSpPr>
          <p:cNvPr id="19" name="文字方塊 18">
            <a:extLst>
              <a:ext uri="{FF2B5EF4-FFF2-40B4-BE49-F238E27FC236}">
                <a16:creationId xmlns:a16="http://schemas.microsoft.com/office/drawing/2014/main" id="{038AB83E-9138-3F8A-D4C9-4BB886270DD8}"/>
              </a:ext>
            </a:extLst>
          </p:cNvPr>
          <p:cNvSpPr txBox="1"/>
          <p:nvPr/>
        </p:nvSpPr>
        <p:spPr>
          <a:xfrm>
            <a:off x="752730" y="1209848"/>
            <a:ext cx="8537542" cy="735714"/>
          </a:xfrm>
          <a:prstGeom prst="rect">
            <a:avLst/>
          </a:prstGeom>
          <a:noFill/>
        </p:spPr>
        <p:txBody>
          <a:bodyPr wrap="square">
            <a:spAutoFit/>
          </a:bodyPr>
          <a:lstStyle/>
          <a:p>
            <a:pPr>
              <a:lnSpc>
                <a:spcPct val="120000"/>
              </a:lnSpc>
              <a:buNone/>
            </a:pPr>
            <a:r>
              <a:rPr lang="en-US" altLang="zh-TW" b="1" dirty="0">
                <a:solidFill>
                  <a:schemeClr val="tx1"/>
                </a:solidFill>
                <a:effectLst/>
                <a:latin typeface="DengXian" panose="02010600030101010101" pitchFamily="2" charset="-122"/>
                <a:ea typeface="DengXian" panose="02010600030101010101" pitchFamily="2" charset="-122"/>
              </a:rPr>
              <a:t>2. </a:t>
            </a:r>
            <a:r>
              <a:rPr lang="zh-TW" altLang="en-US" b="1" dirty="0">
                <a:solidFill>
                  <a:schemeClr val="tx1"/>
                </a:solidFill>
                <a:effectLst/>
                <a:latin typeface="DengXian" panose="02010600030101010101" pitchFamily="2" charset="-122"/>
                <a:ea typeface="DengXian" panose="02010600030101010101" pitchFamily="2" charset="-122"/>
              </a:rPr>
              <a:t>用户</a:t>
            </a:r>
            <a:r>
              <a:rPr lang="zh-HK" altLang="zh-HK" b="1" dirty="0">
                <a:solidFill>
                  <a:schemeClr val="tx1"/>
                </a:solidFill>
                <a:effectLst/>
                <a:latin typeface="DengXian" panose="02010600030101010101" pitchFamily="2" charset="-122"/>
                <a:ea typeface="DengXian" panose="02010600030101010101" pitchFamily="2" charset="-122"/>
              </a:rPr>
              <a:t>就像一間餐廳要自行購置發電機供電。</a:t>
            </a:r>
            <a:br>
              <a:rPr lang="zh-HK" altLang="zh-HK" b="1" dirty="0">
                <a:solidFill>
                  <a:schemeClr val="tx1"/>
                </a:solidFill>
                <a:effectLst/>
                <a:latin typeface="DengXian" panose="02010600030101010101" pitchFamily="2" charset="-122"/>
                <a:ea typeface="DengXian" panose="02010600030101010101" pitchFamily="2" charset="-122"/>
              </a:rPr>
            </a:br>
            <a:r>
              <a:rPr lang="zh-HK" altLang="zh-HK" b="1" dirty="0">
                <a:solidFill>
                  <a:schemeClr val="tx1"/>
                </a:solidFill>
                <a:effectLst/>
                <a:latin typeface="DengXian" panose="02010600030101010101" pitchFamily="2" charset="-122"/>
                <a:ea typeface="DengXian" panose="02010600030101010101" pitchFamily="2" charset="-122"/>
              </a:rPr>
              <a:t>現實中，當然沒有餐廳會這樣做。</a:t>
            </a:r>
            <a:endParaRPr lang="zh-HK" altLang="zh-HK" b="1" dirty="0">
              <a:solidFill>
                <a:srgbClr val="000000"/>
              </a:solidFill>
              <a:effectLst/>
              <a:latin typeface="DengXian" panose="02010600030101010101" pitchFamily="2" charset="-122"/>
              <a:ea typeface="DengXian" panose="02010600030101010101" pitchFamily="2" charset="-122"/>
            </a:endParaRPr>
          </a:p>
        </p:txBody>
      </p:sp>
      <p:sp>
        <p:nvSpPr>
          <p:cNvPr id="29" name="文字方塊 28">
            <a:extLst>
              <a:ext uri="{FF2B5EF4-FFF2-40B4-BE49-F238E27FC236}">
                <a16:creationId xmlns:a16="http://schemas.microsoft.com/office/drawing/2014/main" id="{E7B54313-0D68-EB95-9D1C-9AA63B328D0F}"/>
              </a:ext>
            </a:extLst>
          </p:cNvPr>
          <p:cNvSpPr txBox="1"/>
          <p:nvPr/>
        </p:nvSpPr>
        <p:spPr>
          <a:xfrm>
            <a:off x="752730" y="415542"/>
            <a:ext cx="9707785" cy="735714"/>
          </a:xfrm>
          <a:prstGeom prst="rect">
            <a:avLst/>
          </a:prstGeom>
          <a:noFill/>
        </p:spPr>
        <p:txBody>
          <a:bodyPr wrap="square">
            <a:spAutoFit/>
          </a:bodyPr>
          <a:lstStyle/>
          <a:p>
            <a:pPr marL="514350" indent="-514350">
              <a:lnSpc>
                <a:spcPct val="120000"/>
              </a:lnSpc>
              <a:buAutoNum type="arabicPeriod"/>
            </a:pPr>
            <a:r>
              <a:rPr lang="zh-TW" altLang="en-US" b="1" dirty="0">
                <a:latin typeface="DengXian" panose="02010600030101010101" pitchFamily="2" charset="-122"/>
                <a:ea typeface="DengXian" panose="02010600030101010101" pitchFamily="2" charset="-122"/>
              </a:rPr>
              <a:t>電力公司專責興建發電廠、維護電網；</a:t>
            </a:r>
            <a:endParaRPr lang="en-US" altLang="zh-TW" b="1">
              <a:latin typeface="DengXian" panose="02010600030101010101" pitchFamily="2" charset="-122"/>
              <a:ea typeface="DengXian" panose="02010600030101010101" pitchFamily="2" charset="-122"/>
            </a:endParaRPr>
          </a:p>
          <a:p>
            <a:pPr>
              <a:lnSpc>
                <a:spcPct val="120000"/>
              </a:lnSpc>
            </a:pPr>
            <a:r>
              <a:rPr lang="zh-TW" altLang="en-US" b="1" dirty="0">
                <a:latin typeface="DengXian" panose="02010600030101010101" pitchFamily="2" charset="-122"/>
                <a:ea typeface="DengXian" panose="02010600030101010101" pitchFamily="2" charset="-122"/>
              </a:rPr>
              <a:t>餐廳只須插上插頭，便可從電網取電。</a:t>
            </a:r>
            <a:endParaRPr lang="zh-HK" altLang="en-US" b="1">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2001376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wipe(down)">
                                      <p:cBhvr>
                                        <p:cTn id="11" dur="2000"/>
                                        <p:tgtEl>
                                          <p:spTgt spid="23"/>
                                        </p:tgtEl>
                                      </p:cBhvr>
                                    </p:animEffect>
                                  </p:childTnLst>
                                </p:cTn>
                              </p:par>
                              <p:par>
                                <p:cTn id="12" presetID="9" presetClass="exit" presetSubtype="0" fill="hold" grpId="0" nodeType="withEffect">
                                  <p:stCondLst>
                                    <p:cond delay="0"/>
                                  </p:stCondLst>
                                  <p:childTnLst>
                                    <p:animEffect transition="out" filter="dissolve">
                                      <p:cBhvr>
                                        <p:cTn id="13" dur="2000"/>
                                        <p:tgtEl>
                                          <p:spTgt spid="4"/>
                                        </p:tgtEl>
                                      </p:cBhvr>
                                    </p:animEffect>
                                    <p:set>
                                      <p:cBhvr>
                                        <p:cTn id="14" dur="1" fill="hold">
                                          <p:stCondLst>
                                            <p:cond delay="1999"/>
                                          </p:stCondLst>
                                        </p:cTn>
                                        <p:tgtEl>
                                          <p:spTgt spid="4"/>
                                        </p:tgtEl>
                                        <p:attrNameLst>
                                          <p:attrName>style.visibility</p:attrName>
                                        </p:attrNameLst>
                                      </p:cBhvr>
                                      <p:to>
                                        <p:strVal val="hidden"/>
                                      </p:to>
                                    </p:set>
                                  </p:childTnLst>
                                </p:cTn>
                              </p:par>
                            </p:childTnLst>
                          </p:cTn>
                        </p:par>
                        <p:par>
                          <p:cTn id="15" fill="hold">
                            <p:stCondLst>
                              <p:cond delay="2000"/>
                            </p:stCondLst>
                            <p:childTnLst>
                              <p:par>
                                <p:cTn id="16" presetID="10" presetClass="entr" presetSubtype="0"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500"/>
                                        <p:tgtEl>
                                          <p:spTgt spid="3"/>
                                        </p:tgtEl>
                                      </p:cBhvr>
                                    </p:animEffect>
                                  </p:childTnLst>
                                </p:cTn>
                              </p:par>
                            </p:childTnLst>
                          </p:cTn>
                        </p:par>
                        <p:par>
                          <p:cTn id="19" fill="hold">
                            <p:stCondLst>
                              <p:cond delay="2500"/>
                            </p:stCondLst>
                            <p:childTnLst>
                              <p:par>
                                <p:cTn id="20" presetID="22" presetClass="entr" presetSubtype="2" fill="hold" nodeType="after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wipe(right)">
                                      <p:cBhvr>
                                        <p:cTn id="22" dur="500"/>
                                        <p:tgtEl>
                                          <p:spTgt spid="21"/>
                                        </p:tgtEl>
                                      </p:cBhvr>
                                    </p:animEffect>
                                  </p:childTnLst>
                                </p:cTn>
                              </p:par>
                            </p:childTnLst>
                          </p:cTn>
                        </p:par>
                        <p:par>
                          <p:cTn id="23" fill="hold">
                            <p:stCondLst>
                              <p:cond delay="3000"/>
                            </p:stCondLst>
                            <p:childTnLst>
                              <p:par>
                                <p:cTn id="24" presetID="10" presetClass="entr" presetSubtype="0" fill="hold" grpId="0" nodeType="after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22" grpId="0"/>
      <p:bldP spid="19" grpId="0"/>
    </p:bld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FF4813CD-7CB6-BA43-C505-068A1427179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C713D3F-6A65-B6E6-C913-76F8A5363346}"/>
              </a:ext>
            </a:extLst>
          </p:cNvPr>
          <p:cNvSpPr/>
          <p:nvPr/>
        </p:nvSpPr>
        <p:spPr>
          <a:xfrm>
            <a:off x="-13157" y="50199"/>
            <a:ext cx="12254911" cy="6715441"/>
          </a:xfrm>
          <a:custGeom>
            <a:avLst/>
            <a:gdLst/>
            <a:ahLst/>
            <a:cxnLst/>
            <a:rect l="l" t="t" r="r" b="b"/>
            <a:pathLst>
              <a:path w="13318890" h="9922573">
                <a:moveTo>
                  <a:pt x="0" y="0"/>
                </a:moveTo>
                <a:lnTo>
                  <a:pt x="13318890" y="0"/>
                </a:lnTo>
                <a:lnTo>
                  <a:pt x="13318890" y="9922572"/>
                </a:lnTo>
                <a:lnTo>
                  <a:pt x="0" y="9922572"/>
                </a:lnTo>
                <a:lnTo>
                  <a:pt x="0" y="0"/>
                </a:lnTo>
                <a:close/>
              </a:path>
            </a:pathLst>
          </a:custGeom>
          <a:blipFill>
            <a:blip>
              <a:alphaModFix amt="44000"/>
              <a:extLst>
                <a:ext uri="{96DAC541-7B7A-43D3-8B79-37D633B846F1}">
                  <asvg:svgBlip xmlns:asvg="http://schemas.microsoft.com/office/drawing/2016/SVG/main" r:embed="rId3"/>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HK" sz="1200" b="0" i="0" u="none" strike="noStrike" kern="1200" cap="none" spc="0" normalizeH="0" baseline="0" noProof="0">
              <a:ln>
                <a:noFill/>
              </a:ln>
              <a:solidFill>
                <a:prstClr val="black"/>
              </a:solidFill>
              <a:effectLst/>
              <a:uLnTx/>
              <a:uFillTx/>
              <a:latin typeface="DengXian" panose="02010600030101010101" pitchFamily="2" charset="-122"/>
              <a:ea typeface="DengXian" panose="02010600030101010101" pitchFamily="2" charset="-122"/>
              <a:cs typeface="+mn-cs"/>
            </a:endParaRPr>
          </a:p>
        </p:txBody>
      </p:sp>
      <p:grpSp>
        <p:nvGrpSpPr>
          <p:cNvPr id="33" name="Group 32">
            <a:extLst>
              <a:ext uri="{FF2B5EF4-FFF2-40B4-BE49-F238E27FC236}">
                <a16:creationId xmlns:a16="http://schemas.microsoft.com/office/drawing/2014/main" id="{4593C1ED-FBB2-5EB1-44F1-2DDDAEAE103E}"/>
              </a:ext>
            </a:extLst>
          </p:cNvPr>
          <p:cNvGrpSpPr/>
          <p:nvPr/>
        </p:nvGrpSpPr>
        <p:grpSpPr>
          <a:xfrm>
            <a:off x="-13157" y="2732841"/>
            <a:ext cx="4527418" cy="4074960"/>
            <a:chOff x="-13157" y="2732841"/>
            <a:chExt cx="4527418" cy="4074960"/>
          </a:xfrm>
        </p:grpSpPr>
        <p:grpSp>
          <p:nvGrpSpPr>
            <p:cNvPr id="28" name="Group 27">
              <a:extLst>
                <a:ext uri="{FF2B5EF4-FFF2-40B4-BE49-F238E27FC236}">
                  <a16:creationId xmlns:a16="http://schemas.microsoft.com/office/drawing/2014/main" id="{865E9D7E-428D-111B-E3CA-33232CE806D6}"/>
                </a:ext>
              </a:extLst>
            </p:cNvPr>
            <p:cNvGrpSpPr/>
            <p:nvPr/>
          </p:nvGrpSpPr>
          <p:grpSpPr>
            <a:xfrm>
              <a:off x="-13157" y="2732841"/>
              <a:ext cx="4527418" cy="4074960"/>
              <a:chOff x="-131229" y="2648440"/>
              <a:chExt cx="4527418" cy="4074960"/>
            </a:xfrm>
          </p:grpSpPr>
          <p:sp>
            <p:nvSpPr>
              <p:cNvPr id="3" name="Freeform 3">
                <a:extLst>
                  <a:ext uri="{FF2B5EF4-FFF2-40B4-BE49-F238E27FC236}">
                    <a16:creationId xmlns:a16="http://schemas.microsoft.com/office/drawing/2014/main" id="{7B40C67C-3927-944D-33B8-DB95FCCDA91C}"/>
                  </a:ext>
                </a:extLst>
              </p:cNvPr>
              <p:cNvSpPr/>
              <p:nvPr/>
            </p:nvSpPr>
            <p:spPr>
              <a:xfrm>
                <a:off x="-131229" y="2648440"/>
                <a:ext cx="4527418" cy="4074960"/>
              </a:xfrm>
              <a:custGeom>
                <a:avLst/>
                <a:gdLst/>
                <a:ahLst/>
                <a:cxnLst/>
                <a:rect l="l" t="t" r="r" b="b"/>
                <a:pathLst>
                  <a:path w="6406207" h="5741563">
                    <a:moveTo>
                      <a:pt x="0" y="0"/>
                    </a:moveTo>
                    <a:lnTo>
                      <a:pt x="6406207" y="0"/>
                    </a:lnTo>
                    <a:lnTo>
                      <a:pt x="6406207" y="5741563"/>
                    </a:lnTo>
                    <a:lnTo>
                      <a:pt x="0" y="5741563"/>
                    </a:lnTo>
                    <a:lnTo>
                      <a:pt x="0" y="0"/>
                    </a:lnTo>
                    <a:close/>
                  </a:path>
                </a:pathLst>
              </a:custGeom>
              <a:blipFill>
                <a:blip>
                  <a:alphaModFix/>
                  <a:extLst>
                    <a:ext uri="{96DAC541-7B7A-43D3-8B79-37D633B846F1}">
                      <asvg:svgBlip xmlns:asvg="http://schemas.microsoft.com/office/drawing/2016/SVG/main" r:embed="rId4"/>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HK" sz="1200" b="0" i="0" u="none" strike="noStrike" kern="1200" cap="none" spc="0" normalizeH="0" baseline="0" noProof="0">
                  <a:ln>
                    <a:noFill/>
                  </a:ln>
                  <a:solidFill>
                    <a:prstClr val="black"/>
                  </a:solidFill>
                  <a:effectLst/>
                  <a:uLnTx/>
                  <a:uFillTx/>
                  <a:latin typeface="DengXian" panose="02010600030101010101" pitchFamily="2" charset="-122"/>
                  <a:ea typeface="DengXian" panose="02010600030101010101" pitchFamily="2" charset="-122"/>
                  <a:cs typeface="+mn-cs"/>
                </a:endParaRPr>
              </a:p>
            </p:txBody>
          </p:sp>
          <p:pic>
            <p:nvPicPr>
              <p:cNvPr id="5" name="Picture 4" descr="Netflix Logo (Black Background) Vector Download - iconLogoVector">
                <a:extLst>
                  <a:ext uri="{FF2B5EF4-FFF2-40B4-BE49-F238E27FC236}">
                    <a16:creationId xmlns:a16="http://schemas.microsoft.com/office/drawing/2014/main" id="{0A7DA79C-44C1-26E1-A6AE-22BEB3E6E9CD}"/>
                  </a:ext>
                </a:extLst>
              </p:cNvPr>
              <p:cNvPicPr>
                <a:picLocks noChangeAspect="1"/>
              </p:cNvPicPr>
              <p:nvPr/>
            </p:nvPicPr>
            <p:blipFill>
              <a:blip r:embed="rId5"/>
              <a:stretch>
                <a:fillRect/>
              </a:stretch>
            </p:blipFill>
            <p:spPr>
              <a:xfrm>
                <a:off x="1660298" y="3652494"/>
                <a:ext cx="762530" cy="762530"/>
              </a:xfrm>
              <a:prstGeom prst="rect">
                <a:avLst/>
              </a:prstGeom>
            </p:spPr>
          </p:pic>
          <p:pic>
            <p:nvPicPr>
              <p:cNvPr id="7" name="Picture 6" descr="Google Classroom Logo Stock Illustrations – 40 Google ...">
                <a:extLst>
                  <a:ext uri="{FF2B5EF4-FFF2-40B4-BE49-F238E27FC236}">
                    <a16:creationId xmlns:a16="http://schemas.microsoft.com/office/drawing/2014/main" id="{6D3AB0B5-0BBB-2C54-2B22-A528C22B9931}"/>
                  </a:ext>
                </a:extLst>
              </p:cNvPr>
              <p:cNvPicPr>
                <a:picLocks noChangeAspect="1"/>
              </p:cNvPicPr>
              <p:nvPr/>
            </p:nvPicPr>
            <p:blipFill>
              <a:blip r:embed="rId6"/>
              <a:srcRect l="3087" t="2950" r="4222" b="3450"/>
              <a:stretch>
                <a:fillRect/>
              </a:stretch>
            </p:blipFill>
            <p:spPr>
              <a:xfrm>
                <a:off x="581568" y="2900873"/>
                <a:ext cx="1052593" cy="1062923"/>
              </a:xfrm>
              <a:prstGeom prst="rect">
                <a:avLst/>
              </a:prstGeom>
            </p:spPr>
          </p:pic>
          <p:pic>
            <p:nvPicPr>
              <p:cNvPr id="8" name="Picture 7" descr="Instagram Logo Vector">
                <a:extLst>
                  <a:ext uri="{FF2B5EF4-FFF2-40B4-BE49-F238E27FC236}">
                    <a16:creationId xmlns:a16="http://schemas.microsoft.com/office/drawing/2014/main" id="{2E681D8D-280E-897B-11AC-B62E21A0F39D}"/>
                  </a:ext>
                </a:extLst>
              </p:cNvPr>
              <p:cNvPicPr>
                <a:picLocks noChangeAspect="1"/>
              </p:cNvPicPr>
              <p:nvPr/>
            </p:nvPicPr>
            <p:blipFill>
              <a:blip r:embed="rId7"/>
              <a:stretch>
                <a:fillRect/>
              </a:stretch>
            </p:blipFill>
            <p:spPr>
              <a:xfrm flipH="1">
                <a:off x="1532788" y="5355558"/>
                <a:ext cx="762529" cy="762529"/>
              </a:xfrm>
              <a:prstGeom prst="rect">
                <a:avLst/>
              </a:prstGeom>
            </p:spPr>
          </p:pic>
          <p:pic>
            <p:nvPicPr>
              <p:cNvPr id="9" name="Picture 8" descr="Zoom Logo, symbol, meaning, history, PNG, brand">
                <a:extLst>
                  <a:ext uri="{FF2B5EF4-FFF2-40B4-BE49-F238E27FC236}">
                    <a16:creationId xmlns:a16="http://schemas.microsoft.com/office/drawing/2014/main" id="{3430BE2F-18DA-F1E8-4F16-9428AA66D03A}"/>
                  </a:ext>
                </a:extLst>
              </p:cNvPr>
              <p:cNvPicPr>
                <a:picLocks noChangeAspect="1"/>
              </p:cNvPicPr>
              <p:nvPr/>
            </p:nvPicPr>
            <p:blipFill>
              <a:blip r:embed="rId8"/>
              <a:stretch>
                <a:fillRect/>
              </a:stretch>
            </p:blipFill>
            <p:spPr>
              <a:xfrm>
                <a:off x="2271230" y="4068928"/>
                <a:ext cx="1165843" cy="655787"/>
              </a:xfrm>
              <a:prstGeom prst="rect">
                <a:avLst/>
              </a:prstGeom>
            </p:spPr>
          </p:pic>
          <p:pic>
            <p:nvPicPr>
              <p:cNvPr id="10" name="Picture 9" descr="Canva – Download og installer i Windows | Microsoft Store">
                <a:extLst>
                  <a:ext uri="{FF2B5EF4-FFF2-40B4-BE49-F238E27FC236}">
                    <a16:creationId xmlns:a16="http://schemas.microsoft.com/office/drawing/2014/main" id="{C1A88B52-AD9E-B53D-99B7-8790EACE6A7D}"/>
                  </a:ext>
                </a:extLst>
              </p:cNvPr>
              <p:cNvPicPr>
                <a:picLocks noChangeAspect="1"/>
              </p:cNvPicPr>
              <p:nvPr/>
            </p:nvPicPr>
            <p:blipFill>
              <a:blip r:embed="rId9"/>
              <a:stretch>
                <a:fillRect/>
              </a:stretch>
            </p:blipFill>
            <p:spPr>
              <a:xfrm>
                <a:off x="207459" y="4033759"/>
                <a:ext cx="640395" cy="640395"/>
              </a:xfrm>
              <a:prstGeom prst="rect">
                <a:avLst/>
              </a:prstGeom>
            </p:spPr>
          </p:pic>
          <p:pic>
            <p:nvPicPr>
              <p:cNvPr id="11" name="Picture 10" descr="How to use Douyin (TikTok China) in 2023? - STAiiRS">
                <a:extLst>
                  <a:ext uri="{FF2B5EF4-FFF2-40B4-BE49-F238E27FC236}">
                    <a16:creationId xmlns:a16="http://schemas.microsoft.com/office/drawing/2014/main" id="{1BC2A628-B6B4-CA79-1292-31814BDF7D5F}"/>
                  </a:ext>
                </a:extLst>
              </p:cNvPr>
              <p:cNvPicPr>
                <a:picLocks noChangeAspect="1"/>
              </p:cNvPicPr>
              <p:nvPr/>
            </p:nvPicPr>
            <p:blipFill>
              <a:blip r:embed="rId10"/>
              <a:srcRect l="16400" r="15723" b="6098"/>
              <a:stretch>
                <a:fillRect/>
              </a:stretch>
            </p:blipFill>
            <p:spPr>
              <a:xfrm>
                <a:off x="159121" y="5643852"/>
                <a:ext cx="789316" cy="727521"/>
              </a:xfrm>
              <a:prstGeom prst="rect">
                <a:avLst/>
              </a:prstGeom>
            </p:spPr>
          </p:pic>
        </p:grpSp>
        <p:pic>
          <p:nvPicPr>
            <p:cNvPr id="29" name="Picture 28" descr="HSBC Logo, symbol, meaning, history, PNG, brand">
              <a:extLst>
                <a:ext uri="{FF2B5EF4-FFF2-40B4-BE49-F238E27FC236}">
                  <a16:creationId xmlns:a16="http://schemas.microsoft.com/office/drawing/2014/main" id="{E576797C-D792-47EC-DC17-392E279C1892}"/>
                </a:ext>
              </a:extLst>
            </p:cNvPr>
            <p:cNvPicPr>
              <a:picLocks noChangeAspect="1"/>
            </p:cNvPicPr>
            <p:nvPr/>
          </p:nvPicPr>
          <p:blipFill>
            <a:blip r:embed="rId11"/>
            <a:stretch>
              <a:fillRect/>
            </a:stretch>
          </p:blipFill>
          <p:spPr>
            <a:xfrm>
              <a:off x="502329" y="4828517"/>
              <a:ext cx="1139330" cy="640873"/>
            </a:xfrm>
            <a:prstGeom prst="rect">
              <a:avLst/>
            </a:prstGeom>
          </p:spPr>
        </p:pic>
        <p:pic>
          <p:nvPicPr>
            <p:cNvPr id="31" name="Picture 30" descr="File:PCCW (Hong Kong ICT company) logo (fair use).svg - Wikipedia">
              <a:extLst>
                <a:ext uri="{FF2B5EF4-FFF2-40B4-BE49-F238E27FC236}">
                  <a16:creationId xmlns:a16="http://schemas.microsoft.com/office/drawing/2014/main" id="{58548EC9-6895-7340-16DB-B7E338E06A98}"/>
                </a:ext>
              </a:extLst>
            </p:cNvPr>
            <p:cNvPicPr>
              <a:picLocks noChangeAspect="1"/>
            </p:cNvPicPr>
            <p:nvPr/>
          </p:nvPicPr>
          <p:blipFill>
            <a:blip r:embed="rId12"/>
            <a:stretch>
              <a:fillRect/>
            </a:stretch>
          </p:blipFill>
          <p:spPr>
            <a:xfrm>
              <a:off x="2739985" y="6039914"/>
              <a:ext cx="1450717" cy="471483"/>
            </a:xfrm>
            <a:prstGeom prst="rect">
              <a:avLst/>
            </a:prstGeom>
            <a:solidFill>
              <a:schemeClr val="bg1"/>
            </a:solidFill>
          </p:spPr>
        </p:pic>
        <p:pic>
          <p:nvPicPr>
            <p:cNvPr id="32" name="Picture 31" descr="File:HK MTR logo.svg - Wikipedia">
              <a:extLst>
                <a:ext uri="{FF2B5EF4-FFF2-40B4-BE49-F238E27FC236}">
                  <a16:creationId xmlns:a16="http://schemas.microsoft.com/office/drawing/2014/main" id="{BAC9B81C-2D92-26AC-8AEA-6336F849A83E}"/>
                </a:ext>
              </a:extLst>
            </p:cNvPr>
            <p:cNvPicPr>
              <a:picLocks noChangeAspect="1"/>
            </p:cNvPicPr>
            <p:nvPr/>
          </p:nvPicPr>
          <p:blipFill>
            <a:blip r:embed="rId13"/>
            <a:stretch>
              <a:fillRect/>
            </a:stretch>
          </p:blipFill>
          <p:spPr>
            <a:xfrm>
              <a:off x="2706797" y="5227362"/>
              <a:ext cx="742326" cy="593861"/>
            </a:xfrm>
            <a:prstGeom prst="rect">
              <a:avLst/>
            </a:prstGeom>
          </p:spPr>
        </p:pic>
      </p:grpSp>
      <p:sp>
        <p:nvSpPr>
          <p:cNvPr id="13" name="Title 1">
            <a:extLst>
              <a:ext uri="{FF2B5EF4-FFF2-40B4-BE49-F238E27FC236}">
                <a16:creationId xmlns:a16="http://schemas.microsoft.com/office/drawing/2014/main" id="{80E29A98-1E17-2E3A-0397-A630A199D6B0}"/>
              </a:ext>
            </a:extLst>
          </p:cNvPr>
          <p:cNvSpPr txBox="1">
            <a:spLocks/>
          </p:cNvSpPr>
          <p:nvPr/>
        </p:nvSpPr>
        <p:spPr>
          <a:xfrm>
            <a:off x="1371600" y="685800"/>
            <a:ext cx="9601200" cy="1485900"/>
          </a:xfrm>
          <a:prstGeom prst="rect">
            <a:avLst/>
          </a:prstGeom>
        </p:spPr>
        <p:txBody>
          <a:bodyPr anchor="ctr">
            <a:normAutofit/>
          </a:bodyPr>
          <a:lstStyle>
            <a:lvl1pPr algn="l" defTabSz="914400" rtl="0" eaLnBrk="1" latinLnBrk="0" hangingPunct="1">
              <a:lnSpc>
                <a:spcPct val="89000"/>
              </a:lnSpc>
              <a:spcBef>
                <a:spcPct val="0"/>
              </a:spcBef>
              <a:buNone/>
              <a:defRPr sz="6000" b="0" i="0" kern="1200" baseline="0">
                <a:solidFill>
                  <a:schemeClr val="tx1"/>
                </a:solidFill>
                <a:latin typeface="Helvetica" pitchFamily="2" charset="0"/>
                <a:ea typeface="Noto Sans SC Medium" panose="020B0600000000000000" pitchFamily="34" charset="-128"/>
                <a:cs typeface="Helvetica" pitchFamily="2" charset="0"/>
              </a:defRPr>
            </a:lvl1pPr>
          </a:lstStyle>
          <a:p>
            <a:r>
              <a:rPr lang="en-US" b="1" dirty="0" err="1">
                <a:solidFill>
                  <a:schemeClr val="bg1"/>
                </a:solidFill>
                <a:latin typeface="DengXian" panose="02010600030101010101" pitchFamily="2" charset="-122"/>
                <a:ea typeface="DengXian" panose="02010600030101010101" pitchFamily="2" charset="-122"/>
              </a:rPr>
              <a:t>什麼是雲計算</a:t>
            </a:r>
            <a:endParaRPr lang="en-US" b="1" dirty="0">
              <a:solidFill>
                <a:schemeClr val="bg1"/>
              </a:solidFill>
              <a:latin typeface="DengXian" panose="02010600030101010101" pitchFamily="2" charset="-122"/>
              <a:ea typeface="DengXian" panose="02010600030101010101" pitchFamily="2" charset="-122"/>
            </a:endParaRPr>
          </a:p>
        </p:txBody>
      </p:sp>
      <p:sp>
        <p:nvSpPr>
          <p:cNvPr id="20" name="文字方塊 19">
            <a:extLst>
              <a:ext uri="{FF2B5EF4-FFF2-40B4-BE49-F238E27FC236}">
                <a16:creationId xmlns:a16="http://schemas.microsoft.com/office/drawing/2014/main" id="{39B7E472-C633-A5BB-B253-131DF6A82E20}"/>
              </a:ext>
            </a:extLst>
          </p:cNvPr>
          <p:cNvSpPr txBox="1"/>
          <p:nvPr/>
        </p:nvSpPr>
        <p:spPr>
          <a:xfrm>
            <a:off x="1341214" y="1812320"/>
            <a:ext cx="10900539" cy="430887"/>
          </a:xfrm>
          <a:prstGeom prst="rect">
            <a:avLst/>
          </a:prstGeom>
          <a:noFill/>
        </p:spPr>
        <p:txBody>
          <a:bodyPr wrap="square">
            <a:spAutoFit/>
          </a:bodyPr>
          <a:lstStyle/>
          <a:p>
            <a:pPr>
              <a:lnSpc>
                <a:spcPct val="100000"/>
              </a:lnSpc>
            </a:pPr>
            <a:r>
              <a:rPr lang="en-US" altLang="zh-TW" sz="2200" b="1" dirty="0">
                <a:solidFill>
                  <a:schemeClr val="bg1"/>
                </a:solidFill>
                <a:latin typeface="DengXian" panose="02010600030101010101" pitchFamily="2" charset="-122"/>
                <a:ea typeface="DengXian" panose="02010600030101010101" pitchFamily="2" charset="-122"/>
              </a:rPr>
              <a:t>5. </a:t>
            </a:r>
            <a:r>
              <a:rPr lang="zh-TW" altLang="en-US" sz="2200" b="1" dirty="0">
                <a:solidFill>
                  <a:schemeClr val="bg1"/>
                </a:solidFill>
                <a:latin typeface="DengXian" panose="02010600030101010101" pitchFamily="2" charset="-122"/>
                <a:ea typeface="DengXian" panose="02010600030101010101" pitchFamily="2" charset="-122"/>
              </a:rPr>
              <a:t>今日許多企業，處境正如當年那間餐廳</a:t>
            </a:r>
            <a:r>
              <a:rPr lang="en-US" altLang="zh-TW" sz="2200" b="1" dirty="0">
                <a:solidFill>
                  <a:schemeClr val="bg1"/>
                </a:solidFill>
                <a:latin typeface="DengXian" panose="02010600030101010101" pitchFamily="2" charset="-122"/>
                <a:ea typeface="DengXian" panose="02010600030101010101" pitchFamily="2" charset="-122"/>
              </a:rPr>
              <a:t>——</a:t>
            </a:r>
            <a:r>
              <a:rPr lang="zh-TW" altLang="en-US" sz="2200" b="1" dirty="0">
                <a:solidFill>
                  <a:schemeClr val="bg1"/>
                </a:solidFill>
                <a:latin typeface="DengXian" panose="02010600030101010101" pitchFamily="2" charset="-122"/>
                <a:ea typeface="DengXian" panose="02010600030101010101" pitchFamily="2" charset="-122"/>
              </a:rPr>
              <a:t>只是他們需要的並非電力，而是算力</a:t>
            </a:r>
            <a:endParaRPr lang="zh-HK" altLang="en-US" sz="2200" b="1" dirty="0">
              <a:solidFill>
                <a:schemeClr val="bg1"/>
              </a:solidFill>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571320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5C677A5D-DD94-518B-1F7D-1F6F8FAAD71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F07B6F2-CDEB-FFA9-189F-EB0D191ECCE0}"/>
              </a:ext>
            </a:extLst>
          </p:cNvPr>
          <p:cNvSpPr/>
          <p:nvPr/>
        </p:nvSpPr>
        <p:spPr>
          <a:xfrm>
            <a:off x="-13157" y="50199"/>
            <a:ext cx="12254911" cy="6715441"/>
          </a:xfrm>
          <a:custGeom>
            <a:avLst/>
            <a:gdLst/>
            <a:ahLst/>
            <a:cxnLst/>
            <a:rect l="l" t="t" r="r" b="b"/>
            <a:pathLst>
              <a:path w="13318890" h="9922573">
                <a:moveTo>
                  <a:pt x="0" y="0"/>
                </a:moveTo>
                <a:lnTo>
                  <a:pt x="13318890" y="0"/>
                </a:lnTo>
                <a:lnTo>
                  <a:pt x="13318890" y="9922572"/>
                </a:lnTo>
                <a:lnTo>
                  <a:pt x="0" y="9922572"/>
                </a:lnTo>
                <a:lnTo>
                  <a:pt x="0" y="0"/>
                </a:lnTo>
                <a:close/>
              </a:path>
            </a:pathLst>
          </a:custGeom>
          <a:blipFill>
            <a:blip>
              <a:alphaModFix amt="44000"/>
              <a:extLst>
                <a:ext uri="{96DAC541-7B7A-43D3-8B79-37D633B846F1}">
                  <asvg:svgBlip xmlns:asvg="http://schemas.microsoft.com/office/drawing/2016/SVG/main" r:embed="rId5"/>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HK" sz="1200" b="0" i="0" u="none" strike="noStrike" kern="1200" cap="none" spc="0" normalizeH="0" baseline="0" noProof="0">
              <a:ln>
                <a:noFill/>
              </a:ln>
              <a:solidFill>
                <a:prstClr val="black"/>
              </a:solidFill>
              <a:effectLst/>
              <a:uLnTx/>
              <a:uFillTx/>
              <a:latin typeface="DengXian" panose="02010600030101010101" pitchFamily="2" charset="-122"/>
              <a:ea typeface="DengXian" panose="02010600030101010101" pitchFamily="2" charset="-122"/>
              <a:cs typeface="+mn-cs"/>
            </a:endParaRPr>
          </a:p>
        </p:txBody>
      </p:sp>
      <p:pic>
        <p:nvPicPr>
          <p:cNvPr id="14" name="Picture 10">
            <a:hlinkClick r:id="" action="ppaction://media"/>
            <a:extLst>
              <a:ext uri="{FF2B5EF4-FFF2-40B4-BE49-F238E27FC236}">
                <a16:creationId xmlns:a16="http://schemas.microsoft.com/office/drawing/2014/main" id="{703CADFB-5990-42BC-ADD9-96E8621E9CD8}"/>
              </a:ext>
            </a:extLst>
          </p:cNvPr>
          <p:cNvPicPr>
            <a:picLocks noChangeAspect="1"/>
          </p:cNvPicPr>
          <p:nvPr>
            <a:videoFile r:link="rId2"/>
            <p:extLst>
              <p:ext uri="{DAA4B4D4-6D71-4841-9C94-3DE7FCFB9230}">
                <p14:media xmlns:p14="http://schemas.microsoft.com/office/powerpoint/2010/main" r:embed="rId1"/>
              </p:ext>
            </p:extLst>
          </p:nvPr>
        </p:nvPicPr>
        <p:blipFill>
          <a:blip r:embed="rId6"/>
          <a:srcRect l="49489" r="2797"/>
          <a:stretch>
            <a:fillRect/>
          </a:stretch>
        </p:blipFill>
        <p:spPr>
          <a:xfrm>
            <a:off x="8067301" y="1419155"/>
            <a:ext cx="4111577" cy="5463762"/>
          </a:xfrm>
          <a:prstGeom prst="rect">
            <a:avLst/>
          </a:prstGeom>
        </p:spPr>
      </p:pic>
      <p:pic>
        <p:nvPicPr>
          <p:cNvPr id="15" name="Picture 14" descr="How Alibaba Cloud Engineered China's Digital Explosion | by ...">
            <a:extLst>
              <a:ext uri="{FF2B5EF4-FFF2-40B4-BE49-F238E27FC236}">
                <a16:creationId xmlns:a16="http://schemas.microsoft.com/office/drawing/2014/main" id="{550D5A9C-3EB3-890E-2448-A91D6846306F}"/>
              </a:ext>
            </a:extLst>
          </p:cNvPr>
          <p:cNvPicPr>
            <a:picLocks noChangeAspect="1"/>
          </p:cNvPicPr>
          <p:nvPr/>
        </p:nvPicPr>
        <p:blipFill>
          <a:blip r:embed="rId7"/>
          <a:srcRect l="21566" t="21343" r="21979" b="18451"/>
          <a:stretch>
            <a:fillRect/>
          </a:stretch>
        </p:blipFill>
        <p:spPr>
          <a:xfrm>
            <a:off x="8059852" y="3235855"/>
            <a:ext cx="1373851" cy="769180"/>
          </a:xfrm>
          <a:prstGeom prst="rect">
            <a:avLst/>
          </a:prstGeom>
        </p:spPr>
      </p:pic>
      <p:pic>
        <p:nvPicPr>
          <p:cNvPr id="16" name="Picture 15" descr="Amazon Web Services Logo, symbol, meaning, history, PNG, brand">
            <a:extLst>
              <a:ext uri="{FF2B5EF4-FFF2-40B4-BE49-F238E27FC236}">
                <a16:creationId xmlns:a16="http://schemas.microsoft.com/office/drawing/2014/main" id="{89EA7BA8-9B9E-BF0C-3C3D-37E8D2770DB2}"/>
              </a:ext>
            </a:extLst>
          </p:cNvPr>
          <p:cNvPicPr>
            <a:picLocks noChangeAspect="1"/>
          </p:cNvPicPr>
          <p:nvPr/>
        </p:nvPicPr>
        <p:blipFill>
          <a:blip r:embed="rId8"/>
          <a:stretch>
            <a:fillRect/>
          </a:stretch>
        </p:blipFill>
        <p:spPr>
          <a:xfrm>
            <a:off x="9357704" y="3181018"/>
            <a:ext cx="1562409" cy="878854"/>
          </a:xfrm>
          <a:prstGeom prst="rect">
            <a:avLst/>
          </a:prstGeom>
        </p:spPr>
      </p:pic>
      <p:pic>
        <p:nvPicPr>
          <p:cNvPr id="17" name="Picture 16" descr="azure-cloud-logo - Wallit">
            <a:extLst>
              <a:ext uri="{FF2B5EF4-FFF2-40B4-BE49-F238E27FC236}">
                <a16:creationId xmlns:a16="http://schemas.microsoft.com/office/drawing/2014/main" id="{50D0CF2E-694E-AB09-7D8A-42A0BE625F79}"/>
              </a:ext>
            </a:extLst>
          </p:cNvPr>
          <p:cNvPicPr>
            <a:picLocks noChangeAspect="1"/>
          </p:cNvPicPr>
          <p:nvPr/>
        </p:nvPicPr>
        <p:blipFill>
          <a:blip r:embed="rId9"/>
          <a:stretch>
            <a:fillRect/>
          </a:stretch>
        </p:blipFill>
        <p:spPr>
          <a:xfrm>
            <a:off x="10781239" y="3246373"/>
            <a:ext cx="1460515" cy="834580"/>
          </a:xfrm>
          <a:prstGeom prst="rect">
            <a:avLst/>
          </a:prstGeom>
        </p:spPr>
      </p:pic>
      <p:grpSp>
        <p:nvGrpSpPr>
          <p:cNvPr id="33" name="Group 32">
            <a:extLst>
              <a:ext uri="{FF2B5EF4-FFF2-40B4-BE49-F238E27FC236}">
                <a16:creationId xmlns:a16="http://schemas.microsoft.com/office/drawing/2014/main" id="{5DBBEF17-C06C-F3DC-651F-95C4C7FC99FC}"/>
              </a:ext>
            </a:extLst>
          </p:cNvPr>
          <p:cNvGrpSpPr/>
          <p:nvPr/>
        </p:nvGrpSpPr>
        <p:grpSpPr>
          <a:xfrm>
            <a:off x="-13157" y="2732841"/>
            <a:ext cx="4527418" cy="4074960"/>
            <a:chOff x="-13157" y="2732841"/>
            <a:chExt cx="4527418" cy="4074960"/>
          </a:xfrm>
        </p:grpSpPr>
        <p:grpSp>
          <p:nvGrpSpPr>
            <p:cNvPr id="28" name="Group 27">
              <a:extLst>
                <a:ext uri="{FF2B5EF4-FFF2-40B4-BE49-F238E27FC236}">
                  <a16:creationId xmlns:a16="http://schemas.microsoft.com/office/drawing/2014/main" id="{FA25FE9D-E094-5F20-5377-2CD7C13497F3}"/>
                </a:ext>
              </a:extLst>
            </p:cNvPr>
            <p:cNvGrpSpPr/>
            <p:nvPr/>
          </p:nvGrpSpPr>
          <p:grpSpPr>
            <a:xfrm>
              <a:off x="-13157" y="2732841"/>
              <a:ext cx="4527418" cy="4074960"/>
              <a:chOff x="-131229" y="2648440"/>
              <a:chExt cx="4527418" cy="4074960"/>
            </a:xfrm>
          </p:grpSpPr>
          <p:sp>
            <p:nvSpPr>
              <p:cNvPr id="3" name="Freeform 3">
                <a:extLst>
                  <a:ext uri="{FF2B5EF4-FFF2-40B4-BE49-F238E27FC236}">
                    <a16:creationId xmlns:a16="http://schemas.microsoft.com/office/drawing/2014/main" id="{E8D08D74-3182-E98B-E651-08C57A8F11C7}"/>
                  </a:ext>
                </a:extLst>
              </p:cNvPr>
              <p:cNvSpPr/>
              <p:nvPr/>
            </p:nvSpPr>
            <p:spPr>
              <a:xfrm>
                <a:off x="-131229" y="2648440"/>
                <a:ext cx="4527418" cy="4074960"/>
              </a:xfrm>
              <a:custGeom>
                <a:avLst/>
                <a:gdLst/>
                <a:ahLst/>
                <a:cxnLst/>
                <a:rect l="l" t="t" r="r" b="b"/>
                <a:pathLst>
                  <a:path w="6406207" h="5741563">
                    <a:moveTo>
                      <a:pt x="0" y="0"/>
                    </a:moveTo>
                    <a:lnTo>
                      <a:pt x="6406207" y="0"/>
                    </a:lnTo>
                    <a:lnTo>
                      <a:pt x="6406207" y="5741563"/>
                    </a:lnTo>
                    <a:lnTo>
                      <a:pt x="0" y="5741563"/>
                    </a:lnTo>
                    <a:lnTo>
                      <a:pt x="0" y="0"/>
                    </a:lnTo>
                    <a:close/>
                  </a:path>
                </a:pathLst>
              </a:custGeom>
              <a:blipFill>
                <a:blip>
                  <a:alphaModFix/>
                  <a:extLst>
                    <a:ext uri="{96DAC541-7B7A-43D3-8B79-37D633B846F1}">
                      <asvg:svgBlip xmlns:asvg="http://schemas.microsoft.com/office/drawing/2016/SVG/main" r:embed="rId10"/>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HK" sz="1200" b="0" i="0" u="none" strike="noStrike" kern="1200" cap="none" spc="0" normalizeH="0" baseline="0" noProof="0">
                  <a:ln>
                    <a:noFill/>
                  </a:ln>
                  <a:solidFill>
                    <a:prstClr val="black"/>
                  </a:solidFill>
                  <a:effectLst/>
                  <a:uLnTx/>
                  <a:uFillTx/>
                  <a:latin typeface="DengXian" panose="02010600030101010101" pitchFamily="2" charset="-122"/>
                  <a:ea typeface="DengXian" panose="02010600030101010101" pitchFamily="2" charset="-122"/>
                  <a:cs typeface="+mn-cs"/>
                </a:endParaRPr>
              </a:p>
            </p:txBody>
          </p:sp>
          <p:pic>
            <p:nvPicPr>
              <p:cNvPr id="5" name="Picture 4" descr="Netflix Logo (Black Background) Vector Download - iconLogoVector">
                <a:extLst>
                  <a:ext uri="{FF2B5EF4-FFF2-40B4-BE49-F238E27FC236}">
                    <a16:creationId xmlns:a16="http://schemas.microsoft.com/office/drawing/2014/main" id="{67285DD8-A3EE-F258-74A2-12F77B8DFBBF}"/>
                  </a:ext>
                </a:extLst>
              </p:cNvPr>
              <p:cNvPicPr>
                <a:picLocks noChangeAspect="1"/>
              </p:cNvPicPr>
              <p:nvPr/>
            </p:nvPicPr>
            <p:blipFill>
              <a:blip r:embed="rId11"/>
              <a:stretch>
                <a:fillRect/>
              </a:stretch>
            </p:blipFill>
            <p:spPr>
              <a:xfrm>
                <a:off x="1660298" y="3652494"/>
                <a:ext cx="762530" cy="762530"/>
              </a:xfrm>
              <a:prstGeom prst="rect">
                <a:avLst/>
              </a:prstGeom>
            </p:spPr>
          </p:pic>
          <p:pic>
            <p:nvPicPr>
              <p:cNvPr id="7" name="Picture 6" descr="Google Classroom Logo Stock Illustrations – 40 Google ...">
                <a:extLst>
                  <a:ext uri="{FF2B5EF4-FFF2-40B4-BE49-F238E27FC236}">
                    <a16:creationId xmlns:a16="http://schemas.microsoft.com/office/drawing/2014/main" id="{975B0337-6919-155D-E37A-58AE1F1425ED}"/>
                  </a:ext>
                </a:extLst>
              </p:cNvPr>
              <p:cNvPicPr>
                <a:picLocks noChangeAspect="1"/>
              </p:cNvPicPr>
              <p:nvPr/>
            </p:nvPicPr>
            <p:blipFill>
              <a:blip r:embed="rId12"/>
              <a:srcRect l="3087" t="2950" r="4222" b="3450"/>
              <a:stretch>
                <a:fillRect/>
              </a:stretch>
            </p:blipFill>
            <p:spPr>
              <a:xfrm>
                <a:off x="581568" y="2900873"/>
                <a:ext cx="1052593" cy="1062923"/>
              </a:xfrm>
              <a:prstGeom prst="rect">
                <a:avLst/>
              </a:prstGeom>
            </p:spPr>
          </p:pic>
          <p:pic>
            <p:nvPicPr>
              <p:cNvPr id="8" name="Picture 7" descr="Instagram Logo Vector">
                <a:extLst>
                  <a:ext uri="{FF2B5EF4-FFF2-40B4-BE49-F238E27FC236}">
                    <a16:creationId xmlns:a16="http://schemas.microsoft.com/office/drawing/2014/main" id="{311166B6-D5E0-98C5-8D29-7412EEEE0637}"/>
                  </a:ext>
                </a:extLst>
              </p:cNvPr>
              <p:cNvPicPr>
                <a:picLocks noChangeAspect="1"/>
              </p:cNvPicPr>
              <p:nvPr/>
            </p:nvPicPr>
            <p:blipFill>
              <a:blip r:embed="rId13"/>
              <a:stretch>
                <a:fillRect/>
              </a:stretch>
            </p:blipFill>
            <p:spPr>
              <a:xfrm flipH="1">
                <a:off x="1532788" y="5355558"/>
                <a:ext cx="762529" cy="762529"/>
              </a:xfrm>
              <a:prstGeom prst="rect">
                <a:avLst/>
              </a:prstGeom>
            </p:spPr>
          </p:pic>
          <p:pic>
            <p:nvPicPr>
              <p:cNvPr id="9" name="Picture 8" descr="Zoom Logo, symbol, meaning, history, PNG, brand">
                <a:extLst>
                  <a:ext uri="{FF2B5EF4-FFF2-40B4-BE49-F238E27FC236}">
                    <a16:creationId xmlns:a16="http://schemas.microsoft.com/office/drawing/2014/main" id="{3B7C8CF7-AF07-6C75-C41B-E856389927BB}"/>
                  </a:ext>
                </a:extLst>
              </p:cNvPr>
              <p:cNvPicPr>
                <a:picLocks noChangeAspect="1"/>
              </p:cNvPicPr>
              <p:nvPr/>
            </p:nvPicPr>
            <p:blipFill>
              <a:blip r:embed="rId14"/>
              <a:stretch>
                <a:fillRect/>
              </a:stretch>
            </p:blipFill>
            <p:spPr>
              <a:xfrm>
                <a:off x="2271230" y="4068928"/>
                <a:ext cx="1165843" cy="655787"/>
              </a:xfrm>
              <a:prstGeom prst="rect">
                <a:avLst/>
              </a:prstGeom>
            </p:spPr>
          </p:pic>
          <p:pic>
            <p:nvPicPr>
              <p:cNvPr id="10" name="Picture 9" descr="Canva – Download og installer i Windows | Microsoft Store">
                <a:extLst>
                  <a:ext uri="{FF2B5EF4-FFF2-40B4-BE49-F238E27FC236}">
                    <a16:creationId xmlns:a16="http://schemas.microsoft.com/office/drawing/2014/main" id="{60621039-431F-34B2-F1B0-99F54FB3762C}"/>
                  </a:ext>
                </a:extLst>
              </p:cNvPr>
              <p:cNvPicPr>
                <a:picLocks noChangeAspect="1"/>
              </p:cNvPicPr>
              <p:nvPr/>
            </p:nvPicPr>
            <p:blipFill>
              <a:blip r:embed="rId15"/>
              <a:stretch>
                <a:fillRect/>
              </a:stretch>
            </p:blipFill>
            <p:spPr>
              <a:xfrm>
                <a:off x="207459" y="4033759"/>
                <a:ext cx="640395" cy="640395"/>
              </a:xfrm>
              <a:prstGeom prst="rect">
                <a:avLst/>
              </a:prstGeom>
            </p:spPr>
          </p:pic>
          <p:pic>
            <p:nvPicPr>
              <p:cNvPr id="11" name="Picture 10" descr="How to use Douyin (TikTok China) in 2023? - STAiiRS">
                <a:extLst>
                  <a:ext uri="{FF2B5EF4-FFF2-40B4-BE49-F238E27FC236}">
                    <a16:creationId xmlns:a16="http://schemas.microsoft.com/office/drawing/2014/main" id="{4AAA3476-0938-490F-B185-5A3B3C9DA63D}"/>
                  </a:ext>
                </a:extLst>
              </p:cNvPr>
              <p:cNvPicPr>
                <a:picLocks noChangeAspect="1"/>
              </p:cNvPicPr>
              <p:nvPr/>
            </p:nvPicPr>
            <p:blipFill>
              <a:blip r:embed="rId16"/>
              <a:srcRect l="16400" r="15723" b="6098"/>
              <a:stretch>
                <a:fillRect/>
              </a:stretch>
            </p:blipFill>
            <p:spPr>
              <a:xfrm>
                <a:off x="159121" y="5643852"/>
                <a:ext cx="789316" cy="727521"/>
              </a:xfrm>
              <a:prstGeom prst="rect">
                <a:avLst/>
              </a:prstGeom>
            </p:spPr>
          </p:pic>
        </p:grpSp>
        <p:pic>
          <p:nvPicPr>
            <p:cNvPr id="29" name="Picture 28" descr="HSBC Logo, symbol, meaning, history, PNG, brand">
              <a:extLst>
                <a:ext uri="{FF2B5EF4-FFF2-40B4-BE49-F238E27FC236}">
                  <a16:creationId xmlns:a16="http://schemas.microsoft.com/office/drawing/2014/main" id="{0A276086-BD9A-FE5F-A335-05D3268F0CCD}"/>
                </a:ext>
              </a:extLst>
            </p:cNvPr>
            <p:cNvPicPr>
              <a:picLocks noChangeAspect="1"/>
            </p:cNvPicPr>
            <p:nvPr/>
          </p:nvPicPr>
          <p:blipFill>
            <a:blip r:embed="rId17"/>
            <a:stretch>
              <a:fillRect/>
            </a:stretch>
          </p:blipFill>
          <p:spPr>
            <a:xfrm>
              <a:off x="502329" y="4828517"/>
              <a:ext cx="1139330" cy="640873"/>
            </a:xfrm>
            <a:prstGeom prst="rect">
              <a:avLst/>
            </a:prstGeom>
          </p:spPr>
        </p:pic>
        <p:pic>
          <p:nvPicPr>
            <p:cNvPr id="31" name="Picture 30" descr="File:PCCW (Hong Kong ICT company) logo (fair use).svg - Wikipedia">
              <a:extLst>
                <a:ext uri="{FF2B5EF4-FFF2-40B4-BE49-F238E27FC236}">
                  <a16:creationId xmlns:a16="http://schemas.microsoft.com/office/drawing/2014/main" id="{AEB8647D-C95D-B2A4-9AE7-A7BF389F678C}"/>
                </a:ext>
              </a:extLst>
            </p:cNvPr>
            <p:cNvPicPr>
              <a:picLocks noChangeAspect="1"/>
            </p:cNvPicPr>
            <p:nvPr/>
          </p:nvPicPr>
          <p:blipFill>
            <a:blip r:embed="rId18"/>
            <a:stretch>
              <a:fillRect/>
            </a:stretch>
          </p:blipFill>
          <p:spPr>
            <a:xfrm>
              <a:off x="2739985" y="6039914"/>
              <a:ext cx="1450717" cy="471483"/>
            </a:xfrm>
            <a:prstGeom prst="rect">
              <a:avLst/>
            </a:prstGeom>
            <a:solidFill>
              <a:schemeClr val="bg1"/>
            </a:solidFill>
          </p:spPr>
        </p:pic>
        <p:pic>
          <p:nvPicPr>
            <p:cNvPr id="32" name="Picture 31" descr="File:HK MTR logo.svg - Wikipedia">
              <a:extLst>
                <a:ext uri="{FF2B5EF4-FFF2-40B4-BE49-F238E27FC236}">
                  <a16:creationId xmlns:a16="http://schemas.microsoft.com/office/drawing/2014/main" id="{69E1BE81-AB1F-A664-B4D8-A7B003EB79DA}"/>
                </a:ext>
              </a:extLst>
            </p:cNvPr>
            <p:cNvPicPr>
              <a:picLocks noChangeAspect="1"/>
            </p:cNvPicPr>
            <p:nvPr/>
          </p:nvPicPr>
          <p:blipFill>
            <a:blip r:embed="rId19"/>
            <a:stretch>
              <a:fillRect/>
            </a:stretch>
          </p:blipFill>
          <p:spPr>
            <a:xfrm>
              <a:off x="2706797" y="5227362"/>
              <a:ext cx="742326" cy="593861"/>
            </a:xfrm>
            <a:prstGeom prst="rect">
              <a:avLst/>
            </a:prstGeom>
          </p:spPr>
        </p:pic>
      </p:grpSp>
      <p:sp>
        <p:nvSpPr>
          <p:cNvPr id="13" name="Title 1">
            <a:extLst>
              <a:ext uri="{FF2B5EF4-FFF2-40B4-BE49-F238E27FC236}">
                <a16:creationId xmlns:a16="http://schemas.microsoft.com/office/drawing/2014/main" id="{60F67F0C-2288-F146-E71B-A13D8471E76A}"/>
              </a:ext>
            </a:extLst>
          </p:cNvPr>
          <p:cNvSpPr txBox="1">
            <a:spLocks/>
          </p:cNvSpPr>
          <p:nvPr/>
        </p:nvSpPr>
        <p:spPr>
          <a:xfrm>
            <a:off x="1371600" y="685800"/>
            <a:ext cx="9601200" cy="1485900"/>
          </a:xfrm>
          <a:prstGeom prst="rect">
            <a:avLst/>
          </a:prstGeom>
        </p:spPr>
        <p:txBody>
          <a:bodyPr anchor="ctr">
            <a:normAutofit/>
          </a:bodyPr>
          <a:lstStyle>
            <a:lvl1pPr algn="l" defTabSz="914400" rtl="0" eaLnBrk="1" latinLnBrk="0" hangingPunct="1">
              <a:lnSpc>
                <a:spcPct val="89000"/>
              </a:lnSpc>
              <a:spcBef>
                <a:spcPct val="0"/>
              </a:spcBef>
              <a:buNone/>
              <a:defRPr sz="6000" b="0" i="0" kern="1200" baseline="0">
                <a:solidFill>
                  <a:schemeClr val="tx1"/>
                </a:solidFill>
                <a:latin typeface="Helvetica" pitchFamily="2" charset="0"/>
                <a:ea typeface="Noto Sans SC Medium" panose="020B0600000000000000" pitchFamily="34" charset="-128"/>
                <a:cs typeface="Helvetica" pitchFamily="2" charset="0"/>
              </a:defRPr>
            </a:lvl1pPr>
          </a:lstStyle>
          <a:p>
            <a:pPr marL="0" marR="0" lvl="0" indent="0" algn="l" defTabSz="914400" rtl="0" eaLnBrk="1" fontAlgn="auto" latinLnBrk="0" hangingPunct="1">
              <a:lnSpc>
                <a:spcPct val="89000"/>
              </a:lnSpc>
              <a:spcBef>
                <a:spcPct val="0"/>
              </a:spcBef>
              <a:spcAft>
                <a:spcPts val="0"/>
              </a:spcAft>
              <a:buClrTx/>
              <a:buSzTx/>
              <a:buFontTx/>
              <a:buNone/>
              <a:tabLst/>
              <a:defRPr/>
            </a:pPr>
            <a:r>
              <a:rPr kumimoji="0" lang="en-US" sz="6000" b="1" i="0" u="none" strike="noStrike" kern="1200" cap="none" spc="0" normalizeH="0" baseline="0" noProof="0" dirty="0" err="1">
                <a:ln>
                  <a:noFill/>
                </a:ln>
                <a:solidFill>
                  <a:prstClr val="white"/>
                </a:solidFill>
                <a:effectLst/>
                <a:uLnTx/>
                <a:uFillTx/>
                <a:latin typeface="DengXian" panose="02010600030101010101" pitchFamily="2" charset="-122"/>
                <a:ea typeface="DengXian" panose="02010600030101010101" pitchFamily="2" charset="-122"/>
                <a:cs typeface="Helvetica" pitchFamily="2" charset="0"/>
              </a:rPr>
              <a:t>什麼是雲計算</a:t>
            </a:r>
            <a:endParaRPr kumimoji="0" lang="en-US" sz="6000" b="1" i="0" u="none" strike="noStrike" kern="1200" cap="none" spc="0" normalizeH="0" baseline="0" noProof="0" dirty="0">
              <a:ln>
                <a:noFill/>
              </a:ln>
              <a:solidFill>
                <a:prstClr val="white"/>
              </a:solidFill>
              <a:effectLst/>
              <a:uLnTx/>
              <a:uFillTx/>
              <a:latin typeface="DengXian" panose="02010600030101010101" pitchFamily="2" charset="-122"/>
              <a:ea typeface="DengXian" panose="02010600030101010101" pitchFamily="2" charset="-122"/>
              <a:cs typeface="Helvetica" pitchFamily="2" charset="0"/>
            </a:endParaRPr>
          </a:p>
        </p:txBody>
      </p:sp>
      <p:sp>
        <p:nvSpPr>
          <p:cNvPr id="20" name="文字方塊 19">
            <a:extLst>
              <a:ext uri="{FF2B5EF4-FFF2-40B4-BE49-F238E27FC236}">
                <a16:creationId xmlns:a16="http://schemas.microsoft.com/office/drawing/2014/main" id="{A192AD8B-2B34-6351-146A-4074F513FBD8}"/>
              </a:ext>
            </a:extLst>
          </p:cNvPr>
          <p:cNvSpPr txBox="1"/>
          <p:nvPr/>
        </p:nvSpPr>
        <p:spPr>
          <a:xfrm>
            <a:off x="1341215" y="1812320"/>
            <a:ext cx="6656693" cy="110799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200" b="1" i="0" u="none" strike="noStrike" kern="1200" cap="none" spc="0" normalizeH="0" baseline="0" noProof="0" dirty="0">
                <a:ln>
                  <a:noFill/>
                </a:ln>
                <a:solidFill>
                  <a:prstClr val="white"/>
                </a:solidFill>
                <a:effectLst/>
                <a:uLnTx/>
                <a:uFillTx/>
                <a:latin typeface="DengXian" panose="02010600030101010101" pitchFamily="2" charset="-122"/>
                <a:ea typeface="DengXian" panose="02010600030101010101" pitchFamily="2" charset="-122"/>
                <a:cs typeface="+mn-cs"/>
              </a:rPr>
              <a:t>6. </a:t>
            </a:r>
            <a:r>
              <a:rPr kumimoji="0" lang="zh-TW" altLang="en-US" sz="2200" b="1" i="0" u="none" strike="noStrike" kern="1200" cap="none" spc="0" normalizeH="0" baseline="0" noProof="0" dirty="0">
                <a:ln>
                  <a:noFill/>
                </a:ln>
                <a:solidFill>
                  <a:prstClr val="white"/>
                </a:solidFill>
                <a:effectLst/>
                <a:uLnTx/>
                <a:uFillTx/>
                <a:latin typeface="DengXian" panose="02010600030101010101" pitchFamily="2" charset="-122"/>
                <a:ea typeface="DengXian" panose="02010600030101010101" pitchFamily="2" charset="-122"/>
                <a:cs typeface="+mn-cs"/>
              </a:rPr>
              <a:t>算力的供應商，便是阿里雲（</a:t>
            </a:r>
            <a:r>
              <a:rPr kumimoji="0" lang="en-US" altLang="zh-TW" sz="2200" b="1" i="0" u="none" strike="noStrike" kern="1200" cap="none" spc="0" normalizeH="0" baseline="0" noProof="0" dirty="0">
                <a:ln>
                  <a:noFill/>
                </a:ln>
                <a:solidFill>
                  <a:prstClr val="white"/>
                </a:solidFill>
                <a:effectLst/>
                <a:uLnTx/>
                <a:uFillTx/>
                <a:latin typeface="DengXian" panose="02010600030101010101" pitchFamily="2" charset="-122"/>
                <a:ea typeface="DengXian" panose="02010600030101010101" pitchFamily="2" charset="-122"/>
                <a:cs typeface="+mn-cs"/>
              </a:rPr>
              <a:t>Alibaba Cloud</a:t>
            </a:r>
            <a:r>
              <a:rPr kumimoji="0" lang="zh-TW" altLang="en-US" sz="2200" b="1" i="0" u="none" strike="noStrike" kern="1200" cap="none" spc="0" normalizeH="0" baseline="0" noProof="0" dirty="0">
                <a:ln>
                  <a:noFill/>
                </a:ln>
                <a:solidFill>
                  <a:prstClr val="white"/>
                </a:solidFill>
                <a:effectLst/>
                <a:uLnTx/>
                <a:uFillTx/>
                <a:latin typeface="DengXian" panose="02010600030101010101" pitchFamily="2" charset="-122"/>
                <a:ea typeface="DengXian" panose="02010600030101010101" pitchFamily="2" charset="-122"/>
                <a:cs typeface="+mn-cs"/>
              </a:rPr>
              <a:t>）、亞馬遜的 </a:t>
            </a:r>
            <a:r>
              <a:rPr kumimoji="0" lang="en-US" altLang="zh-TW" sz="2200" b="1" i="0" u="none" strike="noStrike" kern="1200" cap="none" spc="0" normalizeH="0" baseline="0" noProof="0" dirty="0">
                <a:ln>
                  <a:noFill/>
                </a:ln>
                <a:solidFill>
                  <a:prstClr val="white"/>
                </a:solidFill>
                <a:effectLst/>
                <a:uLnTx/>
                <a:uFillTx/>
                <a:latin typeface="DengXian" panose="02010600030101010101" pitchFamily="2" charset="-122"/>
                <a:ea typeface="DengXian" panose="02010600030101010101" pitchFamily="2" charset="-122"/>
                <a:cs typeface="+mn-cs"/>
              </a:rPr>
              <a:t>AWS </a:t>
            </a:r>
            <a:r>
              <a:rPr kumimoji="0" lang="zh-TW" altLang="en-US" sz="2200" b="1" i="0" u="none" strike="noStrike" kern="1200" cap="none" spc="0" normalizeH="0" baseline="0" noProof="0" dirty="0">
                <a:ln>
                  <a:noFill/>
                </a:ln>
                <a:solidFill>
                  <a:prstClr val="white"/>
                </a:solidFill>
                <a:effectLst/>
                <a:uLnTx/>
                <a:uFillTx/>
                <a:latin typeface="DengXian" panose="02010600030101010101" pitchFamily="2" charset="-122"/>
                <a:ea typeface="DengXian" panose="02010600030101010101" pitchFamily="2" charset="-122"/>
                <a:cs typeface="+mn-cs"/>
              </a:rPr>
              <a:t>與微軟的 </a:t>
            </a:r>
            <a:r>
              <a:rPr kumimoji="0" lang="en-US" altLang="zh-TW" sz="2200" b="1" i="0" u="none" strike="noStrike" kern="1200" cap="none" spc="0" normalizeH="0" baseline="0" noProof="0" dirty="0">
                <a:ln>
                  <a:noFill/>
                </a:ln>
                <a:solidFill>
                  <a:prstClr val="white"/>
                </a:solidFill>
                <a:effectLst/>
                <a:uLnTx/>
                <a:uFillTx/>
                <a:latin typeface="DengXian" panose="02010600030101010101" pitchFamily="2" charset="-122"/>
                <a:ea typeface="DengXian" panose="02010600030101010101" pitchFamily="2" charset="-122"/>
                <a:cs typeface="+mn-cs"/>
              </a:rPr>
              <a:t>Azure</a:t>
            </a:r>
            <a:r>
              <a:rPr kumimoji="0" lang="zh-TW" altLang="en-US" sz="2200" b="1" i="0" u="none" strike="noStrike" kern="1200" cap="none" spc="0" normalizeH="0" baseline="0" noProof="0" dirty="0">
                <a:ln>
                  <a:noFill/>
                </a:ln>
                <a:solidFill>
                  <a:prstClr val="white"/>
                </a:solidFill>
                <a:effectLst/>
                <a:uLnTx/>
                <a:uFillTx/>
                <a:latin typeface="DengXian" panose="02010600030101010101" pitchFamily="2" charset="-122"/>
                <a:ea typeface="DengXian" panose="02010600030101010101" pitchFamily="2" charset="-122"/>
                <a:cs typeface="+mn-cs"/>
              </a:rPr>
              <a:t>。他們興建的不是發電廠，而是遍佈全球的數據中心</a:t>
            </a:r>
            <a:endParaRPr kumimoji="0" lang="zh-HK" altLang="en-US" sz="2200" b="1" i="0" u="none" strike="noStrike" kern="1200" cap="none" spc="0" normalizeH="0" baseline="0" noProof="0" dirty="0">
              <a:ln>
                <a:noFill/>
              </a:ln>
              <a:solidFill>
                <a:prstClr val="white"/>
              </a:solidFill>
              <a:effectLst/>
              <a:uLnTx/>
              <a:uFillTx/>
              <a:latin typeface="DengXian" panose="02010600030101010101" pitchFamily="2" charset="-122"/>
              <a:ea typeface="DengXian" panose="02010600030101010101" pitchFamily="2" charset="-122"/>
              <a:cs typeface="+mn-cs"/>
            </a:endParaRPr>
          </a:p>
        </p:txBody>
      </p:sp>
    </p:spTree>
    <p:extLst>
      <p:ext uri="{BB962C8B-B14F-4D97-AF65-F5344CB8AC3E}">
        <p14:creationId xmlns:p14="http://schemas.microsoft.com/office/powerpoint/2010/main" val="2894724972"/>
      </p:ext>
    </p:extLst>
  </p:cSld>
  <p:clrMapOvr>
    <a:masterClrMapping/>
  </p:clrMapOvr>
  <p:timing>
    <p:tnLst>
      <p:par>
        <p:cTn id="1" dur="indefinite" restart="never" nodeType="tmRoot">
          <p:childTnLst>
            <p:video>
              <p:cMediaNode vol="100000">
                <p:cTn id="2" repeatCount="indefinite" fill="hold" display="0">
                  <p:stCondLst>
                    <p:cond delay="indefinite"/>
                  </p:stCondLst>
                </p:cTn>
                <p:tgtEl>
                  <p:spTgt spid="14"/>
                </p:tgtEl>
              </p:cMediaNode>
            </p:video>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D5D0D5E5-EC32-4A17-455B-6612D74C324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D9C0FCD-5A3A-9727-A9FE-71ED164D3A35}"/>
              </a:ext>
            </a:extLst>
          </p:cNvPr>
          <p:cNvSpPr/>
          <p:nvPr/>
        </p:nvSpPr>
        <p:spPr>
          <a:xfrm>
            <a:off x="-13157" y="50199"/>
            <a:ext cx="12254911" cy="6715441"/>
          </a:xfrm>
          <a:custGeom>
            <a:avLst/>
            <a:gdLst/>
            <a:ahLst/>
            <a:cxnLst/>
            <a:rect l="l" t="t" r="r" b="b"/>
            <a:pathLst>
              <a:path w="13318890" h="9922573">
                <a:moveTo>
                  <a:pt x="0" y="0"/>
                </a:moveTo>
                <a:lnTo>
                  <a:pt x="13318890" y="0"/>
                </a:lnTo>
                <a:lnTo>
                  <a:pt x="13318890" y="9922572"/>
                </a:lnTo>
                <a:lnTo>
                  <a:pt x="0" y="9922572"/>
                </a:lnTo>
                <a:lnTo>
                  <a:pt x="0" y="0"/>
                </a:lnTo>
                <a:close/>
              </a:path>
            </a:pathLst>
          </a:custGeom>
          <a:blipFill>
            <a:blip>
              <a:alphaModFix amt="44000"/>
              <a:extLst>
                <a:ext uri="{96DAC541-7B7A-43D3-8B79-37D633B846F1}">
                  <asvg:svgBlip xmlns:asvg="http://schemas.microsoft.com/office/drawing/2016/SVG/main" r:embed="rId5"/>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HK" sz="1200" b="0" i="0" u="none" strike="noStrike" kern="1200" cap="none" spc="0" normalizeH="0" baseline="0" noProof="0">
              <a:ln>
                <a:noFill/>
              </a:ln>
              <a:solidFill>
                <a:prstClr val="black"/>
              </a:solidFill>
              <a:effectLst/>
              <a:uLnTx/>
              <a:uFillTx/>
              <a:latin typeface="DengXian" panose="02010600030101010101" pitchFamily="2" charset="-122"/>
              <a:ea typeface="DengXian" panose="02010600030101010101" pitchFamily="2" charset="-122"/>
              <a:cs typeface="+mn-cs"/>
            </a:endParaRPr>
          </a:p>
        </p:txBody>
      </p:sp>
      <p:pic>
        <p:nvPicPr>
          <p:cNvPr id="14" name="Picture 10">
            <a:hlinkClick r:id="" action="ppaction://media"/>
            <a:extLst>
              <a:ext uri="{FF2B5EF4-FFF2-40B4-BE49-F238E27FC236}">
                <a16:creationId xmlns:a16="http://schemas.microsoft.com/office/drawing/2014/main" id="{AF9CEF89-879E-B80D-07CE-91A969AD16FF}"/>
              </a:ext>
            </a:extLst>
          </p:cNvPr>
          <p:cNvPicPr>
            <a:picLocks noChangeAspect="1"/>
          </p:cNvPicPr>
          <p:nvPr>
            <a:videoFile r:link="rId2"/>
            <p:extLst>
              <p:ext uri="{DAA4B4D4-6D71-4841-9C94-3DE7FCFB9230}">
                <p14:media xmlns:p14="http://schemas.microsoft.com/office/powerpoint/2010/main" r:embed="rId1"/>
              </p:ext>
            </p:extLst>
          </p:nvPr>
        </p:nvPicPr>
        <p:blipFill>
          <a:blip r:embed="rId6"/>
          <a:srcRect l="49489" r="2797"/>
          <a:stretch>
            <a:fillRect/>
          </a:stretch>
        </p:blipFill>
        <p:spPr>
          <a:xfrm>
            <a:off x="8067301" y="1419155"/>
            <a:ext cx="4111577" cy="5463762"/>
          </a:xfrm>
          <a:prstGeom prst="rect">
            <a:avLst/>
          </a:prstGeom>
        </p:spPr>
      </p:pic>
      <p:pic>
        <p:nvPicPr>
          <p:cNvPr id="15" name="Picture 14" descr="How Alibaba Cloud Engineered China's Digital Explosion | by ...">
            <a:extLst>
              <a:ext uri="{FF2B5EF4-FFF2-40B4-BE49-F238E27FC236}">
                <a16:creationId xmlns:a16="http://schemas.microsoft.com/office/drawing/2014/main" id="{9FB0E7EA-E4B3-4E7D-26EE-FE5B98E83DCB}"/>
              </a:ext>
            </a:extLst>
          </p:cNvPr>
          <p:cNvPicPr>
            <a:picLocks noChangeAspect="1"/>
          </p:cNvPicPr>
          <p:nvPr/>
        </p:nvPicPr>
        <p:blipFill>
          <a:blip r:embed="rId7"/>
          <a:srcRect l="21566" t="21343" r="21979" b="18451"/>
          <a:stretch>
            <a:fillRect/>
          </a:stretch>
        </p:blipFill>
        <p:spPr>
          <a:xfrm>
            <a:off x="8059852" y="3235855"/>
            <a:ext cx="1373851" cy="769180"/>
          </a:xfrm>
          <a:prstGeom prst="rect">
            <a:avLst/>
          </a:prstGeom>
        </p:spPr>
      </p:pic>
      <p:pic>
        <p:nvPicPr>
          <p:cNvPr id="16" name="Picture 15" descr="Amazon Web Services Logo, symbol, meaning, history, PNG, brand">
            <a:extLst>
              <a:ext uri="{FF2B5EF4-FFF2-40B4-BE49-F238E27FC236}">
                <a16:creationId xmlns:a16="http://schemas.microsoft.com/office/drawing/2014/main" id="{CE198E1D-A4C8-6E38-64F9-4C1F218E6627}"/>
              </a:ext>
            </a:extLst>
          </p:cNvPr>
          <p:cNvPicPr>
            <a:picLocks noChangeAspect="1"/>
          </p:cNvPicPr>
          <p:nvPr/>
        </p:nvPicPr>
        <p:blipFill>
          <a:blip r:embed="rId8"/>
          <a:stretch>
            <a:fillRect/>
          </a:stretch>
        </p:blipFill>
        <p:spPr>
          <a:xfrm>
            <a:off x="9357704" y="3181018"/>
            <a:ext cx="1562409" cy="878854"/>
          </a:xfrm>
          <a:prstGeom prst="rect">
            <a:avLst/>
          </a:prstGeom>
        </p:spPr>
      </p:pic>
      <p:pic>
        <p:nvPicPr>
          <p:cNvPr id="17" name="Picture 16" descr="azure-cloud-logo - Wallit">
            <a:extLst>
              <a:ext uri="{FF2B5EF4-FFF2-40B4-BE49-F238E27FC236}">
                <a16:creationId xmlns:a16="http://schemas.microsoft.com/office/drawing/2014/main" id="{82221C8F-8B92-C5AE-8496-5254DBA1F0B2}"/>
              </a:ext>
            </a:extLst>
          </p:cNvPr>
          <p:cNvPicPr>
            <a:picLocks noChangeAspect="1"/>
          </p:cNvPicPr>
          <p:nvPr/>
        </p:nvPicPr>
        <p:blipFill>
          <a:blip r:embed="rId9"/>
          <a:stretch>
            <a:fillRect/>
          </a:stretch>
        </p:blipFill>
        <p:spPr>
          <a:xfrm>
            <a:off x="10781239" y="3246373"/>
            <a:ext cx="1460515" cy="834580"/>
          </a:xfrm>
          <a:prstGeom prst="rect">
            <a:avLst/>
          </a:prstGeom>
        </p:spPr>
      </p:pic>
      <p:sp>
        <p:nvSpPr>
          <p:cNvPr id="27" name="TextBox 26">
            <a:extLst>
              <a:ext uri="{FF2B5EF4-FFF2-40B4-BE49-F238E27FC236}">
                <a16:creationId xmlns:a16="http://schemas.microsoft.com/office/drawing/2014/main" id="{BB0221C3-E62B-56FE-C9CD-E8006D035717}"/>
              </a:ext>
            </a:extLst>
          </p:cNvPr>
          <p:cNvSpPr txBox="1"/>
          <p:nvPr/>
        </p:nvSpPr>
        <p:spPr>
          <a:xfrm rot="20240326">
            <a:off x="4304739" y="4693689"/>
            <a:ext cx="3716643"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4000" b="1" i="0" u="none" strike="noStrike" kern="1200" cap="none" spc="0" normalizeH="0" baseline="0" noProof="0" dirty="0">
                <a:ln>
                  <a:noFill/>
                </a:ln>
                <a:solidFill>
                  <a:srgbClr val="FFC000"/>
                </a:solidFill>
                <a:effectLst/>
                <a:uLnTx/>
                <a:uFillTx/>
                <a:latin typeface="DengXian" panose="02010600030101010101" pitchFamily="2" charset="-122"/>
                <a:ea typeface="DengXian" panose="02010600030101010101" pitchFamily="2" charset="-122"/>
                <a:cs typeface="+mn-cs"/>
              </a:rPr>
              <a:t>Compute </a:t>
            </a:r>
            <a:r>
              <a:rPr kumimoji="0" lang="zh-CN" altLang="en-US" sz="4000" b="1" i="0" u="none" strike="noStrike" kern="1200" cap="none" spc="0" normalizeH="0" baseline="0" noProof="0" dirty="0">
                <a:ln>
                  <a:noFill/>
                </a:ln>
                <a:solidFill>
                  <a:srgbClr val="FFC000"/>
                </a:solidFill>
                <a:effectLst/>
                <a:uLnTx/>
                <a:uFillTx/>
                <a:latin typeface="DengXian" panose="02010600030101010101" pitchFamily="2" charset="-122"/>
                <a:ea typeface="DengXian" panose="02010600030101010101" pitchFamily="2" charset="-122"/>
                <a:cs typeface="+mn-cs"/>
              </a:rPr>
              <a:t>算力</a:t>
            </a:r>
            <a:endParaRPr kumimoji="0" lang="en-HK" sz="4000" b="1" i="0" u="none" strike="noStrike" kern="1200" cap="none" spc="0" normalizeH="0" baseline="0" noProof="0" dirty="0">
              <a:ln>
                <a:noFill/>
              </a:ln>
              <a:solidFill>
                <a:srgbClr val="FFC000"/>
              </a:solidFill>
              <a:effectLst/>
              <a:uLnTx/>
              <a:uFillTx/>
              <a:latin typeface="DengXian" panose="02010600030101010101" pitchFamily="2" charset="-122"/>
              <a:ea typeface="DengXian" panose="02010600030101010101" pitchFamily="2" charset="-122"/>
              <a:cs typeface="+mn-cs"/>
            </a:endParaRPr>
          </a:p>
        </p:txBody>
      </p:sp>
      <p:grpSp>
        <p:nvGrpSpPr>
          <p:cNvPr id="33" name="Group 32">
            <a:extLst>
              <a:ext uri="{FF2B5EF4-FFF2-40B4-BE49-F238E27FC236}">
                <a16:creationId xmlns:a16="http://schemas.microsoft.com/office/drawing/2014/main" id="{4DDC8837-B5A6-9958-3C70-56B81BAF4B01}"/>
              </a:ext>
            </a:extLst>
          </p:cNvPr>
          <p:cNvGrpSpPr/>
          <p:nvPr/>
        </p:nvGrpSpPr>
        <p:grpSpPr>
          <a:xfrm>
            <a:off x="-13157" y="2732841"/>
            <a:ext cx="4527418" cy="4074960"/>
            <a:chOff x="-13157" y="2732841"/>
            <a:chExt cx="4527418" cy="4074960"/>
          </a:xfrm>
        </p:grpSpPr>
        <p:grpSp>
          <p:nvGrpSpPr>
            <p:cNvPr id="28" name="Group 27">
              <a:extLst>
                <a:ext uri="{FF2B5EF4-FFF2-40B4-BE49-F238E27FC236}">
                  <a16:creationId xmlns:a16="http://schemas.microsoft.com/office/drawing/2014/main" id="{D21DBE56-1566-98C2-7E92-CD5D12B91942}"/>
                </a:ext>
              </a:extLst>
            </p:cNvPr>
            <p:cNvGrpSpPr/>
            <p:nvPr/>
          </p:nvGrpSpPr>
          <p:grpSpPr>
            <a:xfrm>
              <a:off x="-13157" y="2732841"/>
              <a:ext cx="4527418" cy="4074960"/>
              <a:chOff x="-131229" y="2648440"/>
              <a:chExt cx="4527418" cy="4074960"/>
            </a:xfrm>
          </p:grpSpPr>
          <p:sp>
            <p:nvSpPr>
              <p:cNvPr id="3" name="Freeform 3">
                <a:extLst>
                  <a:ext uri="{FF2B5EF4-FFF2-40B4-BE49-F238E27FC236}">
                    <a16:creationId xmlns:a16="http://schemas.microsoft.com/office/drawing/2014/main" id="{45327689-FB57-2414-93B1-8E0A20D5F6AB}"/>
                  </a:ext>
                </a:extLst>
              </p:cNvPr>
              <p:cNvSpPr/>
              <p:nvPr/>
            </p:nvSpPr>
            <p:spPr>
              <a:xfrm>
                <a:off x="-131229" y="2648440"/>
                <a:ext cx="4527418" cy="4074960"/>
              </a:xfrm>
              <a:custGeom>
                <a:avLst/>
                <a:gdLst/>
                <a:ahLst/>
                <a:cxnLst/>
                <a:rect l="l" t="t" r="r" b="b"/>
                <a:pathLst>
                  <a:path w="6406207" h="5741563">
                    <a:moveTo>
                      <a:pt x="0" y="0"/>
                    </a:moveTo>
                    <a:lnTo>
                      <a:pt x="6406207" y="0"/>
                    </a:lnTo>
                    <a:lnTo>
                      <a:pt x="6406207" y="5741563"/>
                    </a:lnTo>
                    <a:lnTo>
                      <a:pt x="0" y="5741563"/>
                    </a:lnTo>
                    <a:lnTo>
                      <a:pt x="0" y="0"/>
                    </a:lnTo>
                    <a:close/>
                  </a:path>
                </a:pathLst>
              </a:custGeom>
              <a:blipFill>
                <a:blip>
                  <a:alphaModFix/>
                  <a:extLst>
                    <a:ext uri="{96DAC541-7B7A-43D3-8B79-37D633B846F1}">
                      <asvg:svgBlip xmlns:asvg="http://schemas.microsoft.com/office/drawing/2016/SVG/main" r:embed="rId10"/>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HK" sz="1200" b="0" i="0" u="none" strike="noStrike" kern="1200" cap="none" spc="0" normalizeH="0" baseline="0" noProof="0">
                  <a:ln>
                    <a:noFill/>
                  </a:ln>
                  <a:solidFill>
                    <a:prstClr val="black"/>
                  </a:solidFill>
                  <a:effectLst/>
                  <a:uLnTx/>
                  <a:uFillTx/>
                  <a:latin typeface="DengXian" panose="02010600030101010101" pitchFamily="2" charset="-122"/>
                  <a:ea typeface="DengXian" panose="02010600030101010101" pitchFamily="2" charset="-122"/>
                  <a:cs typeface="+mn-cs"/>
                </a:endParaRPr>
              </a:p>
            </p:txBody>
          </p:sp>
          <p:pic>
            <p:nvPicPr>
              <p:cNvPr id="5" name="Picture 4" descr="Netflix Logo (Black Background) Vector Download - iconLogoVector">
                <a:extLst>
                  <a:ext uri="{FF2B5EF4-FFF2-40B4-BE49-F238E27FC236}">
                    <a16:creationId xmlns:a16="http://schemas.microsoft.com/office/drawing/2014/main" id="{821DF3A0-73A1-A726-D569-9CAADE34BB93}"/>
                  </a:ext>
                </a:extLst>
              </p:cNvPr>
              <p:cNvPicPr>
                <a:picLocks noChangeAspect="1"/>
              </p:cNvPicPr>
              <p:nvPr/>
            </p:nvPicPr>
            <p:blipFill>
              <a:blip r:embed="rId11"/>
              <a:stretch>
                <a:fillRect/>
              </a:stretch>
            </p:blipFill>
            <p:spPr>
              <a:xfrm>
                <a:off x="1660298" y="3652494"/>
                <a:ext cx="762530" cy="762530"/>
              </a:xfrm>
              <a:prstGeom prst="rect">
                <a:avLst/>
              </a:prstGeom>
            </p:spPr>
          </p:pic>
          <p:pic>
            <p:nvPicPr>
              <p:cNvPr id="7" name="Picture 6" descr="Google Classroom Logo Stock Illustrations – 40 Google ...">
                <a:extLst>
                  <a:ext uri="{FF2B5EF4-FFF2-40B4-BE49-F238E27FC236}">
                    <a16:creationId xmlns:a16="http://schemas.microsoft.com/office/drawing/2014/main" id="{A67CFE77-FAC1-DC89-5568-A34D862BB6CA}"/>
                  </a:ext>
                </a:extLst>
              </p:cNvPr>
              <p:cNvPicPr>
                <a:picLocks noChangeAspect="1"/>
              </p:cNvPicPr>
              <p:nvPr/>
            </p:nvPicPr>
            <p:blipFill>
              <a:blip r:embed="rId12"/>
              <a:srcRect l="3087" t="2950" r="4222" b="3450"/>
              <a:stretch>
                <a:fillRect/>
              </a:stretch>
            </p:blipFill>
            <p:spPr>
              <a:xfrm>
                <a:off x="581568" y="2900873"/>
                <a:ext cx="1052593" cy="1062923"/>
              </a:xfrm>
              <a:prstGeom prst="rect">
                <a:avLst/>
              </a:prstGeom>
            </p:spPr>
          </p:pic>
          <p:pic>
            <p:nvPicPr>
              <p:cNvPr id="8" name="Picture 7" descr="Instagram Logo Vector">
                <a:extLst>
                  <a:ext uri="{FF2B5EF4-FFF2-40B4-BE49-F238E27FC236}">
                    <a16:creationId xmlns:a16="http://schemas.microsoft.com/office/drawing/2014/main" id="{301F9B47-7097-02B2-763C-AB26E5D8C1FB}"/>
                  </a:ext>
                </a:extLst>
              </p:cNvPr>
              <p:cNvPicPr>
                <a:picLocks noChangeAspect="1"/>
              </p:cNvPicPr>
              <p:nvPr/>
            </p:nvPicPr>
            <p:blipFill>
              <a:blip r:embed="rId13"/>
              <a:stretch>
                <a:fillRect/>
              </a:stretch>
            </p:blipFill>
            <p:spPr>
              <a:xfrm flipH="1">
                <a:off x="1532788" y="5355558"/>
                <a:ext cx="762529" cy="762529"/>
              </a:xfrm>
              <a:prstGeom prst="rect">
                <a:avLst/>
              </a:prstGeom>
            </p:spPr>
          </p:pic>
          <p:pic>
            <p:nvPicPr>
              <p:cNvPr id="9" name="Picture 8" descr="Zoom Logo, symbol, meaning, history, PNG, brand">
                <a:extLst>
                  <a:ext uri="{FF2B5EF4-FFF2-40B4-BE49-F238E27FC236}">
                    <a16:creationId xmlns:a16="http://schemas.microsoft.com/office/drawing/2014/main" id="{9D5ED76F-A10C-41FC-8C79-0D98FCB7BDA0}"/>
                  </a:ext>
                </a:extLst>
              </p:cNvPr>
              <p:cNvPicPr>
                <a:picLocks noChangeAspect="1"/>
              </p:cNvPicPr>
              <p:nvPr/>
            </p:nvPicPr>
            <p:blipFill>
              <a:blip r:embed="rId14"/>
              <a:stretch>
                <a:fillRect/>
              </a:stretch>
            </p:blipFill>
            <p:spPr>
              <a:xfrm>
                <a:off x="2271230" y="4068928"/>
                <a:ext cx="1165843" cy="655787"/>
              </a:xfrm>
              <a:prstGeom prst="rect">
                <a:avLst/>
              </a:prstGeom>
            </p:spPr>
          </p:pic>
          <p:pic>
            <p:nvPicPr>
              <p:cNvPr id="10" name="Picture 9" descr="Canva – Download og installer i Windows | Microsoft Store">
                <a:extLst>
                  <a:ext uri="{FF2B5EF4-FFF2-40B4-BE49-F238E27FC236}">
                    <a16:creationId xmlns:a16="http://schemas.microsoft.com/office/drawing/2014/main" id="{36F8F0C1-EEB9-4CED-B587-6E32778D7F2A}"/>
                  </a:ext>
                </a:extLst>
              </p:cNvPr>
              <p:cNvPicPr>
                <a:picLocks noChangeAspect="1"/>
              </p:cNvPicPr>
              <p:nvPr/>
            </p:nvPicPr>
            <p:blipFill>
              <a:blip r:embed="rId15"/>
              <a:stretch>
                <a:fillRect/>
              </a:stretch>
            </p:blipFill>
            <p:spPr>
              <a:xfrm>
                <a:off x="207459" y="4033759"/>
                <a:ext cx="640395" cy="640395"/>
              </a:xfrm>
              <a:prstGeom prst="rect">
                <a:avLst/>
              </a:prstGeom>
            </p:spPr>
          </p:pic>
          <p:pic>
            <p:nvPicPr>
              <p:cNvPr id="11" name="Picture 10" descr="How to use Douyin (TikTok China) in 2023? - STAiiRS">
                <a:extLst>
                  <a:ext uri="{FF2B5EF4-FFF2-40B4-BE49-F238E27FC236}">
                    <a16:creationId xmlns:a16="http://schemas.microsoft.com/office/drawing/2014/main" id="{FE17838F-6C0C-7D57-1E8B-E345212B3714}"/>
                  </a:ext>
                </a:extLst>
              </p:cNvPr>
              <p:cNvPicPr>
                <a:picLocks noChangeAspect="1"/>
              </p:cNvPicPr>
              <p:nvPr/>
            </p:nvPicPr>
            <p:blipFill>
              <a:blip r:embed="rId16"/>
              <a:srcRect l="16400" r="15723" b="6098"/>
              <a:stretch>
                <a:fillRect/>
              </a:stretch>
            </p:blipFill>
            <p:spPr>
              <a:xfrm>
                <a:off x="159121" y="5643852"/>
                <a:ext cx="789316" cy="727521"/>
              </a:xfrm>
              <a:prstGeom prst="rect">
                <a:avLst/>
              </a:prstGeom>
            </p:spPr>
          </p:pic>
        </p:grpSp>
        <p:pic>
          <p:nvPicPr>
            <p:cNvPr id="29" name="Picture 28" descr="HSBC Logo, symbol, meaning, history, PNG, brand">
              <a:extLst>
                <a:ext uri="{FF2B5EF4-FFF2-40B4-BE49-F238E27FC236}">
                  <a16:creationId xmlns:a16="http://schemas.microsoft.com/office/drawing/2014/main" id="{0B49D371-2EA1-D4DF-8838-60273D17B672}"/>
                </a:ext>
              </a:extLst>
            </p:cNvPr>
            <p:cNvPicPr>
              <a:picLocks noChangeAspect="1"/>
            </p:cNvPicPr>
            <p:nvPr/>
          </p:nvPicPr>
          <p:blipFill>
            <a:blip r:embed="rId17"/>
            <a:stretch>
              <a:fillRect/>
            </a:stretch>
          </p:blipFill>
          <p:spPr>
            <a:xfrm>
              <a:off x="502329" y="4828517"/>
              <a:ext cx="1139330" cy="640873"/>
            </a:xfrm>
            <a:prstGeom prst="rect">
              <a:avLst/>
            </a:prstGeom>
          </p:spPr>
        </p:pic>
        <p:pic>
          <p:nvPicPr>
            <p:cNvPr id="31" name="Picture 30" descr="File:PCCW (Hong Kong ICT company) logo (fair use).svg - Wikipedia">
              <a:extLst>
                <a:ext uri="{FF2B5EF4-FFF2-40B4-BE49-F238E27FC236}">
                  <a16:creationId xmlns:a16="http://schemas.microsoft.com/office/drawing/2014/main" id="{FC1F1080-709F-8C35-DF3E-CA3CEBDE1C35}"/>
                </a:ext>
              </a:extLst>
            </p:cNvPr>
            <p:cNvPicPr>
              <a:picLocks noChangeAspect="1"/>
            </p:cNvPicPr>
            <p:nvPr/>
          </p:nvPicPr>
          <p:blipFill>
            <a:blip r:embed="rId18"/>
            <a:stretch>
              <a:fillRect/>
            </a:stretch>
          </p:blipFill>
          <p:spPr>
            <a:xfrm>
              <a:off x="2739985" y="6039914"/>
              <a:ext cx="1450717" cy="471483"/>
            </a:xfrm>
            <a:prstGeom prst="rect">
              <a:avLst/>
            </a:prstGeom>
            <a:solidFill>
              <a:schemeClr val="bg1"/>
            </a:solidFill>
          </p:spPr>
        </p:pic>
        <p:pic>
          <p:nvPicPr>
            <p:cNvPr id="32" name="Picture 31" descr="File:HK MTR logo.svg - Wikipedia">
              <a:extLst>
                <a:ext uri="{FF2B5EF4-FFF2-40B4-BE49-F238E27FC236}">
                  <a16:creationId xmlns:a16="http://schemas.microsoft.com/office/drawing/2014/main" id="{430FF3CF-0779-ABC6-742A-448CE3141CC2}"/>
                </a:ext>
              </a:extLst>
            </p:cNvPr>
            <p:cNvPicPr>
              <a:picLocks noChangeAspect="1"/>
            </p:cNvPicPr>
            <p:nvPr/>
          </p:nvPicPr>
          <p:blipFill>
            <a:blip r:embed="rId19"/>
            <a:stretch>
              <a:fillRect/>
            </a:stretch>
          </p:blipFill>
          <p:spPr>
            <a:xfrm>
              <a:off x="2706797" y="5227362"/>
              <a:ext cx="742326" cy="593861"/>
            </a:xfrm>
            <a:prstGeom prst="rect">
              <a:avLst/>
            </a:prstGeom>
          </p:spPr>
        </p:pic>
      </p:grpSp>
      <p:grpSp>
        <p:nvGrpSpPr>
          <p:cNvPr id="26" name="Group 25">
            <a:extLst>
              <a:ext uri="{FF2B5EF4-FFF2-40B4-BE49-F238E27FC236}">
                <a16:creationId xmlns:a16="http://schemas.microsoft.com/office/drawing/2014/main" id="{89A8B57F-3BA2-B967-2B8E-6F6DAED4429B}"/>
              </a:ext>
            </a:extLst>
          </p:cNvPr>
          <p:cNvGrpSpPr/>
          <p:nvPr/>
        </p:nvGrpSpPr>
        <p:grpSpPr>
          <a:xfrm>
            <a:off x="3522639" y="3205562"/>
            <a:ext cx="4509790" cy="2522691"/>
            <a:chOff x="3613731" y="2704671"/>
            <a:chExt cx="3878757" cy="2169703"/>
          </a:xfrm>
        </p:grpSpPr>
        <p:sp>
          <p:nvSpPr>
            <p:cNvPr id="4" name="Freeform 4">
              <a:extLst>
                <a:ext uri="{FF2B5EF4-FFF2-40B4-BE49-F238E27FC236}">
                  <a16:creationId xmlns:a16="http://schemas.microsoft.com/office/drawing/2014/main" id="{E63598FE-756A-D22C-7F56-A1CAE39A0ED4}"/>
                </a:ext>
              </a:extLst>
            </p:cNvPr>
            <p:cNvSpPr/>
            <p:nvPr/>
          </p:nvSpPr>
          <p:spPr>
            <a:xfrm>
              <a:off x="6618095" y="2704671"/>
              <a:ext cx="874393" cy="839418"/>
            </a:xfrm>
            <a:custGeom>
              <a:avLst/>
              <a:gdLst/>
              <a:ahLst/>
              <a:cxnLst/>
              <a:rect l="l" t="t" r="r" b="b"/>
              <a:pathLst>
                <a:path w="2454557" h="2356375">
                  <a:moveTo>
                    <a:pt x="0" y="0"/>
                  </a:moveTo>
                  <a:lnTo>
                    <a:pt x="2454557" y="0"/>
                  </a:lnTo>
                  <a:lnTo>
                    <a:pt x="2454557" y="2356375"/>
                  </a:lnTo>
                  <a:lnTo>
                    <a:pt x="0" y="2356375"/>
                  </a:lnTo>
                  <a:lnTo>
                    <a:pt x="0" y="0"/>
                  </a:lnTo>
                  <a:close/>
                </a:path>
              </a:pathLst>
            </a:custGeom>
            <a:blipFill>
              <a:blip r:embed="rId20"/>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HK" sz="1200" b="0" i="0" u="none" strike="noStrike" kern="1200" cap="none" spc="0" normalizeH="0" baseline="0" noProof="0">
                <a:ln>
                  <a:noFill/>
                </a:ln>
                <a:solidFill>
                  <a:prstClr val="black"/>
                </a:solidFill>
                <a:effectLst/>
                <a:uLnTx/>
                <a:uFillTx/>
                <a:latin typeface="DengXian" panose="02010600030101010101" pitchFamily="2" charset="-122"/>
                <a:ea typeface="DengXian" panose="02010600030101010101" pitchFamily="2" charset="-122"/>
                <a:cs typeface="+mn-cs"/>
              </a:endParaRPr>
            </a:p>
          </p:txBody>
        </p:sp>
        <p:sp>
          <p:nvSpPr>
            <p:cNvPr id="19" name="Freeform 4">
              <a:extLst>
                <a:ext uri="{FF2B5EF4-FFF2-40B4-BE49-F238E27FC236}">
                  <a16:creationId xmlns:a16="http://schemas.microsoft.com/office/drawing/2014/main" id="{57E9FBD4-5156-50C7-4084-CAD0C4B01639}"/>
                </a:ext>
              </a:extLst>
            </p:cNvPr>
            <p:cNvSpPr/>
            <p:nvPr/>
          </p:nvSpPr>
          <p:spPr>
            <a:xfrm>
              <a:off x="5887928" y="3009291"/>
              <a:ext cx="874393" cy="839418"/>
            </a:xfrm>
            <a:custGeom>
              <a:avLst/>
              <a:gdLst/>
              <a:ahLst/>
              <a:cxnLst/>
              <a:rect l="l" t="t" r="r" b="b"/>
              <a:pathLst>
                <a:path w="2454557" h="2356375">
                  <a:moveTo>
                    <a:pt x="0" y="0"/>
                  </a:moveTo>
                  <a:lnTo>
                    <a:pt x="2454557" y="0"/>
                  </a:lnTo>
                  <a:lnTo>
                    <a:pt x="2454557" y="2356375"/>
                  </a:lnTo>
                  <a:lnTo>
                    <a:pt x="0" y="2356375"/>
                  </a:lnTo>
                  <a:lnTo>
                    <a:pt x="0" y="0"/>
                  </a:lnTo>
                  <a:close/>
                </a:path>
              </a:pathLst>
            </a:custGeom>
            <a:blipFill>
              <a:blip r:embed="rId20"/>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HK" sz="1200" b="0" i="0" u="none" strike="noStrike" kern="1200" cap="none" spc="0" normalizeH="0" baseline="0" noProof="0">
                <a:ln>
                  <a:noFill/>
                </a:ln>
                <a:solidFill>
                  <a:prstClr val="black"/>
                </a:solidFill>
                <a:effectLst/>
                <a:uLnTx/>
                <a:uFillTx/>
                <a:latin typeface="DengXian" panose="02010600030101010101" pitchFamily="2" charset="-122"/>
                <a:ea typeface="DengXian" panose="02010600030101010101" pitchFamily="2" charset="-122"/>
                <a:cs typeface="+mn-cs"/>
              </a:endParaRPr>
            </a:p>
          </p:txBody>
        </p:sp>
        <p:sp>
          <p:nvSpPr>
            <p:cNvPr id="21" name="Freeform 4">
              <a:extLst>
                <a:ext uri="{FF2B5EF4-FFF2-40B4-BE49-F238E27FC236}">
                  <a16:creationId xmlns:a16="http://schemas.microsoft.com/office/drawing/2014/main" id="{253AB0FF-1365-C8C8-47AF-686F471A7460}"/>
                </a:ext>
              </a:extLst>
            </p:cNvPr>
            <p:cNvSpPr/>
            <p:nvPr/>
          </p:nvSpPr>
          <p:spPr>
            <a:xfrm>
              <a:off x="5155768" y="3313911"/>
              <a:ext cx="874393" cy="839418"/>
            </a:xfrm>
            <a:custGeom>
              <a:avLst/>
              <a:gdLst/>
              <a:ahLst/>
              <a:cxnLst/>
              <a:rect l="l" t="t" r="r" b="b"/>
              <a:pathLst>
                <a:path w="2454557" h="2356375">
                  <a:moveTo>
                    <a:pt x="0" y="0"/>
                  </a:moveTo>
                  <a:lnTo>
                    <a:pt x="2454557" y="0"/>
                  </a:lnTo>
                  <a:lnTo>
                    <a:pt x="2454557" y="2356375"/>
                  </a:lnTo>
                  <a:lnTo>
                    <a:pt x="0" y="2356375"/>
                  </a:lnTo>
                  <a:lnTo>
                    <a:pt x="0" y="0"/>
                  </a:lnTo>
                  <a:close/>
                </a:path>
              </a:pathLst>
            </a:custGeom>
            <a:blipFill>
              <a:blip r:embed="rId20"/>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HK" sz="1200" b="0" i="0" u="none" strike="noStrike" kern="1200" cap="none" spc="0" normalizeH="0" baseline="0" noProof="0">
                <a:ln>
                  <a:noFill/>
                </a:ln>
                <a:solidFill>
                  <a:prstClr val="black"/>
                </a:solidFill>
                <a:effectLst/>
                <a:uLnTx/>
                <a:uFillTx/>
                <a:latin typeface="DengXian" panose="02010600030101010101" pitchFamily="2" charset="-122"/>
                <a:ea typeface="DengXian" panose="02010600030101010101" pitchFamily="2" charset="-122"/>
                <a:cs typeface="+mn-cs"/>
              </a:endParaRPr>
            </a:p>
          </p:txBody>
        </p:sp>
        <p:sp>
          <p:nvSpPr>
            <p:cNvPr id="23" name="Freeform 4">
              <a:extLst>
                <a:ext uri="{FF2B5EF4-FFF2-40B4-BE49-F238E27FC236}">
                  <a16:creationId xmlns:a16="http://schemas.microsoft.com/office/drawing/2014/main" id="{45C1A49A-3850-5386-A953-D973B7BF7D4F}"/>
                </a:ext>
              </a:extLst>
            </p:cNvPr>
            <p:cNvSpPr/>
            <p:nvPr/>
          </p:nvSpPr>
          <p:spPr>
            <a:xfrm>
              <a:off x="4392723" y="3733620"/>
              <a:ext cx="874393" cy="839418"/>
            </a:xfrm>
            <a:custGeom>
              <a:avLst/>
              <a:gdLst/>
              <a:ahLst/>
              <a:cxnLst/>
              <a:rect l="l" t="t" r="r" b="b"/>
              <a:pathLst>
                <a:path w="2454557" h="2356375">
                  <a:moveTo>
                    <a:pt x="0" y="0"/>
                  </a:moveTo>
                  <a:lnTo>
                    <a:pt x="2454557" y="0"/>
                  </a:lnTo>
                  <a:lnTo>
                    <a:pt x="2454557" y="2356375"/>
                  </a:lnTo>
                  <a:lnTo>
                    <a:pt x="0" y="2356375"/>
                  </a:lnTo>
                  <a:lnTo>
                    <a:pt x="0" y="0"/>
                  </a:lnTo>
                  <a:close/>
                </a:path>
              </a:pathLst>
            </a:custGeom>
            <a:blipFill>
              <a:blip r:embed="rId20"/>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HK" sz="1200" b="0" i="0" u="none" strike="noStrike" kern="1200" cap="none" spc="0" normalizeH="0" baseline="0" noProof="0">
                <a:ln>
                  <a:noFill/>
                </a:ln>
                <a:solidFill>
                  <a:prstClr val="black"/>
                </a:solidFill>
                <a:effectLst/>
                <a:uLnTx/>
                <a:uFillTx/>
                <a:latin typeface="DengXian" panose="02010600030101010101" pitchFamily="2" charset="-122"/>
                <a:ea typeface="DengXian" panose="02010600030101010101" pitchFamily="2" charset="-122"/>
                <a:cs typeface="+mn-cs"/>
              </a:endParaRPr>
            </a:p>
          </p:txBody>
        </p:sp>
        <p:sp>
          <p:nvSpPr>
            <p:cNvPr id="25" name="Freeform 4">
              <a:extLst>
                <a:ext uri="{FF2B5EF4-FFF2-40B4-BE49-F238E27FC236}">
                  <a16:creationId xmlns:a16="http://schemas.microsoft.com/office/drawing/2014/main" id="{56334752-B918-4C60-C165-BB300974B752}"/>
                </a:ext>
              </a:extLst>
            </p:cNvPr>
            <p:cNvSpPr/>
            <p:nvPr/>
          </p:nvSpPr>
          <p:spPr>
            <a:xfrm>
              <a:off x="3613731" y="4034956"/>
              <a:ext cx="874393" cy="839418"/>
            </a:xfrm>
            <a:custGeom>
              <a:avLst/>
              <a:gdLst/>
              <a:ahLst/>
              <a:cxnLst/>
              <a:rect l="l" t="t" r="r" b="b"/>
              <a:pathLst>
                <a:path w="2454557" h="2356375">
                  <a:moveTo>
                    <a:pt x="0" y="0"/>
                  </a:moveTo>
                  <a:lnTo>
                    <a:pt x="2454557" y="0"/>
                  </a:lnTo>
                  <a:lnTo>
                    <a:pt x="2454557" y="2356375"/>
                  </a:lnTo>
                  <a:lnTo>
                    <a:pt x="0" y="2356375"/>
                  </a:lnTo>
                  <a:lnTo>
                    <a:pt x="0" y="0"/>
                  </a:lnTo>
                  <a:close/>
                </a:path>
              </a:pathLst>
            </a:custGeom>
            <a:blipFill>
              <a:blip r:embed="rId20"/>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HK" sz="1200" b="0" i="0" u="none" strike="noStrike" kern="1200" cap="none" spc="0" normalizeH="0" baseline="0" noProof="0">
                <a:ln>
                  <a:noFill/>
                </a:ln>
                <a:solidFill>
                  <a:prstClr val="black"/>
                </a:solidFill>
                <a:effectLst/>
                <a:uLnTx/>
                <a:uFillTx/>
                <a:latin typeface="DengXian" panose="02010600030101010101" pitchFamily="2" charset="-122"/>
                <a:ea typeface="DengXian" panose="02010600030101010101" pitchFamily="2" charset="-122"/>
                <a:cs typeface="+mn-cs"/>
              </a:endParaRPr>
            </a:p>
          </p:txBody>
        </p:sp>
      </p:grpSp>
      <p:sp>
        <p:nvSpPr>
          <p:cNvPr id="13" name="Title 1">
            <a:extLst>
              <a:ext uri="{FF2B5EF4-FFF2-40B4-BE49-F238E27FC236}">
                <a16:creationId xmlns:a16="http://schemas.microsoft.com/office/drawing/2014/main" id="{3859F5A0-6DA6-6C1B-48FF-AF18679AF27B}"/>
              </a:ext>
            </a:extLst>
          </p:cNvPr>
          <p:cNvSpPr txBox="1">
            <a:spLocks/>
          </p:cNvSpPr>
          <p:nvPr/>
        </p:nvSpPr>
        <p:spPr>
          <a:xfrm>
            <a:off x="1371600" y="685800"/>
            <a:ext cx="9601200" cy="1485900"/>
          </a:xfrm>
          <a:prstGeom prst="rect">
            <a:avLst/>
          </a:prstGeom>
        </p:spPr>
        <p:txBody>
          <a:bodyPr anchor="ctr">
            <a:normAutofit/>
          </a:bodyPr>
          <a:lstStyle>
            <a:lvl1pPr algn="l" defTabSz="914400" rtl="0" eaLnBrk="1" latinLnBrk="0" hangingPunct="1">
              <a:lnSpc>
                <a:spcPct val="89000"/>
              </a:lnSpc>
              <a:spcBef>
                <a:spcPct val="0"/>
              </a:spcBef>
              <a:buNone/>
              <a:defRPr sz="6000" b="0" i="0" kern="1200" baseline="0">
                <a:solidFill>
                  <a:schemeClr val="tx1"/>
                </a:solidFill>
                <a:latin typeface="Helvetica" pitchFamily="2" charset="0"/>
                <a:ea typeface="Noto Sans SC Medium" panose="020B0600000000000000" pitchFamily="34" charset="-128"/>
                <a:cs typeface="Helvetica" pitchFamily="2" charset="0"/>
              </a:defRPr>
            </a:lvl1pPr>
          </a:lstStyle>
          <a:p>
            <a:pPr marL="0" marR="0" lvl="0" indent="0" algn="l" defTabSz="914400" rtl="0" eaLnBrk="1" fontAlgn="auto" latinLnBrk="0" hangingPunct="1">
              <a:lnSpc>
                <a:spcPct val="89000"/>
              </a:lnSpc>
              <a:spcBef>
                <a:spcPct val="0"/>
              </a:spcBef>
              <a:spcAft>
                <a:spcPts val="0"/>
              </a:spcAft>
              <a:buClrTx/>
              <a:buSzTx/>
              <a:buFontTx/>
              <a:buNone/>
              <a:tabLst/>
              <a:defRPr/>
            </a:pPr>
            <a:r>
              <a:rPr kumimoji="0" lang="en-US" sz="6000" b="1" i="0" u="none" strike="noStrike" kern="1200" cap="none" spc="0" normalizeH="0" baseline="0" noProof="0" dirty="0" err="1">
                <a:ln>
                  <a:noFill/>
                </a:ln>
                <a:solidFill>
                  <a:prstClr val="white"/>
                </a:solidFill>
                <a:effectLst/>
                <a:uLnTx/>
                <a:uFillTx/>
                <a:latin typeface="DengXian" panose="02010600030101010101" pitchFamily="2" charset="-122"/>
                <a:ea typeface="DengXian" panose="02010600030101010101" pitchFamily="2" charset="-122"/>
                <a:cs typeface="Helvetica" pitchFamily="2" charset="0"/>
              </a:rPr>
              <a:t>什麼是雲計算</a:t>
            </a:r>
            <a:endParaRPr kumimoji="0" lang="en-US" sz="6000" b="1" i="0" u="none" strike="noStrike" kern="1200" cap="none" spc="0" normalizeH="0" baseline="0" noProof="0" dirty="0">
              <a:ln>
                <a:noFill/>
              </a:ln>
              <a:solidFill>
                <a:prstClr val="white"/>
              </a:solidFill>
              <a:effectLst/>
              <a:uLnTx/>
              <a:uFillTx/>
              <a:latin typeface="DengXian" panose="02010600030101010101" pitchFamily="2" charset="-122"/>
              <a:ea typeface="DengXian" panose="02010600030101010101" pitchFamily="2" charset="-122"/>
              <a:cs typeface="Helvetica" pitchFamily="2" charset="0"/>
            </a:endParaRPr>
          </a:p>
        </p:txBody>
      </p:sp>
      <p:sp>
        <p:nvSpPr>
          <p:cNvPr id="20" name="文字方塊 19">
            <a:extLst>
              <a:ext uri="{FF2B5EF4-FFF2-40B4-BE49-F238E27FC236}">
                <a16:creationId xmlns:a16="http://schemas.microsoft.com/office/drawing/2014/main" id="{31840832-8001-15D5-E698-B6DD86F90F79}"/>
              </a:ext>
            </a:extLst>
          </p:cNvPr>
          <p:cNvSpPr txBox="1"/>
          <p:nvPr/>
        </p:nvSpPr>
        <p:spPr>
          <a:xfrm>
            <a:off x="1341215" y="1812320"/>
            <a:ext cx="6726086" cy="110799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200" b="1" i="0" u="none" strike="noStrike" kern="1200" cap="none" spc="0" normalizeH="0" baseline="0" noProof="0" dirty="0">
                <a:ln>
                  <a:noFill/>
                </a:ln>
                <a:solidFill>
                  <a:prstClr val="white"/>
                </a:solidFill>
                <a:effectLst/>
                <a:uLnTx/>
                <a:uFillTx/>
                <a:latin typeface="DengXian" panose="02010600030101010101" pitchFamily="2" charset="-122"/>
                <a:ea typeface="DengXian" panose="02010600030101010101" pitchFamily="2" charset="-122"/>
                <a:cs typeface="+mn-cs"/>
              </a:rPr>
              <a:t>7. </a:t>
            </a:r>
            <a:r>
              <a:rPr kumimoji="0" lang="zh-TW" altLang="en-US" sz="2200" b="1" i="0" u="none" strike="noStrike" kern="1200" cap="none" spc="0" normalizeH="0" baseline="0" noProof="0" dirty="0">
                <a:ln>
                  <a:noFill/>
                </a:ln>
                <a:solidFill>
                  <a:prstClr val="white"/>
                </a:solidFill>
                <a:effectLst/>
                <a:uLnTx/>
                <a:uFillTx/>
                <a:latin typeface="DengXian" panose="02010600030101010101" pitchFamily="2" charset="-122"/>
                <a:ea typeface="DengXian" panose="02010600030101010101" pitchFamily="2" charset="-122"/>
                <a:cs typeface="+mn-cs"/>
              </a:rPr>
              <a:t>供應商既已備好算力，企業便毋須自行購置伺服器、自設機房；只要連上互聯網，即可取用供應商的算力來運行業務，用多少付多少</a:t>
            </a:r>
            <a:r>
              <a:rPr kumimoji="0" lang="en-US" altLang="zh-TW" sz="2200" b="1" i="0" u="none" strike="noStrike" kern="1200" cap="none" spc="0" normalizeH="0" baseline="0" noProof="0" dirty="0">
                <a:ln>
                  <a:noFill/>
                </a:ln>
                <a:solidFill>
                  <a:prstClr val="white"/>
                </a:solidFill>
                <a:effectLst/>
                <a:uLnTx/>
                <a:uFillTx/>
                <a:latin typeface="DengXian" panose="02010600030101010101" pitchFamily="2" charset="-122"/>
                <a:ea typeface="DengXian" panose="02010600030101010101" pitchFamily="2" charset="-122"/>
                <a:cs typeface="+mn-cs"/>
              </a:rPr>
              <a:t>——</a:t>
            </a:r>
            <a:r>
              <a:rPr kumimoji="0" lang="zh-TW" altLang="en-US" sz="2200" b="1" i="0" u="none" strike="noStrike" kern="1200" cap="none" spc="0" normalizeH="0" baseline="0" noProof="0" dirty="0">
                <a:ln>
                  <a:noFill/>
                </a:ln>
                <a:solidFill>
                  <a:prstClr val="white"/>
                </a:solidFill>
                <a:effectLst/>
                <a:uLnTx/>
                <a:uFillTx/>
                <a:latin typeface="DengXian" panose="02010600030101010101" pitchFamily="2" charset="-122"/>
                <a:ea typeface="DengXian" panose="02010600030101010101" pitchFamily="2" charset="-122"/>
                <a:cs typeface="+mn-cs"/>
              </a:rPr>
              <a:t>一如插上插頭便有電。</a:t>
            </a:r>
            <a:endParaRPr kumimoji="0" lang="zh-HK" altLang="en-US" sz="2200" b="1" i="0" u="none" strike="noStrike" kern="1200" cap="none" spc="0" normalizeH="0" baseline="0" noProof="0" dirty="0">
              <a:ln>
                <a:noFill/>
              </a:ln>
              <a:solidFill>
                <a:prstClr val="white"/>
              </a:solidFill>
              <a:effectLst/>
              <a:uLnTx/>
              <a:uFillTx/>
              <a:latin typeface="DengXian" panose="02010600030101010101" pitchFamily="2" charset="-122"/>
              <a:ea typeface="DengXian" panose="02010600030101010101" pitchFamily="2" charset="-122"/>
              <a:cs typeface="+mn-cs"/>
            </a:endParaRPr>
          </a:p>
        </p:txBody>
      </p:sp>
    </p:spTree>
    <p:extLst>
      <p:ext uri="{BB962C8B-B14F-4D97-AF65-F5344CB8AC3E}">
        <p14:creationId xmlns:p14="http://schemas.microsoft.com/office/powerpoint/2010/main" val="2411391561"/>
      </p:ext>
    </p:extLst>
  </p:cSld>
  <p:clrMapOvr>
    <a:masterClrMapping/>
  </p:clrMapOvr>
  <p:timing>
    <p:tnLst>
      <p:par>
        <p:cTn id="1" dur="indefinite" restart="never" nodeType="tmRoot">
          <p:childTnLst>
            <p:video>
              <p:cMediaNode vol="100000">
                <p:cTn id="2" repeatCount="indefinite" fill="hold" display="0">
                  <p:stCondLst>
                    <p:cond delay="indefinite"/>
                  </p:stCondLst>
                </p:cTn>
                <p:tgtEl>
                  <p:spTgt spid="14"/>
                </p:tgtEl>
              </p:cMediaNode>
            </p:video>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8C3457F3-0DCC-7D0E-6CE4-830D2C362F8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3371D3A-28BD-980F-7B70-52EE6FFFAD8D}"/>
              </a:ext>
            </a:extLst>
          </p:cNvPr>
          <p:cNvSpPr/>
          <p:nvPr/>
        </p:nvSpPr>
        <p:spPr>
          <a:xfrm>
            <a:off x="-119639" y="0"/>
            <a:ext cx="12254911" cy="6715441"/>
          </a:xfrm>
          <a:custGeom>
            <a:avLst/>
            <a:gdLst/>
            <a:ahLst/>
            <a:cxnLst/>
            <a:rect l="l" t="t" r="r" b="b"/>
            <a:pathLst>
              <a:path w="13318890" h="9922573">
                <a:moveTo>
                  <a:pt x="0" y="0"/>
                </a:moveTo>
                <a:lnTo>
                  <a:pt x="13318890" y="0"/>
                </a:lnTo>
                <a:lnTo>
                  <a:pt x="13318890" y="9922572"/>
                </a:lnTo>
                <a:lnTo>
                  <a:pt x="0" y="9922572"/>
                </a:lnTo>
                <a:lnTo>
                  <a:pt x="0" y="0"/>
                </a:lnTo>
                <a:close/>
              </a:path>
            </a:pathLst>
          </a:custGeom>
          <a:blipFill>
            <a:blip>
              <a:alphaModFix amt="44000"/>
              <a:extLst>
                <a:ext uri="{96DAC541-7B7A-43D3-8B79-37D633B846F1}">
                  <asvg:svgBlip xmlns:asvg="http://schemas.microsoft.com/office/drawing/2016/SVG/main" r:embed="rId3"/>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HK" sz="1200" b="0" i="0" u="none" strike="noStrike" kern="1200" cap="none" spc="0" normalizeH="0" baseline="0" noProof="0">
              <a:ln>
                <a:noFill/>
              </a:ln>
              <a:solidFill>
                <a:prstClr val="black"/>
              </a:solidFill>
              <a:effectLst/>
              <a:uLnTx/>
              <a:uFillTx/>
              <a:latin typeface="DengXian" panose="02010600030101010101" pitchFamily="2" charset="-122"/>
              <a:ea typeface="DengXian" panose="02010600030101010101" pitchFamily="2" charset="-122"/>
              <a:cs typeface="+mn-cs"/>
            </a:endParaRPr>
          </a:p>
        </p:txBody>
      </p:sp>
      <p:pic>
        <p:nvPicPr>
          <p:cNvPr id="15" name="Picture 14" descr="How Alibaba Cloud Engineered China's Digital Explosion | by ...">
            <a:extLst>
              <a:ext uri="{FF2B5EF4-FFF2-40B4-BE49-F238E27FC236}">
                <a16:creationId xmlns:a16="http://schemas.microsoft.com/office/drawing/2014/main" id="{8911D0FB-3311-5B61-C5E2-CCF6A0CBC820}"/>
              </a:ext>
            </a:extLst>
          </p:cNvPr>
          <p:cNvPicPr>
            <a:picLocks noChangeAspect="1"/>
          </p:cNvPicPr>
          <p:nvPr/>
        </p:nvPicPr>
        <p:blipFill>
          <a:blip r:embed="rId4"/>
          <a:srcRect l="21566" t="21343" r="21979" b="18451"/>
          <a:stretch>
            <a:fillRect/>
          </a:stretch>
        </p:blipFill>
        <p:spPr>
          <a:xfrm>
            <a:off x="7407714" y="5048004"/>
            <a:ext cx="1373851" cy="769180"/>
          </a:xfrm>
          <a:prstGeom prst="rect">
            <a:avLst/>
          </a:prstGeom>
        </p:spPr>
      </p:pic>
      <p:pic>
        <p:nvPicPr>
          <p:cNvPr id="16" name="Picture 15" descr="Amazon Web Services Logo, symbol, meaning, history, PNG, brand">
            <a:extLst>
              <a:ext uri="{FF2B5EF4-FFF2-40B4-BE49-F238E27FC236}">
                <a16:creationId xmlns:a16="http://schemas.microsoft.com/office/drawing/2014/main" id="{3DA3B21D-0FC2-2738-73A6-31A3032A7C2E}"/>
              </a:ext>
            </a:extLst>
          </p:cNvPr>
          <p:cNvPicPr>
            <a:picLocks noChangeAspect="1"/>
          </p:cNvPicPr>
          <p:nvPr/>
        </p:nvPicPr>
        <p:blipFill>
          <a:blip r:embed="rId5"/>
          <a:stretch>
            <a:fillRect/>
          </a:stretch>
        </p:blipFill>
        <p:spPr>
          <a:xfrm>
            <a:off x="8705566" y="4993167"/>
            <a:ext cx="1562409" cy="878854"/>
          </a:xfrm>
          <a:prstGeom prst="rect">
            <a:avLst/>
          </a:prstGeom>
        </p:spPr>
      </p:pic>
      <p:pic>
        <p:nvPicPr>
          <p:cNvPr id="17" name="Picture 16" descr="azure-cloud-logo - Wallit">
            <a:extLst>
              <a:ext uri="{FF2B5EF4-FFF2-40B4-BE49-F238E27FC236}">
                <a16:creationId xmlns:a16="http://schemas.microsoft.com/office/drawing/2014/main" id="{875E11BA-074F-B086-840B-EDE3C8059F2B}"/>
              </a:ext>
            </a:extLst>
          </p:cNvPr>
          <p:cNvPicPr>
            <a:picLocks noChangeAspect="1"/>
          </p:cNvPicPr>
          <p:nvPr/>
        </p:nvPicPr>
        <p:blipFill>
          <a:blip r:embed="rId6"/>
          <a:stretch>
            <a:fillRect/>
          </a:stretch>
        </p:blipFill>
        <p:spPr>
          <a:xfrm>
            <a:off x="10129101" y="5058522"/>
            <a:ext cx="1460515" cy="834580"/>
          </a:xfrm>
          <a:prstGeom prst="rect">
            <a:avLst/>
          </a:prstGeom>
        </p:spPr>
      </p:pic>
      <p:pic>
        <p:nvPicPr>
          <p:cNvPr id="5" name="Picture 4" descr="Netflix Logo (Black Background) Vector Download - iconLogoVector">
            <a:extLst>
              <a:ext uri="{FF2B5EF4-FFF2-40B4-BE49-F238E27FC236}">
                <a16:creationId xmlns:a16="http://schemas.microsoft.com/office/drawing/2014/main" id="{FF6C884D-6D35-DD7F-BB0E-F583748FF943}"/>
              </a:ext>
            </a:extLst>
          </p:cNvPr>
          <p:cNvPicPr>
            <a:picLocks noChangeAspect="1"/>
          </p:cNvPicPr>
          <p:nvPr/>
        </p:nvPicPr>
        <p:blipFill>
          <a:blip r:embed="rId7"/>
          <a:stretch>
            <a:fillRect/>
          </a:stretch>
        </p:blipFill>
        <p:spPr>
          <a:xfrm>
            <a:off x="2439899" y="4713282"/>
            <a:ext cx="762530" cy="762530"/>
          </a:xfrm>
          <a:prstGeom prst="rect">
            <a:avLst/>
          </a:prstGeom>
        </p:spPr>
      </p:pic>
      <p:pic>
        <p:nvPicPr>
          <p:cNvPr id="7" name="Picture 6" descr="Google Classroom Logo Stock Illustrations – 40 Google ...">
            <a:extLst>
              <a:ext uri="{FF2B5EF4-FFF2-40B4-BE49-F238E27FC236}">
                <a16:creationId xmlns:a16="http://schemas.microsoft.com/office/drawing/2014/main" id="{000749A9-CB88-43CD-9684-B9D1B4748860}"/>
              </a:ext>
            </a:extLst>
          </p:cNvPr>
          <p:cNvPicPr>
            <a:picLocks noChangeAspect="1"/>
          </p:cNvPicPr>
          <p:nvPr/>
        </p:nvPicPr>
        <p:blipFill>
          <a:blip r:embed="rId8"/>
          <a:srcRect l="3087" t="2950" r="4222" b="3450"/>
          <a:stretch>
            <a:fillRect/>
          </a:stretch>
        </p:blipFill>
        <p:spPr>
          <a:xfrm>
            <a:off x="402593" y="4606846"/>
            <a:ext cx="1052593" cy="1062923"/>
          </a:xfrm>
          <a:prstGeom prst="rect">
            <a:avLst/>
          </a:prstGeom>
        </p:spPr>
      </p:pic>
      <p:pic>
        <p:nvPicPr>
          <p:cNvPr id="8" name="Picture 7" descr="Instagram Logo Vector">
            <a:extLst>
              <a:ext uri="{FF2B5EF4-FFF2-40B4-BE49-F238E27FC236}">
                <a16:creationId xmlns:a16="http://schemas.microsoft.com/office/drawing/2014/main" id="{C3DE696D-F134-F7A3-4350-A0065511E4A9}"/>
              </a:ext>
            </a:extLst>
          </p:cNvPr>
          <p:cNvPicPr>
            <a:picLocks noChangeAspect="1"/>
          </p:cNvPicPr>
          <p:nvPr/>
        </p:nvPicPr>
        <p:blipFill>
          <a:blip r:embed="rId9"/>
          <a:stretch>
            <a:fillRect/>
          </a:stretch>
        </p:blipFill>
        <p:spPr>
          <a:xfrm flipH="1">
            <a:off x="1543747" y="4697550"/>
            <a:ext cx="762529" cy="762529"/>
          </a:xfrm>
          <a:prstGeom prst="rect">
            <a:avLst/>
          </a:prstGeom>
        </p:spPr>
      </p:pic>
      <p:pic>
        <p:nvPicPr>
          <p:cNvPr id="9" name="Picture 8" descr="Zoom Logo, symbol, meaning, history, PNG, brand">
            <a:extLst>
              <a:ext uri="{FF2B5EF4-FFF2-40B4-BE49-F238E27FC236}">
                <a16:creationId xmlns:a16="http://schemas.microsoft.com/office/drawing/2014/main" id="{F6130896-B53F-E2B8-2861-C32DBC811CDA}"/>
              </a:ext>
            </a:extLst>
          </p:cNvPr>
          <p:cNvPicPr>
            <a:picLocks noChangeAspect="1"/>
          </p:cNvPicPr>
          <p:nvPr/>
        </p:nvPicPr>
        <p:blipFill>
          <a:blip r:embed="rId10"/>
          <a:stretch>
            <a:fillRect/>
          </a:stretch>
        </p:blipFill>
        <p:spPr>
          <a:xfrm>
            <a:off x="3735955" y="5728647"/>
            <a:ext cx="1165843" cy="655787"/>
          </a:xfrm>
          <a:prstGeom prst="rect">
            <a:avLst/>
          </a:prstGeom>
        </p:spPr>
      </p:pic>
      <p:pic>
        <p:nvPicPr>
          <p:cNvPr id="10" name="Picture 9" descr="Canva – Download og installer i Windows | Microsoft Store">
            <a:extLst>
              <a:ext uri="{FF2B5EF4-FFF2-40B4-BE49-F238E27FC236}">
                <a16:creationId xmlns:a16="http://schemas.microsoft.com/office/drawing/2014/main" id="{E652FD59-3D14-0579-72D6-59CD3FFF47A5}"/>
              </a:ext>
            </a:extLst>
          </p:cNvPr>
          <p:cNvPicPr>
            <a:picLocks noChangeAspect="1"/>
          </p:cNvPicPr>
          <p:nvPr/>
        </p:nvPicPr>
        <p:blipFill>
          <a:blip r:embed="rId11"/>
          <a:stretch>
            <a:fillRect/>
          </a:stretch>
        </p:blipFill>
        <p:spPr>
          <a:xfrm>
            <a:off x="3199999" y="4755950"/>
            <a:ext cx="640395" cy="640395"/>
          </a:xfrm>
          <a:prstGeom prst="rect">
            <a:avLst/>
          </a:prstGeom>
        </p:spPr>
      </p:pic>
      <p:pic>
        <p:nvPicPr>
          <p:cNvPr id="11" name="Picture 10" descr="How to use Douyin (TikTok China) in 2023? - STAiiRS">
            <a:extLst>
              <a:ext uri="{FF2B5EF4-FFF2-40B4-BE49-F238E27FC236}">
                <a16:creationId xmlns:a16="http://schemas.microsoft.com/office/drawing/2014/main" id="{6F18D2AB-3151-5553-7F4A-5A34A13D8464}"/>
              </a:ext>
            </a:extLst>
          </p:cNvPr>
          <p:cNvPicPr>
            <a:picLocks noChangeAspect="1"/>
          </p:cNvPicPr>
          <p:nvPr/>
        </p:nvPicPr>
        <p:blipFill>
          <a:blip r:embed="rId12"/>
          <a:srcRect l="16400" r="15723" b="6098"/>
          <a:stretch>
            <a:fillRect/>
          </a:stretch>
        </p:blipFill>
        <p:spPr>
          <a:xfrm>
            <a:off x="3973304" y="4732558"/>
            <a:ext cx="691147" cy="727521"/>
          </a:xfrm>
          <a:prstGeom prst="rect">
            <a:avLst/>
          </a:prstGeom>
        </p:spPr>
      </p:pic>
      <p:pic>
        <p:nvPicPr>
          <p:cNvPr id="29" name="Picture 28" descr="HSBC Logo, symbol, meaning, history, PNG, brand">
            <a:extLst>
              <a:ext uri="{FF2B5EF4-FFF2-40B4-BE49-F238E27FC236}">
                <a16:creationId xmlns:a16="http://schemas.microsoft.com/office/drawing/2014/main" id="{AA41A967-CA15-5A55-1149-31289A417592}"/>
              </a:ext>
            </a:extLst>
          </p:cNvPr>
          <p:cNvPicPr>
            <a:picLocks noChangeAspect="1"/>
          </p:cNvPicPr>
          <p:nvPr/>
        </p:nvPicPr>
        <p:blipFill>
          <a:blip r:embed="rId13"/>
          <a:stretch>
            <a:fillRect/>
          </a:stretch>
        </p:blipFill>
        <p:spPr>
          <a:xfrm>
            <a:off x="359224" y="5891089"/>
            <a:ext cx="1139330" cy="640873"/>
          </a:xfrm>
          <a:prstGeom prst="rect">
            <a:avLst/>
          </a:prstGeom>
        </p:spPr>
      </p:pic>
      <p:pic>
        <p:nvPicPr>
          <p:cNvPr id="31" name="Picture 30" descr="File:PCCW (Hong Kong ICT company) logo (fair use).svg - Wikipedia">
            <a:extLst>
              <a:ext uri="{FF2B5EF4-FFF2-40B4-BE49-F238E27FC236}">
                <a16:creationId xmlns:a16="http://schemas.microsoft.com/office/drawing/2014/main" id="{E4D245B8-2FBF-F8C0-4BEC-CA6BB19CACC4}"/>
              </a:ext>
            </a:extLst>
          </p:cNvPr>
          <p:cNvPicPr>
            <a:picLocks noChangeAspect="1"/>
          </p:cNvPicPr>
          <p:nvPr/>
        </p:nvPicPr>
        <p:blipFill>
          <a:blip r:embed="rId14"/>
          <a:stretch>
            <a:fillRect/>
          </a:stretch>
        </p:blipFill>
        <p:spPr>
          <a:xfrm>
            <a:off x="2448903" y="5799006"/>
            <a:ext cx="1450717" cy="471483"/>
          </a:xfrm>
          <a:prstGeom prst="rect">
            <a:avLst/>
          </a:prstGeom>
          <a:solidFill>
            <a:schemeClr val="bg1"/>
          </a:solidFill>
        </p:spPr>
      </p:pic>
      <p:pic>
        <p:nvPicPr>
          <p:cNvPr id="32" name="Picture 31" descr="File:HK MTR logo.svg - Wikipedia">
            <a:extLst>
              <a:ext uri="{FF2B5EF4-FFF2-40B4-BE49-F238E27FC236}">
                <a16:creationId xmlns:a16="http://schemas.microsoft.com/office/drawing/2014/main" id="{A36404F7-09EA-19AA-F929-46EEFB8DC765}"/>
              </a:ext>
            </a:extLst>
          </p:cNvPr>
          <p:cNvPicPr>
            <a:picLocks noChangeAspect="1"/>
          </p:cNvPicPr>
          <p:nvPr/>
        </p:nvPicPr>
        <p:blipFill>
          <a:blip r:embed="rId15"/>
          <a:stretch>
            <a:fillRect/>
          </a:stretch>
        </p:blipFill>
        <p:spPr>
          <a:xfrm>
            <a:off x="1576518" y="5790573"/>
            <a:ext cx="742326" cy="593861"/>
          </a:xfrm>
          <a:prstGeom prst="rect">
            <a:avLst/>
          </a:prstGeom>
        </p:spPr>
      </p:pic>
      <p:sp>
        <p:nvSpPr>
          <p:cNvPr id="13" name="Title 1">
            <a:extLst>
              <a:ext uri="{FF2B5EF4-FFF2-40B4-BE49-F238E27FC236}">
                <a16:creationId xmlns:a16="http://schemas.microsoft.com/office/drawing/2014/main" id="{13C6D7C5-F798-20B1-DEEF-445372939659}"/>
              </a:ext>
            </a:extLst>
          </p:cNvPr>
          <p:cNvSpPr txBox="1">
            <a:spLocks/>
          </p:cNvSpPr>
          <p:nvPr/>
        </p:nvSpPr>
        <p:spPr>
          <a:xfrm>
            <a:off x="1371600" y="685800"/>
            <a:ext cx="9601200" cy="1485900"/>
          </a:xfrm>
          <a:prstGeom prst="rect">
            <a:avLst/>
          </a:prstGeom>
        </p:spPr>
        <p:txBody>
          <a:bodyPr anchor="ctr">
            <a:normAutofit/>
          </a:bodyPr>
          <a:lstStyle>
            <a:lvl1pPr algn="l" defTabSz="914400" rtl="0" eaLnBrk="1" latinLnBrk="0" hangingPunct="1">
              <a:lnSpc>
                <a:spcPct val="89000"/>
              </a:lnSpc>
              <a:spcBef>
                <a:spcPct val="0"/>
              </a:spcBef>
              <a:buNone/>
              <a:defRPr sz="6000" b="0" i="0" kern="1200" baseline="0">
                <a:solidFill>
                  <a:schemeClr val="tx1"/>
                </a:solidFill>
                <a:latin typeface="Helvetica" pitchFamily="2" charset="0"/>
                <a:ea typeface="Noto Sans SC Medium" panose="020B0600000000000000" pitchFamily="34" charset="-128"/>
                <a:cs typeface="Helvetica" pitchFamily="2" charset="0"/>
              </a:defRPr>
            </a:lvl1pPr>
          </a:lstStyle>
          <a:p>
            <a:pPr marL="0" marR="0" lvl="0" indent="0" algn="l" defTabSz="914400" rtl="0" eaLnBrk="1" fontAlgn="auto" latinLnBrk="0" hangingPunct="1">
              <a:lnSpc>
                <a:spcPct val="89000"/>
              </a:lnSpc>
              <a:spcBef>
                <a:spcPct val="0"/>
              </a:spcBef>
              <a:spcAft>
                <a:spcPts val="0"/>
              </a:spcAft>
              <a:buClrTx/>
              <a:buSzTx/>
              <a:buFontTx/>
              <a:buNone/>
              <a:tabLst/>
              <a:defRPr/>
            </a:pPr>
            <a:r>
              <a:rPr kumimoji="0" lang="en-US" sz="6000" b="1" i="0" u="none" strike="noStrike" kern="1200" cap="none" spc="0" normalizeH="0" baseline="0" noProof="0" dirty="0" err="1">
                <a:ln>
                  <a:noFill/>
                </a:ln>
                <a:solidFill>
                  <a:prstClr val="white"/>
                </a:solidFill>
                <a:effectLst/>
                <a:uLnTx/>
                <a:uFillTx/>
                <a:latin typeface="DengXian" panose="02010600030101010101" pitchFamily="2" charset="-122"/>
                <a:ea typeface="DengXian" panose="02010600030101010101" pitchFamily="2" charset="-122"/>
                <a:cs typeface="Helvetica" pitchFamily="2" charset="0"/>
              </a:rPr>
              <a:t>什麼是雲計算</a:t>
            </a:r>
            <a:endParaRPr kumimoji="0" lang="en-US" sz="6000" b="1" i="0" u="none" strike="noStrike" kern="1200" cap="none" spc="0" normalizeH="0" baseline="0" noProof="0" dirty="0">
              <a:ln>
                <a:noFill/>
              </a:ln>
              <a:solidFill>
                <a:prstClr val="white"/>
              </a:solidFill>
              <a:effectLst/>
              <a:uLnTx/>
              <a:uFillTx/>
              <a:latin typeface="DengXian" panose="02010600030101010101" pitchFamily="2" charset="-122"/>
              <a:ea typeface="DengXian" panose="02010600030101010101" pitchFamily="2" charset="-122"/>
              <a:cs typeface="Helvetica" pitchFamily="2" charset="0"/>
            </a:endParaRPr>
          </a:p>
        </p:txBody>
      </p:sp>
      <p:grpSp>
        <p:nvGrpSpPr>
          <p:cNvPr id="6" name="Group 25">
            <a:extLst>
              <a:ext uri="{FF2B5EF4-FFF2-40B4-BE49-F238E27FC236}">
                <a16:creationId xmlns:a16="http://schemas.microsoft.com/office/drawing/2014/main" id="{3848828F-07D2-C7D7-DD3E-12A03F3238DE}"/>
              </a:ext>
            </a:extLst>
          </p:cNvPr>
          <p:cNvGrpSpPr/>
          <p:nvPr/>
        </p:nvGrpSpPr>
        <p:grpSpPr>
          <a:xfrm rot="1362477">
            <a:off x="4563814" y="4850563"/>
            <a:ext cx="2515854" cy="1354205"/>
            <a:chOff x="3613731" y="2704671"/>
            <a:chExt cx="3878757" cy="2169703"/>
          </a:xfrm>
        </p:grpSpPr>
        <p:sp>
          <p:nvSpPr>
            <p:cNvPr id="12" name="Freeform 4">
              <a:extLst>
                <a:ext uri="{FF2B5EF4-FFF2-40B4-BE49-F238E27FC236}">
                  <a16:creationId xmlns:a16="http://schemas.microsoft.com/office/drawing/2014/main" id="{BFBE362C-AEF1-9DD5-610A-ABCE938E81DD}"/>
                </a:ext>
              </a:extLst>
            </p:cNvPr>
            <p:cNvSpPr/>
            <p:nvPr/>
          </p:nvSpPr>
          <p:spPr>
            <a:xfrm>
              <a:off x="6618095" y="2704671"/>
              <a:ext cx="874393" cy="839418"/>
            </a:xfrm>
            <a:custGeom>
              <a:avLst/>
              <a:gdLst/>
              <a:ahLst/>
              <a:cxnLst/>
              <a:rect l="l" t="t" r="r" b="b"/>
              <a:pathLst>
                <a:path w="2454557" h="2356375">
                  <a:moveTo>
                    <a:pt x="0" y="0"/>
                  </a:moveTo>
                  <a:lnTo>
                    <a:pt x="2454557" y="0"/>
                  </a:lnTo>
                  <a:lnTo>
                    <a:pt x="2454557" y="2356375"/>
                  </a:lnTo>
                  <a:lnTo>
                    <a:pt x="0" y="2356375"/>
                  </a:lnTo>
                  <a:lnTo>
                    <a:pt x="0" y="0"/>
                  </a:lnTo>
                  <a:close/>
                </a:path>
              </a:pathLst>
            </a:custGeom>
            <a:blipFill>
              <a:blip r:embed="rId16"/>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HK" sz="1200" b="0" i="0" u="none" strike="noStrike" kern="1200" cap="none" spc="0" normalizeH="0" baseline="0" noProof="0">
                <a:ln>
                  <a:noFill/>
                </a:ln>
                <a:solidFill>
                  <a:prstClr val="black"/>
                </a:solidFill>
                <a:effectLst/>
                <a:uLnTx/>
                <a:uFillTx/>
                <a:latin typeface="DengXian" panose="02010600030101010101" pitchFamily="2" charset="-122"/>
                <a:ea typeface="DengXian" panose="02010600030101010101" pitchFamily="2" charset="-122"/>
              </a:endParaRPr>
            </a:p>
          </p:txBody>
        </p:sp>
        <p:sp>
          <p:nvSpPr>
            <p:cNvPr id="18" name="Freeform 4">
              <a:extLst>
                <a:ext uri="{FF2B5EF4-FFF2-40B4-BE49-F238E27FC236}">
                  <a16:creationId xmlns:a16="http://schemas.microsoft.com/office/drawing/2014/main" id="{EB16AD67-F6B4-E81C-3867-66EB701FA286}"/>
                </a:ext>
              </a:extLst>
            </p:cNvPr>
            <p:cNvSpPr/>
            <p:nvPr/>
          </p:nvSpPr>
          <p:spPr>
            <a:xfrm>
              <a:off x="5887928" y="3009291"/>
              <a:ext cx="874393" cy="839418"/>
            </a:xfrm>
            <a:custGeom>
              <a:avLst/>
              <a:gdLst/>
              <a:ahLst/>
              <a:cxnLst/>
              <a:rect l="l" t="t" r="r" b="b"/>
              <a:pathLst>
                <a:path w="2454557" h="2356375">
                  <a:moveTo>
                    <a:pt x="0" y="0"/>
                  </a:moveTo>
                  <a:lnTo>
                    <a:pt x="2454557" y="0"/>
                  </a:lnTo>
                  <a:lnTo>
                    <a:pt x="2454557" y="2356375"/>
                  </a:lnTo>
                  <a:lnTo>
                    <a:pt x="0" y="2356375"/>
                  </a:lnTo>
                  <a:lnTo>
                    <a:pt x="0" y="0"/>
                  </a:lnTo>
                  <a:close/>
                </a:path>
              </a:pathLst>
            </a:custGeom>
            <a:blipFill>
              <a:blip r:embed="rId16"/>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HK" sz="1200" b="0" i="0" u="none" strike="noStrike" kern="1200" cap="none" spc="0" normalizeH="0" baseline="0" noProof="0">
                <a:ln>
                  <a:noFill/>
                </a:ln>
                <a:solidFill>
                  <a:prstClr val="black"/>
                </a:solidFill>
                <a:effectLst/>
                <a:uLnTx/>
                <a:uFillTx/>
                <a:latin typeface="DengXian" panose="02010600030101010101" pitchFamily="2" charset="-122"/>
                <a:ea typeface="DengXian" panose="02010600030101010101" pitchFamily="2" charset="-122"/>
              </a:endParaRPr>
            </a:p>
          </p:txBody>
        </p:sp>
        <p:sp>
          <p:nvSpPr>
            <p:cNvPr id="22" name="Freeform 4">
              <a:extLst>
                <a:ext uri="{FF2B5EF4-FFF2-40B4-BE49-F238E27FC236}">
                  <a16:creationId xmlns:a16="http://schemas.microsoft.com/office/drawing/2014/main" id="{7200431E-84B7-F166-BAAC-A4536132E5EE}"/>
                </a:ext>
              </a:extLst>
            </p:cNvPr>
            <p:cNvSpPr/>
            <p:nvPr/>
          </p:nvSpPr>
          <p:spPr>
            <a:xfrm>
              <a:off x="5155768" y="3313911"/>
              <a:ext cx="874393" cy="839418"/>
            </a:xfrm>
            <a:custGeom>
              <a:avLst/>
              <a:gdLst/>
              <a:ahLst/>
              <a:cxnLst/>
              <a:rect l="l" t="t" r="r" b="b"/>
              <a:pathLst>
                <a:path w="2454557" h="2356375">
                  <a:moveTo>
                    <a:pt x="0" y="0"/>
                  </a:moveTo>
                  <a:lnTo>
                    <a:pt x="2454557" y="0"/>
                  </a:lnTo>
                  <a:lnTo>
                    <a:pt x="2454557" y="2356375"/>
                  </a:lnTo>
                  <a:lnTo>
                    <a:pt x="0" y="2356375"/>
                  </a:lnTo>
                  <a:lnTo>
                    <a:pt x="0" y="0"/>
                  </a:lnTo>
                  <a:close/>
                </a:path>
              </a:pathLst>
            </a:custGeom>
            <a:blipFill>
              <a:blip r:embed="rId16"/>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HK" sz="1200" b="0" i="0" u="none" strike="noStrike" kern="1200" cap="none" spc="0" normalizeH="0" baseline="0" noProof="0">
                <a:ln>
                  <a:noFill/>
                </a:ln>
                <a:solidFill>
                  <a:prstClr val="black"/>
                </a:solidFill>
                <a:effectLst/>
                <a:uLnTx/>
                <a:uFillTx/>
                <a:latin typeface="DengXian" panose="02010600030101010101" pitchFamily="2" charset="-122"/>
                <a:ea typeface="DengXian" panose="02010600030101010101" pitchFamily="2" charset="-122"/>
              </a:endParaRPr>
            </a:p>
          </p:txBody>
        </p:sp>
        <p:sp>
          <p:nvSpPr>
            <p:cNvPr id="24" name="Freeform 4">
              <a:extLst>
                <a:ext uri="{FF2B5EF4-FFF2-40B4-BE49-F238E27FC236}">
                  <a16:creationId xmlns:a16="http://schemas.microsoft.com/office/drawing/2014/main" id="{9959012A-7181-7959-E629-D64A7844D847}"/>
                </a:ext>
              </a:extLst>
            </p:cNvPr>
            <p:cNvSpPr/>
            <p:nvPr/>
          </p:nvSpPr>
          <p:spPr>
            <a:xfrm>
              <a:off x="4392723" y="3733620"/>
              <a:ext cx="874393" cy="839418"/>
            </a:xfrm>
            <a:custGeom>
              <a:avLst/>
              <a:gdLst/>
              <a:ahLst/>
              <a:cxnLst/>
              <a:rect l="l" t="t" r="r" b="b"/>
              <a:pathLst>
                <a:path w="2454557" h="2356375">
                  <a:moveTo>
                    <a:pt x="0" y="0"/>
                  </a:moveTo>
                  <a:lnTo>
                    <a:pt x="2454557" y="0"/>
                  </a:lnTo>
                  <a:lnTo>
                    <a:pt x="2454557" y="2356375"/>
                  </a:lnTo>
                  <a:lnTo>
                    <a:pt x="0" y="2356375"/>
                  </a:lnTo>
                  <a:lnTo>
                    <a:pt x="0" y="0"/>
                  </a:lnTo>
                  <a:close/>
                </a:path>
              </a:pathLst>
            </a:custGeom>
            <a:blipFill>
              <a:blip r:embed="rId16"/>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HK" sz="1200" b="0" i="0" u="none" strike="noStrike" kern="1200" cap="none" spc="0" normalizeH="0" baseline="0" noProof="0">
                <a:ln>
                  <a:noFill/>
                </a:ln>
                <a:solidFill>
                  <a:prstClr val="black"/>
                </a:solidFill>
                <a:effectLst/>
                <a:uLnTx/>
                <a:uFillTx/>
                <a:latin typeface="DengXian" panose="02010600030101010101" pitchFamily="2" charset="-122"/>
                <a:ea typeface="DengXian" panose="02010600030101010101" pitchFamily="2" charset="-122"/>
              </a:endParaRPr>
            </a:p>
          </p:txBody>
        </p:sp>
        <p:sp>
          <p:nvSpPr>
            <p:cNvPr id="30" name="Freeform 4">
              <a:extLst>
                <a:ext uri="{FF2B5EF4-FFF2-40B4-BE49-F238E27FC236}">
                  <a16:creationId xmlns:a16="http://schemas.microsoft.com/office/drawing/2014/main" id="{6B967C95-68D0-3BFB-8157-9431490305EB}"/>
                </a:ext>
              </a:extLst>
            </p:cNvPr>
            <p:cNvSpPr/>
            <p:nvPr/>
          </p:nvSpPr>
          <p:spPr>
            <a:xfrm>
              <a:off x="3613731" y="4034956"/>
              <a:ext cx="874393" cy="839418"/>
            </a:xfrm>
            <a:custGeom>
              <a:avLst/>
              <a:gdLst/>
              <a:ahLst/>
              <a:cxnLst/>
              <a:rect l="l" t="t" r="r" b="b"/>
              <a:pathLst>
                <a:path w="2454557" h="2356375">
                  <a:moveTo>
                    <a:pt x="0" y="0"/>
                  </a:moveTo>
                  <a:lnTo>
                    <a:pt x="2454557" y="0"/>
                  </a:lnTo>
                  <a:lnTo>
                    <a:pt x="2454557" y="2356375"/>
                  </a:lnTo>
                  <a:lnTo>
                    <a:pt x="0" y="2356375"/>
                  </a:lnTo>
                  <a:lnTo>
                    <a:pt x="0" y="0"/>
                  </a:lnTo>
                  <a:close/>
                </a:path>
              </a:pathLst>
            </a:custGeom>
            <a:blipFill>
              <a:blip r:embed="rId16"/>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HK" sz="1200" b="0" i="0" u="none" strike="noStrike" kern="1200" cap="none" spc="0" normalizeH="0" baseline="0" noProof="0">
                <a:ln>
                  <a:noFill/>
                </a:ln>
                <a:solidFill>
                  <a:prstClr val="black"/>
                </a:solidFill>
                <a:effectLst/>
                <a:uLnTx/>
                <a:uFillTx/>
                <a:latin typeface="DengXian" panose="02010600030101010101" pitchFamily="2" charset="-122"/>
                <a:ea typeface="DengXian" panose="02010600030101010101" pitchFamily="2" charset="-122"/>
              </a:endParaRPr>
            </a:p>
          </p:txBody>
        </p:sp>
      </p:grpSp>
      <p:sp>
        <p:nvSpPr>
          <p:cNvPr id="35" name="Freeform 2">
            <a:extLst>
              <a:ext uri="{FF2B5EF4-FFF2-40B4-BE49-F238E27FC236}">
                <a16:creationId xmlns:a16="http://schemas.microsoft.com/office/drawing/2014/main" id="{20431A56-1F4E-80FB-1735-161A8DE0A695}"/>
              </a:ext>
            </a:extLst>
          </p:cNvPr>
          <p:cNvSpPr/>
          <p:nvPr/>
        </p:nvSpPr>
        <p:spPr>
          <a:xfrm>
            <a:off x="997273" y="2740702"/>
            <a:ext cx="2464660" cy="1584645"/>
          </a:xfrm>
          <a:custGeom>
            <a:avLst/>
            <a:gdLst/>
            <a:ahLst/>
            <a:cxnLst/>
            <a:rect l="l" t="t" r="r" b="b"/>
            <a:pathLst>
              <a:path w="5703210" h="3329249">
                <a:moveTo>
                  <a:pt x="0" y="0"/>
                </a:moveTo>
                <a:lnTo>
                  <a:pt x="5703210" y="0"/>
                </a:lnTo>
                <a:lnTo>
                  <a:pt x="5703210" y="3329248"/>
                </a:lnTo>
                <a:lnTo>
                  <a:pt x="0" y="3329248"/>
                </a:lnTo>
                <a:lnTo>
                  <a:pt x="0" y="0"/>
                </a:lnTo>
                <a:close/>
              </a:path>
            </a:pathLst>
          </a:custGeom>
          <a:blipFill>
            <a:blip r:embed="rId17"/>
            <a:stretch>
              <a:fillRect/>
            </a:stretch>
          </a:blipFill>
        </p:spPr>
        <p:txBody>
          <a:bodyPr/>
          <a:lstStyle/>
          <a:p>
            <a:pPr defTabSz="609630"/>
            <a:endParaRPr lang="en-HK" sz="1200">
              <a:solidFill>
                <a:prstClr val="black"/>
              </a:solidFill>
              <a:latin typeface="DengXian" panose="02010600030101010101" pitchFamily="2" charset="-122"/>
              <a:ea typeface="DengXian" panose="02010600030101010101" pitchFamily="2" charset="-122"/>
            </a:endParaRPr>
          </a:p>
        </p:txBody>
      </p:sp>
      <p:pic>
        <p:nvPicPr>
          <p:cNvPr id="37" name="Picture 20">
            <a:extLst>
              <a:ext uri="{FF2B5EF4-FFF2-40B4-BE49-F238E27FC236}">
                <a16:creationId xmlns:a16="http://schemas.microsoft.com/office/drawing/2014/main" id="{4A429347-8A8C-3173-D2FF-32699CF890D5}"/>
              </a:ext>
            </a:extLst>
          </p:cNvPr>
          <p:cNvPicPr>
            <a:picLocks noChangeAspect="1"/>
          </p:cNvPicPr>
          <p:nvPr/>
        </p:nvPicPr>
        <p:blipFill>
          <a:blip r:embed="rId18"/>
          <a:srcRect l="42808" t="5157" r="39553" b="5568"/>
          <a:stretch>
            <a:fillRect/>
          </a:stretch>
        </p:blipFill>
        <p:spPr>
          <a:xfrm rot="16426017">
            <a:off x="5511468" y="2170148"/>
            <a:ext cx="695175" cy="2867089"/>
          </a:xfrm>
          <a:prstGeom prst="rect">
            <a:avLst/>
          </a:prstGeom>
        </p:spPr>
      </p:pic>
      <p:sp>
        <p:nvSpPr>
          <p:cNvPr id="39" name="Freeform 18">
            <a:extLst>
              <a:ext uri="{FF2B5EF4-FFF2-40B4-BE49-F238E27FC236}">
                <a16:creationId xmlns:a16="http://schemas.microsoft.com/office/drawing/2014/main" id="{FD239786-3616-CB6A-3A0F-B3E2D8A6935B}"/>
              </a:ext>
            </a:extLst>
          </p:cNvPr>
          <p:cNvSpPr/>
          <p:nvPr/>
        </p:nvSpPr>
        <p:spPr>
          <a:xfrm>
            <a:off x="7463169" y="3275531"/>
            <a:ext cx="2861910" cy="769180"/>
          </a:xfrm>
          <a:custGeom>
            <a:avLst/>
            <a:gdLst/>
            <a:ahLst/>
            <a:cxnLst/>
            <a:rect l="l" t="t" r="r" b="b"/>
            <a:pathLst>
              <a:path w="4785765" h="1233255">
                <a:moveTo>
                  <a:pt x="0" y="0"/>
                </a:moveTo>
                <a:lnTo>
                  <a:pt x="4785765" y="0"/>
                </a:lnTo>
                <a:lnTo>
                  <a:pt x="4785765" y="1233254"/>
                </a:lnTo>
                <a:lnTo>
                  <a:pt x="0" y="1233254"/>
                </a:lnTo>
                <a:lnTo>
                  <a:pt x="0" y="0"/>
                </a:lnTo>
                <a:close/>
              </a:path>
            </a:pathLst>
          </a:custGeom>
          <a:blipFill>
            <a:blip r:embed="rId19"/>
            <a:stretch>
              <a:fillRect/>
            </a:stretch>
          </a:blipFill>
          <a:effectLst/>
        </p:spPr>
        <p:txBody>
          <a:bodyPr/>
          <a:lstStyle/>
          <a:p>
            <a:pPr defTabSz="609630"/>
            <a:endParaRPr lang="en-HK" sz="1200">
              <a:solidFill>
                <a:prstClr val="black"/>
              </a:solidFill>
              <a:latin typeface="DengXian" panose="02010600030101010101" pitchFamily="2" charset="-122"/>
              <a:ea typeface="DengXian" panose="02010600030101010101" pitchFamily="2" charset="-122"/>
            </a:endParaRPr>
          </a:p>
        </p:txBody>
      </p:sp>
      <p:sp>
        <p:nvSpPr>
          <p:cNvPr id="41" name="文字方塊 40">
            <a:extLst>
              <a:ext uri="{FF2B5EF4-FFF2-40B4-BE49-F238E27FC236}">
                <a16:creationId xmlns:a16="http://schemas.microsoft.com/office/drawing/2014/main" id="{D48DF8FC-2EE7-514F-111C-359FFF7DA6B2}"/>
              </a:ext>
            </a:extLst>
          </p:cNvPr>
          <p:cNvSpPr txBox="1"/>
          <p:nvPr/>
        </p:nvSpPr>
        <p:spPr>
          <a:xfrm>
            <a:off x="1341215" y="1812320"/>
            <a:ext cx="7440350" cy="76944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TW" sz="2200" b="1" i="0" u="none" strike="noStrike" kern="1200" cap="none" spc="0" normalizeH="0" baseline="0" noProof="0" dirty="0">
                <a:ln>
                  <a:noFill/>
                </a:ln>
                <a:solidFill>
                  <a:prstClr val="white"/>
                </a:solidFill>
                <a:effectLst/>
                <a:uLnTx/>
                <a:uFillTx/>
                <a:latin typeface="DengXian" panose="02010600030101010101" pitchFamily="2" charset="-122"/>
                <a:ea typeface="DengXian" panose="02010600030101010101" pitchFamily="2" charset="-122"/>
                <a:cs typeface="+mn-cs"/>
              </a:rPr>
              <a:t>8. </a:t>
            </a:r>
            <a:r>
              <a:rPr kumimoji="0" lang="zh-TW" altLang="en-US" sz="2200" b="1" i="0" u="none" strike="noStrike" kern="1200" cap="none" spc="0" normalizeH="0" baseline="0" noProof="0" dirty="0">
                <a:ln>
                  <a:noFill/>
                </a:ln>
                <a:solidFill>
                  <a:prstClr val="white"/>
                </a:solidFill>
                <a:effectLst/>
                <a:uLnTx/>
                <a:uFillTx/>
                <a:latin typeface="DengXian" panose="02010600030101010101" pitchFamily="2" charset="-122"/>
                <a:ea typeface="DengXian" panose="02010600030101010101" pitchFamily="2" charset="-122"/>
                <a:cs typeface="+mn-cs"/>
              </a:rPr>
              <a:t>電力如是，算力亦如是：昔日自行發電，今日插頭取電；昔日自購伺服器，今日連線取算力。 這就是</a:t>
            </a:r>
            <a:r>
              <a:rPr kumimoji="0" lang="zh-TW" altLang="en-US" sz="2200" b="1" i="0" u="none" strike="noStrike" kern="1200" cap="none" spc="0" normalizeH="0" baseline="0" noProof="0" dirty="0">
                <a:ln>
                  <a:noFill/>
                </a:ln>
                <a:solidFill>
                  <a:srgbClr val="FFCE2B"/>
                </a:solidFill>
                <a:effectLst/>
                <a:uLnTx/>
                <a:uFillTx/>
                <a:latin typeface="DengXian" panose="02010600030101010101" pitchFamily="2" charset="-122"/>
                <a:ea typeface="DengXian" panose="02010600030101010101" pitchFamily="2" charset="-122"/>
                <a:cs typeface="+mn-cs"/>
              </a:rPr>
              <a:t>雲計算</a:t>
            </a:r>
            <a:r>
              <a:rPr kumimoji="0" lang="zh-TW" altLang="en-US" sz="2200" b="1" i="0" u="none" strike="noStrike" kern="1200" cap="none" spc="0" normalizeH="0" baseline="0" noProof="0" dirty="0">
                <a:ln>
                  <a:noFill/>
                </a:ln>
                <a:solidFill>
                  <a:prstClr val="white"/>
                </a:solidFill>
                <a:effectLst/>
                <a:uLnTx/>
                <a:uFillTx/>
                <a:latin typeface="DengXian" panose="02010600030101010101" pitchFamily="2" charset="-122"/>
                <a:ea typeface="DengXian" panose="02010600030101010101" pitchFamily="2" charset="-122"/>
                <a:cs typeface="+mn-cs"/>
              </a:rPr>
              <a:t>。</a:t>
            </a:r>
            <a:endParaRPr kumimoji="0" lang="zh-HK" altLang="en-US" sz="2200" b="1" i="0" u="none" strike="noStrike" kern="1200" cap="none" spc="0" normalizeH="0" baseline="0" noProof="0" dirty="0">
              <a:ln>
                <a:noFill/>
              </a:ln>
              <a:solidFill>
                <a:prstClr val="white"/>
              </a:solidFill>
              <a:effectLst/>
              <a:uLnTx/>
              <a:uFillTx/>
              <a:latin typeface="DengXian" panose="02010600030101010101" pitchFamily="2" charset="-122"/>
              <a:ea typeface="DengXian" panose="02010600030101010101" pitchFamily="2" charset="-122"/>
              <a:cs typeface="+mn-cs"/>
            </a:endParaRPr>
          </a:p>
        </p:txBody>
      </p:sp>
    </p:spTree>
    <p:extLst>
      <p:ext uri="{BB962C8B-B14F-4D97-AF65-F5344CB8AC3E}">
        <p14:creationId xmlns:p14="http://schemas.microsoft.com/office/powerpoint/2010/main" val="1571750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repeatCount="indefinite"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right)">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show="0">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3157" y="50199"/>
            <a:ext cx="12254911" cy="6715441"/>
          </a:xfrm>
          <a:custGeom>
            <a:avLst/>
            <a:gdLst/>
            <a:ahLst/>
            <a:cxnLst/>
            <a:rect l="l" t="t" r="r" b="b"/>
            <a:pathLst>
              <a:path w="13318890" h="9922573">
                <a:moveTo>
                  <a:pt x="0" y="0"/>
                </a:moveTo>
                <a:lnTo>
                  <a:pt x="13318890" y="0"/>
                </a:lnTo>
                <a:lnTo>
                  <a:pt x="13318890" y="9922572"/>
                </a:lnTo>
                <a:lnTo>
                  <a:pt x="0" y="9922572"/>
                </a:lnTo>
                <a:lnTo>
                  <a:pt x="0" y="0"/>
                </a:lnTo>
                <a:close/>
              </a:path>
            </a:pathLst>
          </a:custGeom>
          <a:blipFill>
            <a:blip>
              <a:alphaModFix amt="44000"/>
              <a:extLst>
                <a:ext uri="{96DAC541-7B7A-43D3-8B79-37D633B846F1}">
                  <asvg:svgBlip xmlns:asvg="http://schemas.microsoft.com/office/drawing/2016/SVG/main" r:embed="rId5"/>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HK" sz="1200" b="0" i="0" u="none" strike="noStrike" kern="1200" cap="none" spc="0" normalizeH="0" baseline="0" noProof="0">
              <a:ln>
                <a:noFill/>
              </a:ln>
              <a:solidFill>
                <a:prstClr val="black"/>
              </a:solidFill>
              <a:effectLst/>
              <a:uLnTx/>
              <a:uFillTx/>
              <a:latin typeface="DengXian" panose="02010600030101010101" pitchFamily="2" charset="-122"/>
              <a:ea typeface="DengXian" panose="02010600030101010101" pitchFamily="2" charset="-122"/>
            </a:endParaRPr>
          </a:p>
        </p:txBody>
      </p:sp>
      <p:pic>
        <p:nvPicPr>
          <p:cNvPr id="14" name="Picture 10">
            <a:hlinkClick r:id="" action="ppaction://media"/>
            <a:extLst>
              <a:ext uri="{FF2B5EF4-FFF2-40B4-BE49-F238E27FC236}">
                <a16:creationId xmlns:a16="http://schemas.microsoft.com/office/drawing/2014/main" id="{50F723E0-DAE1-CB77-352C-4EDBE25C87E2}"/>
              </a:ext>
            </a:extLst>
          </p:cNvPr>
          <p:cNvPicPr>
            <a:picLocks noChangeAspect="1"/>
          </p:cNvPicPr>
          <p:nvPr>
            <a:videoFile r:link="rId2"/>
            <p:extLst>
              <p:ext uri="{DAA4B4D4-6D71-4841-9C94-3DE7FCFB9230}">
                <p14:media xmlns:p14="http://schemas.microsoft.com/office/powerpoint/2010/main" r:embed="rId1"/>
              </p:ext>
            </p:extLst>
          </p:nvPr>
        </p:nvPicPr>
        <p:blipFill>
          <a:blip r:embed="rId6"/>
          <a:srcRect l="49489" r="2797"/>
          <a:stretch>
            <a:fillRect/>
          </a:stretch>
        </p:blipFill>
        <p:spPr>
          <a:xfrm>
            <a:off x="8067301" y="1419155"/>
            <a:ext cx="4111577" cy="5463762"/>
          </a:xfrm>
          <a:prstGeom prst="rect">
            <a:avLst/>
          </a:prstGeom>
        </p:spPr>
      </p:pic>
      <p:pic>
        <p:nvPicPr>
          <p:cNvPr id="15" name="Picture 14" descr="How Alibaba Cloud Engineered China's Digital Explosion | by ...">
            <a:extLst>
              <a:ext uri="{FF2B5EF4-FFF2-40B4-BE49-F238E27FC236}">
                <a16:creationId xmlns:a16="http://schemas.microsoft.com/office/drawing/2014/main" id="{CADBA621-7A37-D406-776D-BEB623269D9A}"/>
              </a:ext>
            </a:extLst>
          </p:cNvPr>
          <p:cNvPicPr>
            <a:picLocks noChangeAspect="1"/>
          </p:cNvPicPr>
          <p:nvPr/>
        </p:nvPicPr>
        <p:blipFill>
          <a:blip r:embed="rId7"/>
          <a:srcRect l="21566" t="21343" r="21979" b="18451"/>
          <a:stretch>
            <a:fillRect/>
          </a:stretch>
        </p:blipFill>
        <p:spPr>
          <a:xfrm>
            <a:off x="8059852" y="3235855"/>
            <a:ext cx="1373851" cy="769180"/>
          </a:xfrm>
          <a:prstGeom prst="rect">
            <a:avLst/>
          </a:prstGeom>
        </p:spPr>
      </p:pic>
      <p:pic>
        <p:nvPicPr>
          <p:cNvPr id="16" name="Picture 15" descr="Amazon Web Services Logo, symbol, meaning, history, PNG, brand">
            <a:extLst>
              <a:ext uri="{FF2B5EF4-FFF2-40B4-BE49-F238E27FC236}">
                <a16:creationId xmlns:a16="http://schemas.microsoft.com/office/drawing/2014/main" id="{9BF4779F-E309-DABC-ADD8-E2B72CFFD568}"/>
              </a:ext>
            </a:extLst>
          </p:cNvPr>
          <p:cNvPicPr>
            <a:picLocks noChangeAspect="1"/>
          </p:cNvPicPr>
          <p:nvPr/>
        </p:nvPicPr>
        <p:blipFill>
          <a:blip r:embed="rId8"/>
          <a:stretch>
            <a:fillRect/>
          </a:stretch>
        </p:blipFill>
        <p:spPr>
          <a:xfrm>
            <a:off x="9357704" y="3181018"/>
            <a:ext cx="1562409" cy="878854"/>
          </a:xfrm>
          <a:prstGeom prst="rect">
            <a:avLst/>
          </a:prstGeom>
        </p:spPr>
      </p:pic>
      <p:pic>
        <p:nvPicPr>
          <p:cNvPr id="17" name="Picture 16" descr="azure-cloud-logo - Wallit">
            <a:extLst>
              <a:ext uri="{FF2B5EF4-FFF2-40B4-BE49-F238E27FC236}">
                <a16:creationId xmlns:a16="http://schemas.microsoft.com/office/drawing/2014/main" id="{ED5CC12E-3188-64BC-412A-476E21B59474}"/>
              </a:ext>
            </a:extLst>
          </p:cNvPr>
          <p:cNvPicPr>
            <a:picLocks noChangeAspect="1"/>
          </p:cNvPicPr>
          <p:nvPr/>
        </p:nvPicPr>
        <p:blipFill>
          <a:blip r:embed="rId9"/>
          <a:stretch>
            <a:fillRect/>
          </a:stretch>
        </p:blipFill>
        <p:spPr>
          <a:xfrm>
            <a:off x="10781239" y="3246373"/>
            <a:ext cx="1460515" cy="834580"/>
          </a:xfrm>
          <a:prstGeom prst="rect">
            <a:avLst/>
          </a:prstGeom>
        </p:spPr>
      </p:pic>
      <p:sp>
        <p:nvSpPr>
          <p:cNvPr id="27" name="TextBox 26">
            <a:extLst>
              <a:ext uri="{FF2B5EF4-FFF2-40B4-BE49-F238E27FC236}">
                <a16:creationId xmlns:a16="http://schemas.microsoft.com/office/drawing/2014/main" id="{EF3ABDCE-1894-8E0D-8808-910F2222F1EC}"/>
              </a:ext>
            </a:extLst>
          </p:cNvPr>
          <p:cNvSpPr txBox="1"/>
          <p:nvPr/>
        </p:nvSpPr>
        <p:spPr>
          <a:xfrm>
            <a:off x="3722148" y="2232744"/>
            <a:ext cx="4160113"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4800" b="1" i="0" u="none" strike="noStrike" kern="1200" cap="none" spc="0" normalizeH="0" baseline="0" noProof="0">
                <a:ln>
                  <a:noFill/>
                </a:ln>
                <a:solidFill>
                  <a:srgbClr val="FFC000"/>
                </a:solidFill>
                <a:effectLst/>
                <a:uLnTx/>
                <a:uFillTx/>
                <a:latin typeface="DengXian" panose="02010600030101010101" pitchFamily="2" charset="-122"/>
                <a:ea typeface="DengXian" panose="02010600030101010101" pitchFamily="2" charset="-122"/>
              </a:rPr>
              <a:t>Compute </a:t>
            </a:r>
            <a:r>
              <a:rPr kumimoji="0" lang="zh-CN" altLang="en-US" sz="4800" b="1" i="0" u="none" strike="noStrike" kern="1200" cap="none" spc="0" normalizeH="0" baseline="0" noProof="0">
                <a:ln>
                  <a:noFill/>
                </a:ln>
                <a:solidFill>
                  <a:srgbClr val="FFC000"/>
                </a:solidFill>
                <a:effectLst/>
                <a:uLnTx/>
                <a:uFillTx/>
                <a:latin typeface="DengXian" panose="02010600030101010101" pitchFamily="2" charset="-122"/>
                <a:ea typeface="DengXian" panose="02010600030101010101" pitchFamily="2" charset="-122"/>
              </a:rPr>
              <a:t>算力</a:t>
            </a:r>
            <a:endParaRPr kumimoji="0" lang="en-HK" sz="4800" b="1" i="0" u="none" strike="noStrike" kern="1200" cap="none" spc="0" normalizeH="0" baseline="0" noProof="0">
              <a:ln>
                <a:noFill/>
              </a:ln>
              <a:solidFill>
                <a:srgbClr val="FFC000"/>
              </a:solidFill>
              <a:effectLst/>
              <a:uLnTx/>
              <a:uFillTx/>
              <a:latin typeface="DengXian" panose="02010600030101010101" pitchFamily="2" charset="-122"/>
              <a:ea typeface="DengXian" panose="02010600030101010101" pitchFamily="2" charset="-122"/>
            </a:endParaRPr>
          </a:p>
        </p:txBody>
      </p:sp>
      <p:grpSp>
        <p:nvGrpSpPr>
          <p:cNvPr id="33" name="Group 32">
            <a:extLst>
              <a:ext uri="{FF2B5EF4-FFF2-40B4-BE49-F238E27FC236}">
                <a16:creationId xmlns:a16="http://schemas.microsoft.com/office/drawing/2014/main" id="{46EA75CA-EC14-5730-5F4E-2BF637921DDF}"/>
              </a:ext>
            </a:extLst>
          </p:cNvPr>
          <p:cNvGrpSpPr/>
          <p:nvPr/>
        </p:nvGrpSpPr>
        <p:grpSpPr>
          <a:xfrm>
            <a:off x="-13157" y="2732841"/>
            <a:ext cx="4527418" cy="4074960"/>
            <a:chOff x="-13157" y="2732841"/>
            <a:chExt cx="4527418" cy="4074960"/>
          </a:xfrm>
        </p:grpSpPr>
        <p:grpSp>
          <p:nvGrpSpPr>
            <p:cNvPr id="28" name="Group 27">
              <a:extLst>
                <a:ext uri="{FF2B5EF4-FFF2-40B4-BE49-F238E27FC236}">
                  <a16:creationId xmlns:a16="http://schemas.microsoft.com/office/drawing/2014/main" id="{29D9657A-2EB4-B4C3-C8E4-BE8B53F83D7E}"/>
                </a:ext>
              </a:extLst>
            </p:cNvPr>
            <p:cNvGrpSpPr/>
            <p:nvPr/>
          </p:nvGrpSpPr>
          <p:grpSpPr>
            <a:xfrm>
              <a:off x="-13157" y="2732841"/>
              <a:ext cx="4527418" cy="4074960"/>
              <a:chOff x="-131229" y="2648440"/>
              <a:chExt cx="4527418" cy="4074960"/>
            </a:xfrm>
          </p:grpSpPr>
          <p:sp>
            <p:nvSpPr>
              <p:cNvPr id="3" name="Freeform 3"/>
              <p:cNvSpPr/>
              <p:nvPr/>
            </p:nvSpPr>
            <p:spPr>
              <a:xfrm>
                <a:off x="-131229" y="2648440"/>
                <a:ext cx="4527418" cy="4074960"/>
              </a:xfrm>
              <a:custGeom>
                <a:avLst/>
                <a:gdLst/>
                <a:ahLst/>
                <a:cxnLst/>
                <a:rect l="l" t="t" r="r" b="b"/>
                <a:pathLst>
                  <a:path w="6406207" h="5741563">
                    <a:moveTo>
                      <a:pt x="0" y="0"/>
                    </a:moveTo>
                    <a:lnTo>
                      <a:pt x="6406207" y="0"/>
                    </a:lnTo>
                    <a:lnTo>
                      <a:pt x="6406207" y="5741563"/>
                    </a:lnTo>
                    <a:lnTo>
                      <a:pt x="0" y="5741563"/>
                    </a:lnTo>
                    <a:lnTo>
                      <a:pt x="0" y="0"/>
                    </a:lnTo>
                    <a:close/>
                  </a:path>
                </a:pathLst>
              </a:custGeom>
              <a:blipFill>
                <a:blip>
                  <a:alphaModFix/>
                  <a:extLst>
                    <a:ext uri="{96DAC541-7B7A-43D3-8B79-37D633B846F1}">
                      <asvg:svgBlip xmlns:asvg="http://schemas.microsoft.com/office/drawing/2016/SVG/main" r:embed="rId10"/>
                    </a:ext>
                  </a:extLst>
                </a:blip>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HK" sz="1200" b="0" i="0" u="none" strike="noStrike" kern="1200" cap="none" spc="0" normalizeH="0" baseline="0" noProof="0">
                  <a:ln>
                    <a:noFill/>
                  </a:ln>
                  <a:solidFill>
                    <a:prstClr val="black"/>
                  </a:solidFill>
                  <a:effectLst/>
                  <a:uLnTx/>
                  <a:uFillTx/>
                  <a:latin typeface="DengXian" panose="02010600030101010101" pitchFamily="2" charset="-122"/>
                  <a:ea typeface="DengXian" panose="02010600030101010101" pitchFamily="2" charset="-122"/>
                </a:endParaRPr>
              </a:p>
            </p:txBody>
          </p:sp>
          <p:pic>
            <p:nvPicPr>
              <p:cNvPr id="5" name="Picture 4" descr="Netflix Logo (Black Background) Vector Download - iconLogoVector">
                <a:extLst>
                  <a:ext uri="{FF2B5EF4-FFF2-40B4-BE49-F238E27FC236}">
                    <a16:creationId xmlns:a16="http://schemas.microsoft.com/office/drawing/2014/main" id="{2810168D-E215-C62F-19D5-4A7E9AFA1102}"/>
                  </a:ext>
                </a:extLst>
              </p:cNvPr>
              <p:cNvPicPr>
                <a:picLocks noChangeAspect="1"/>
              </p:cNvPicPr>
              <p:nvPr/>
            </p:nvPicPr>
            <p:blipFill>
              <a:blip r:embed="rId11"/>
              <a:stretch>
                <a:fillRect/>
              </a:stretch>
            </p:blipFill>
            <p:spPr>
              <a:xfrm>
                <a:off x="1660298" y="3652494"/>
                <a:ext cx="762530" cy="762530"/>
              </a:xfrm>
              <a:prstGeom prst="rect">
                <a:avLst/>
              </a:prstGeom>
            </p:spPr>
          </p:pic>
          <p:pic>
            <p:nvPicPr>
              <p:cNvPr id="7" name="Picture 6" descr="Google Classroom Logo Stock Illustrations – 40 Google ...">
                <a:extLst>
                  <a:ext uri="{FF2B5EF4-FFF2-40B4-BE49-F238E27FC236}">
                    <a16:creationId xmlns:a16="http://schemas.microsoft.com/office/drawing/2014/main" id="{EEABFCD7-93E8-2E14-1604-8D211C4C700A}"/>
                  </a:ext>
                </a:extLst>
              </p:cNvPr>
              <p:cNvPicPr>
                <a:picLocks noChangeAspect="1"/>
              </p:cNvPicPr>
              <p:nvPr/>
            </p:nvPicPr>
            <p:blipFill>
              <a:blip r:embed="rId12"/>
              <a:srcRect l="3087" t="2950" r="4222" b="3450"/>
              <a:stretch>
                <a:fillRect/>
              </a:stretch>
            </p:blipFill>
            <p:spPr>
              <a:xfrm>
                <a:off x="581568" y="2900873"/>
                <a:ext cx="1052593" cy="1062923"/>
              </a:xfrm>
              <a:prstGeom prst="rect">
                <a:avLst/>
              </a:prstGeom>
            </p:spPr>
          </p:pic>
          <p:pic>
            <p:nvPicPr>
              <p:cNvPr id="8" name="Picture 7" descr="Instagram Logo Vector">
                <a:extLst>
                  <a:ext uri="{FF2B5EF4-FFF2-40B4-BE49-F238E27FC236}">
                    <a16:creationId xmlns:a16="http://schemas.microsoft.com/office/drawing/2014/main" id="{97F028ED-4E69-0AD9-119C-574FF4D50A12}"/>
                  </a:ext>
                </a:extLst>
              </p:cNvPr>
              <p:cNvPicPr>
                <a:picLocks noChangeAspect="1"/>
              </p:cNvPicPr>
              <p:nvPr/>
            </p:nvPicPr>
            <p:blipFill>
              <a:blip r:embed="rId13"/>
              <a:stretch>
                <a:fillRect/>
              </a:stretch>
            </p:blipFill>
            <p:spPr>
              <a:xfrm flipH="1">
                <a:off x="1532788" y="5355558"/>
                <a:ext cx="762529" cy="762529"/>
              </a:xfrm>
              <a:prstGeom prst="rect">
                <a:avLst/>
              </a:prstGeom>
            </p:spPr>
          </p:pic>
          <p:pic>
            <p:nvPicPr>
              <p:cNvPr id="9" name="Picture 8" descr="Zoom Logo, symbol, meaning, history, PNG, brand">
                <a:extLst>
                  <a:ext uri="{FF2B5EF4-FFF2-40B4-BE49-F238E27FC236}">
                    <a16:creationId xmlns:a16="http://schemas.microsoft.com/office/drawing/2014/main" id="{31A4F39C-A95B-8920-1E68-FD863428D18A}"/>
                  </a:ext>
                </a:extLst>
              </p:cNvPr>
              <p:cNvPicPr>
                <a:picLocks noChangeAspect="1"/>
              </p:cNvPicPr>
              <p:nvPr/>
            </p:nvPicPr>
            <p:blipFill>
              <a:blip r:embed="rId14"/>
              <a:stretch>
                <a:fillRect/>
              </a:stretch>
            </p:blipFill>
            <p:spPr>
              <a:xfrm>
                <a:off x="2271230" y="4068928"/>
                <a:ext cx="1165843" cy="655787"/>
              </a:xfrm>
              <a:prstGeom prst="rect">
                <a:avLst/>
              </a:prstGeom>
            </p:spPr>
          </p:pic>
          <p:pic>
            <p:nvPicPr>
              <p:cNvPr id="10" name="Picture 9" descr="Canva – Download og installer i Windows | Microsoft Store">
                <a:extLst>
                  <a:ext uri="{FF2B5EF4-FFF2-40B4-BE49-F238E27FC236}">
                    <a16:creationId xmlns:a16="http://schemas.microsoft.com/office/drawing/2014/main" id="{47507A7C-9B0B-759A-859A-B5D3394EC7F1}"/>
                  </a:ext>
                </a:extLst>
              </p:cNvPr>
              <p:cNvPicPr>
                <a:picLocks noChangeAspect="1"/>
              </p:cNvPicPr>
              <p:nvPr/>
            </p:nvPicPr>
            <p:blipFill>
              <a:blip r:embed="rId15"/>
              <a:stretch>
                <a:fillRect/>
              </a:stretch>
            </p:blipFill>
            <p:spPr>
              <a:xfrm>
                <a:off x="207459" y="4033759"/>
                <a:ext cx="640395" cy="640395"/>
              </a:xfrm>
              <a:prstGeom prst="rect">
                <a:avLst/>
              </a:prstGeom>
            </p:spPr>
          </p:pic>
          <p:pic>
            <p:nvPicPr>
              <p:cNvPr id="11" name="Picture 10" descr="How to use Douyin (TikTok China) in 2023? - STAiiRS">
                <a:extLst>
                  <a:ext uri="{FF2B5EF4-FFF2-40B4-BE49-F238E27FC236}">
                    <a16:creationId xmlns:a16="http://schemas.microsoft.com/office/drawing/2014/main" id="{D549D6F7-0D43-AB58-F8A1-CFC60D476542}"/>
                  </a:ext>
                </a:extLst>
              </p:cNvPr>
              <p:cNvPicPr>
                <a:picLocks noChangeAspect="1"/>
              </p:cNvPicPr>
              <p:nvPr/>
            </p:nvPicPr>
            <p:blipFill>
              <a:blip r:embed="rId16"/>
              <a:srcRect l="16400" r="15723" b="6098"/>
              <a:stretch>
                <a:fillRect/>
              </a:stretch>
            </p:blipFill>
            <p:spPr>
              <a:xfrm>
                <a:off x="159121" y="5643852"/>
                <a:ext cx="789316" cy="727521"/>
              </a:xfrm>
              <a:prstGeom prst="rect">
                <a:avLst/>
              </a:prstGeom>
            </p:spPr>
          </p:pic>
        </p:grpSp>
        <p:pic>
          <p:nvPicPr>
            <p:cNvPr id="29" name="Picture 28" descr="HSBC Logo, symbol, meaning, history, PNG, brand">
              <a:extLst>
                <a:ext uri="{FF2B5EF4-FFF2-40B4-BE49-F238E27FC236}">
                  <a16:creationId xmlns:a16="http://schemas.microsoft.com/office/drawing/2014/main" id="{A7620013-BD7A-1B0B-BB8E-3EA120A95592}"/>
                </a:ext>
              </a:extLst>
            </p:cNvPr>
            <p:cNvPicPr>
              <a:picLocks noChangeAspect="1"/>
            </p:cNvPicPr>
            <p:nvPr/>
          </p:nvPicPr>
          <p:blipFill>
            <a:blip r:embed="rId17"/>
            <a:stretch>
              <a:fillRect/>
            </a:stretch>
          </p:blipFill>
          <p:spPr>
            <a:xfrm>
              <a:off x="502329" y="4828517"/>
              <a:ext cx="1139330" cy="640873"/>
            </a:xfrm>
            <a:prstGeom prst="rect">
              <a:avLst/>
            </a:prstGeom>
          </p:spPr>
        </p:pic>
        <p:pic>
          <p:nvPicPr>
            <p:cNvPr id="31" name="Picture 30" descr="File:PCCW (Hong Kong ICT company) logo (fair use).svg - Wikipedia">
              <a:extLst>
                <a:ext uri="{FF2B5EF4-FFF2-40B4-BE49-F238E27FC236}">
                  <a16:creationId xmlns:a16="http://schemas.microsoft.com/office/drawing/2014/main" id="{4406BEDF-9E57-7CC5-E839-08A9BDE1BF67}"/>
                </a:ext>
              </a:extLst>
            </p:cNvPr>
            <p:cNvPicPr>
              <a:picLocks noChangeAspect="1"/>
            </p:cNvPicPr>
            <p:nvPr/>
          </p:nvPicPr>
          <p:blipFill>
            <a:blip r:embed="rId18"/>
            <a:stretch>
              <a:fillRect/>
            </a:stretch>
          </p:blipFill>
          <p:spPr>
            <a:xfrm>
              <a:off x="2739985" y="6039914"/>
              <a:ext cx="1450717" cy="471483"/>
            </a:xfrm>
            <a:prstGeom prst="rect">
              <a:avLst/>
            </a:prstGeom>
            <a:solidFill>
              <a:schemeClr val="bg1"/>
            </a:solidFill>
          </p:spPr>
        </p:pic>
        <p:pic>
          <p:nvPicPr>
            <p:cNvPr id="32" name="Picture 31" descr="File:HK MTR logo.svg - Wikipedia">
              <a:extLst>
                <a:ext uri="{FF2B5EF4-FFF2-40B4-BE49-F238E27FC236}">
                  <a16:creationId xmlns:a16="http://schemas.microsoft.com/office/drawing/2014/main" id="{E411EE8F-DE8E-1978-9204-E3C9C38C51E8}"/>
                </a:ext>
              </a:extLst>
            </p:cNvPr>
            <p:cNvPicPr>
              <a:picLocks noChangeAspect="1"/>
            </p:cNvPicPr>
            <p:nvPr/>
          </p:nvPicPr>
          <p:blipFill>
            <a:blip r:embed="rId19"/>
            <a:stretch>
              <a:fillRect/>
            </a:stretch>
          </p:blipFill>
          <p:spPr>
            <a:xfrm>
              <a:off x="2706797" y="5227362"/>
              <a:ext cx="742326" cy="593861"/>
            </a:xfrm>
            <a:prstGeom prst="rect">
              <a:avLst/>
            </a:prstGeom>
          </p:spPr>
        </p:pic>
      </p:grpSp>
      <p:grpSp>
        <p:nvGrpSpPr>
          <p:cNvPr id="26" name="Group 25">
            <a:extLst>
              <a:ext uri="{FF2B5EF4-FFF2-40B4-BE49-F238E27FC236}">
                <a16:creationId xmlns:a16="http://schemas.microsoft.com/office/drawing/2014/main" id="{0BDA628F-3235-5CD8-2D27-384D9C7DC534}"/>
              </a:ext>
            </a:extLst>
          </p:cNvPr>
          <p:cNvGrpSpPr/>
          <p:nvPr/>
        </p:nvGrpSpPr>
        <p:grpSpPr>
          <a:xfrm>
            <a:off x="3494635" y="2826840"/>
            <a:ext cx="4509790" cy="2522691"/>
            <a:chOff x="3613731" y="2704671"/>
            <a:chExt cx="3878757" cy="2169703"/>
          </a:xfrm>
        </p:grpSpPr>
        <p:sp>
          <p:nvSpPr>
            <p:cNvPr id="4" name="Freeform 4"/>
            <p:cNvSpPr/>
            <p:nvPr/>
          </p:nvSpPr>
          <p:spPr>
            <a:xfrm>
              <a:off x="6618095" y="2704671"/>
              <a:ext cx="874393" cy="839418"/>
            </a:xfrm>
            <a:custGeom>
              <a:avLst/>
              <a:gdLst/>
              <a:ahLst/>
              <a:cxnLst/>
              <a:rect l="l" t="t" r="r" b="b"/>
              <a:pathLst>
                <a:path w="2454557" h="2356375">
                  <a:moveTo>
                    <a:pt x="0" y="0"/>
                  </a:moveTo>
                  <a:lnTo>
                    <a:pt x="2454557" y="0"/>
                  </a:lnTo>
                  <a:lnTo>
                    <a:pt x="2454557" y="2356375"/>
                  </a:lnTo>
                  <a:lnTo>
                    <a:pt x="0" y="2356375"/>
                  </a:lnTo>
                  <a:lnTo>
                    <a:pt x="0" y="0"/>
                  </a:lnTo>
                  <a:close/>
                </a:path>
              </a:pathLst>
            </a:custGeom>
            <a:blipFill>
              <a:blip r:embed="rId20"/>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HK" sz="1200" b="0" i="0" u="none" strike="noStrike" kern="1200" cap="none" spc="0" normalizeH="0" baseline="0" noProof="0">
                <a:ln>
                  <a:noFill/>
                </a:ln>
                <a:solidFill>
                  <a:prstClr val="black"/>
                </a:solidFill>
                <a:effectLst/>
                <a:uLnTx/>
                <a:uFillTx/>
                <a:latin typeface="DengXian" panose="02010600030101010101" pitchFamily="2" charset="-122"/>
                <a:ea typeface="DengXian" panose="02010600030101010101" pitchFamily="2" charset="-122"/>
              </a:endParaRPr>
            </a:p>
          </p:txBody>
        </p:sp>
        <p:sp>
          <p:nvSpPr>
            <p:cNvPr id="19" name="Freeform 4">
              <a:extLst>
                <a:ext uri="{FF2B5EF4-FFF2-40B4-BE49-F238E27FC236}">
                  <a16:creationId xmlns:a16="http://schemas.microsoft.com/office/drawing/2014/main" id="{28F62842-0D52-1392-CC80-DDE8E0515FE1}"/>
                </a:ext>
              </a:extLst>
            </p:cNvPr>
            <p:cNvSpPr/>
            <p:nvPr/>
          </p:nvSpPr>
          <p:spPr>
            <a:xfrm>
              <a:off x="5887928" y="3009291"/>
              <a:ext cx="874393" cy="839418"/>
            </a:xfrm>
            <a:custGeom>
              <a:avLst/>
              <a:gdLst/>
              <a:ahLst/>
              <a:cxnLst/>
              <a:rect l="l" t="t" r="r" b="b"/>
              <a:pathLst>
                <a:path w="2454557" h="2356375">
                  <a:moveTo>
                    <a:pt x="0" y="0"/>
                  </a:moveTo>
                  <a:lnTo>
                    <a:pt x="2454557" y="0"/>
                  </a:lnTo>
                  <a:lnTo>
                    <a:pt x="2454557" y="2356375"/>
                  </a:lnTo>
                  <a:lnTo>
                    <a:pt x="0" y="2356375"/>
                  </a:lnTo>
                  <a:lnTo>
                    <a:pt x="0" y="0"/>
                  </a:lnTo>
                  <a:close/>
                </a:path>
              </a:pathLst>
            </a:custGeom>
            <a:blipFill>
              <a:blip r:embed="rId20"/>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HK" sz="1200" b="0" i="0" u="none" strike="noStrike" kern="1200" cap="none" spc="0" normalizeH="0" baseline="0" noProof="0">
                <a:ln>
                  <a:noFill/>
                </a:ln>
                <a:solidFill>
                  <a:prstClr val="black"/>
                </a:solidFill>
                <a:effectLst/>
                <a:uLnTx/>
                <a:uFillTx/>
                <a:latin typeface="DengXian" panose="02010600030101010101" pitchFamily="2" charset="-122"/>
                <a:ea typeface="DengXian" panose="02010600030101010101" pitchFamily="2" charset="-122"/>
              </a:endParaRPr>
            </a:p>
          </p:txBody>
        </p:sp>
        <p:sp>
          <p:nvSpPr>
            <p:cNvPr id="21" name="Freeform 4">
              <a:extLst>
                <a:ext uri="{FF2B5EF4-FFF2-40B4-BE49-F238E27FC236}">
                  <a16:creationId xmlns:a16="http://schemas.microsoft.com/office/drawing/2014/main" id="{5CC69F0C-235F-6190-F3C2-20270FBF7A0F}"/>
                </a:ext>
              </a:extLst>
            </p:cNvPr>
            <p:cNvSpPr/>
            <p:nvPr/>
          </p:nvSpPr>
          <p:spPr>
            <a:xfrm>
              <a:off x="5155768" y="3313911"/>
              <a:ext cx="874393" cy="839418"/>
            </a:xfrm>
            <a:custGeom>
              <a:avLst/>
              <a:gdLst/>
              <a:ahLst/>
              <a:cxnLst/>
              <a:rect l="l" t="t" r="r" b="b"/>
              <a:pathLst>
                <a:path w="2454557" h="2356375">
                  <a:moveTo>
                    <a:pt x="0" y="0"/>
                  </a:moveTo>
                  <a:lnTo>
                    <a:pt x="2454557" y="0"/>
                  </a:lnTo>
                  <a:lnTo>
                    <a:pt x="2454557" y="2356375"/>
                  </a:lnTo>
                  <a:lnTo>
                    <a:pt x="0" y="2356375"/>
                  </a:lnTo>
                  <a:lnTo>
                    <a:pt x="0" y="0"/>
                  </a:lnTo>
                  <a:close/>
                </a:path>
              </a:pathLst>
            </a:custGeom>
            <a:blipFill>
              <a:blip r:embed="rId20"/>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HK" sz="1200" b="0" i="0" u="none" strike="noStrike" kern="1200" cap="none" spc="0" normalizeH="0" baseline="0" noProof="0">
                <a:ln>
                  <a:noFill/>
                </a:ln>
                <a:solidFill>
                  <a:prstClr val="black"/>
                </a:solidFill>
                <a:effectLst/>
                <a:uLnTx/>
                <a:uFillTx/>
                <a:latin typeface="DengXian" panose="02010600030101010101" pitchFamily="2" charset="-122"/>
                <a:ea typeface="DengXian" panose="02010600030101010101" pitchFamily="2" charset="-122"/>
              </a:endParaRPr>
            </a:p>
          </p:txBody>
        </p:sp>
        <p:sp>
          <p:nvSpPr>
            <p:cNvPr id="23" name="Freeform 4">
              <a:extLst>
                <a:ext uri="{FF2B5EF4-FFF2-40B4-BE49-F238E27FC236}">
                  <a16:creationId xmlns:a16="http://schemas.microsoft.com/office/drawing/2014/main" id="{6247538E-6D4A-7D26-AFB2-CE431F7C6C89}"/>
                </a:ext>
              </a:extLst>
            </p:cNvPr>
            <p:cNvSpPr/>
            <p:nvPr/>
          </p:nvSpPr>
          <p:spPr>
            <a:xfrm>
              <a:off x="4392723" y="3733620"/>
              <a:ext cx="874393" cy="839418"/>
            </a:xfrm>
            <a:custGeom>
              <a:avLst/>
              <a:gdLst/>
              <a:ahLst/>
              <a:cxnLst/>
              <a:rect l="l" t="t" r="r" b="b"/>
              <a:pathLst>
                <a:path w="2454557" h="2356375">
                  <a:moveTo>
                    <a:pt x="0" y="0"/>
                  </a:moveTo>
                  <a:lnTo>
                    <a:pt x="2454557" y="0"/>
                  </a:lnTo>
                  <a:lnTo>
                    <a:pt x="2454557" y="2356375"/>
                  </a:lnTo>
                  <a:lnTo>
                    <a:pt x="0" y="2356375"/>
                  </a:lnTo>
                  <a:lnTo>
                    <a:pt x="0" y="0"/>
                  </a:lnTo>
                  <a:close/>
                </a:path>
              </a:pathLst>
            </a:custGeom>
            <a:blipFill>
              <a:blip r:embed="rId20"/>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HK" sz="1200" b="0" i="0" u="none" strike="noStrike" kern="1200" cap="none" spc="0" normalizeH="0" baseline="0" noProof="0">
                <a:ln>
                  <a:noFill/>
                </a:ln>
                <a:solidFill>
                  <a:prstClr val="black"/>
                </a:solidFill>
                <a:effectLst/>
                <a:uLnTx/>
                <a:uFillTx/>
                <a:latin typeface="DengXian" panose="02010600030101010101" pitchFamily="2" charset="-122"/>
                <a:ea typeface="DengXian" panose="02010600030101010101" pitchFamily="2" charset="-122"/>
              </a:endParaRPr>
            </a:p>
          </p:txBody>
        </p:sp>
        <p:sp>
          <p:nvSpPr>
            <p:cNvPr id="25" name="Freeform 4">
              <a:extLst>
                <a:ext uri="{FF2B5EF4-FFF2-40B4-BE49-F238E27FC236}">
                  <a16:creationId xmlns:a16="http://schemas.microsoft.com/office/drawing/2014/main" id="{6707EEC5-E80D-1B49-EA9C-FAFDAE0A579F}"/>
                </a:ext>
              </a:extLst>
            </p:cNvPr>
            <p:cNvSpPr/>
            <p:nvPr/>
          </p:nvSpPr>
          <p:spPr>
            <a:xfrm>
              <a:off x="3613731" y="4034956"/>
              <a:ext cx="874393" cy="839418"/>
            </a:xfrm>
            <a:custGeom>
              <a:avLst/>
              <a:gdLst/>
              <a:ahLst/>
              <a:cxnLst/>
              <a:rect l="l" t="t" r="r" b="b"/>
              <a:pathLst>
                <a:path w="2454557" h="2356375">
                  <a:moveTo>
                    <a:pt x="0" y="0"/>
                  </a:moveTo>
                  <a:lnTo>
                    <a:pt x="2454557" y="0"/>
                  </a:lnTo>
                  <a:lnTo>
                    <a:pt x="2454557" y="2356375"/>
                  </a:lnTo>
                  <a:lnTo>
                    <a:pt x="0" y="2356375"/>
                  </a:lnTo>
                  <a:lnTo>
                    <a:pt x="0" y="0"/>
                  </a:lnTo>
                  <a:close/>
                </a:path>
              </a:pathLst>
            </a:custGeom>
            <a:blipFill>
              <a:blip r:embed="rId20"/>
              <a:stretch>
                <a:fillRect/>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HK" sz="1200" b="0" i="0" u="none" strike="noStrike" kern="1200" cap="none" spc="0" normalizeH="0" baseline="0" noProof="0">
                <a:ln>
                  <a:noFill/>
                </a:ln>
                <a:solidFill>
                  <a:prstClr val="black"/>
                </a:solidFill>
                <a:effectLst/>
                <a:uLnTx/>
                <a:uFillTx/>
                <a:latin typeface="DengXian" panose="02010600030101010101" pitchFamily="2" charset="-122"/>
                <a:ea typeface="DengXian" panose="02010600030101010101" pitchFamily="2" charset="-122"/>
              </a:endParaRPr>
            </a:p>
          </p:txBody>
        </p:sp>
      </p:grpSp>
      <p:sp>
        <p:nvSpPr>
          <p:cNvPr id="12" name="文字方塊 11">
            <a:extLst>
              <a:ext uri="{FF2B5EF4-FFF2-40B4-BE49-F238E27FC236}">
                <a16:creationId xmlns:a16="http://schemas.microsoft.com/office/drawing/2014/main" id="{44F839F5-D5A6-0C3F-46A0-88A0BF6FEF09}"/>
              </a:ext>
            </a:extLst>
          </p:cNvPr>
          <p:cNvSpPr txBox="1"/>
          <p:nvPr/>
        </p:nvSpPr>
        <p:spPr>
          <a:xfrm>
            <a:off x="255817" y="336329"/>
            <a:ext cx="6604628" cy="1200329"/>
          </a:xfrm>
          <a:prstGeom prst="rect">
            <a:avLst/>
          </a:prstGeom>
          <a:noFill/>
        </p:spPr>
        <p:txBody>
          <a:bodyPr wrap="square">
            <a:spAutoFit/>
          </a:bodyPr>
          <a:lstStyle/>
          <a:p>
            <a:pPr>
              <a:buNone/>
            </a:pPr>
            <a:r>
              <a:rPr lang="zh-HK" altLang="zh-HK" b="1" dirty="0">
                <a:solidFill>
                  <a:schemeClr val="bg1"/>
                </a:solidFill>
                <a:effectLst/>
                <a:latin typeface="DengXian" panose="02010600030101010101" pitchFamily="2" charset="-122"/>
                <a:ea typeface="DengXian" panose="02010600030101010101" pitchFamily="2" charset="-122"/>
              </a:rPr>
              <a:t>雲端運算，正是數碼世界的電力公司。</a:t>
            </a:r>
          </a:p>
          <a:p>
            <a:pPr>
              <a:buNone/>
            </a:pPr>
            <a:r>
              <a:rPr lang="zh-HK" altLang="zh-HK" b="1" dirty="0">
                <a:solidFill>
                  <a:schemeClr val="bg1"/>
                </a:solidFill>
                <a:effectLst/>
                <a:latin typeface="DengXian" panose="02010600030101010101" pitchFamily="2" charset="-122"/>
                <a:ea typeface="DengXian" panose="02010600030101010101" pitchFamily="2" charset="-122"/>
              </a:rPr>
              <a:t>阿里巴巴的阿里雲、亞馬遜的 AWS、微軟的 Azure 等科技巨頭，已為全世界建成最先進的「數碼發電廠」——當中設有最頂尖的伺服器與最強的網絡設備</a:t>
            </a:r>
            <a:r>
              <a:rPr lang="zh-TW" altLang="en-US" b="1" dirty="0">
                <a:solidFill>
                  <a:schemeClr val="bg1"/>
                </a:solidFill>
                <a:latin typeface="DengXian" panose="02010600030101010101" pitchFamily="2" charset="-122"/>
                <a:ea typeface="DengXian" panose="02010600030101010101" pitchFamily="2" charset="-122"/>
              </a:rPr>
              <a:t>，提供算力給用户。</a:t>
            </a:r>
            <a:endParaRPr lang="zh-HK" altLang="zh-HK" b="1" dirty="0">
              <a:solidFill>
                <a:schemeClr val="bg1"/>
              </a:solidFill>
              <a:effectLst/>
              <a:latin typeface="DengXian" panose="02010600030101010101" pitchFamily="2" charset="-122"/>
              <a:ea typeface="DengXian"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5034" fill="hold"/>
                                        <p:tgtEl>
                                          <p:spTgt spid="14"/>
                                        </p:tgtEl>
                                      </p:cBhvr>
                                    </p:cmd>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fade">
                                      <p:cBhvr>
                                        <p:cTn id="11" dur="1000"/>
                                        <p:tgtEl>
                                          <p:spTgt spid="33"/>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2000"/>
                                        <p:tgtEl>
                                          <p:spTgt spid="2"/>
                                        </p:tgtEl>
                                      </p:cBhvr>
                                    </p:animEffect>
                                  </p:childTnLst>
                                </p:cTn>
                              </p:par>
                            </p:childTnLst>
                          </p:cTn>
                        </p:par>
                        <p:par>
                          <p:cTn id="16" fill="hold">
                            <p:stCondLst>
                              <p:cond delay="3000"/>
                            </p:stCondLst>
                            <p:childTnLst>
                              <p:par>
                                <p:cTn id="17" presetID="22" presetClass="entr" presetSubtype="2" repeatCount="indefinite" fill="hold"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wipe(right)">
                                      <p:cBhvr>
                                        <p:cTn id="19" dur="2000"/>
                                        <p:tgtEl>
                                          <p:spTgt spid="26"/>
                                        </p:tgtEl>
                                      </p:cBhvr>
                                    </p:animEffect>
                                  </p:childTnLst>
                                </p:cTn>
                              </p:par>
                              <p:par>
                                <p:cTn id="20" presetID="1"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100000">
                <p:cTn id="22" repeatCount="indefinite" fill="hold" display="0">
                  <p:stCondLst>
                    <p:cond delay="indefinite"/>
                  </p:stCondLst>
                </p:cTn>
                <p:tgtEl>
                  <p:spTgt spid="14"/>
                </p:tgtEl>
              </p:cMediaNode>
            </p:video>
            <p:seq concurrent="1" nextAc="seek">
              <p:cTn id="23" restart="whenNotActive" fill="hold" evtFilter="cancelBubble" nodeType="interactiveSeq">
                <p:stCondLst>
                  <p:cond evt="onClick" delay="0">
                    <p:tgtEl>
                      <p:spTgt spid="14"/>
                    </p:tgtEl>
                  </p:cond>
                </p:stCondLst>
                <p:endSync evt="end" delay="0">
                  <p:rtn val="all"/>
                </p:endSync>
                <p:childTnLst>
                  <p:par>
                    <p:cTn id="24" fill="hold">
                      <p:stCondLst>
                        <p:cond delay="0"/>
                      </p:stCondLst>
                      <p:childTnLst>
                        <p:par>
                          <p:cTn id="25" fill="hold">
                            <p:stCondLst>
                              <p:cond delay="0"/>
                            </p:stCondLst>
                            <p:childTnLst>
                              <p:par>
                                <p:cTn id="26" presetID="2" presetClass="mediacall" presetSubtype="0" fill="hold" nodeType="clickEffect">
                                  <p:stCondLst>
                                    <p:cond delay="0"/>
                                  </p:stCondLst>
                                  <p:childTnLst>
                                    <p:cmd type="call" cmd="togglePause">
                                      <p:cBhvr>
                                        <p:cTn id="27" dur="1" fill="hold"/>
                                        <p:tgtEl>
                                          <p:spTgt spid="14"/>
                                        </p:tgtEl>
                                      </p:cBhvr>
                                    </p:cmd>
                                  </p:childTnLst>
                                </p:cTn>
                              </p:par>
                            </p:childTnLst>
                          </p:cTn>
                        </p:par>
                      </p:childTnLst>
                    </p:cTn>
                  </p:par>
                </p:childTnLst>
              </p:cTn>
              <p:nextCondLst>
                <p:cond evt="onClick" delay="0">
                  <p:tgtEl>
                    <p:spTgt spid="14"/>
                  </p:tgtEl>
                </p:cond>
              </p:nextCondLst>
            </p:seq>
          </p:childTnLst>
        </p:cTn>
      </p:par>
    </p:tnLst>
    <p:bldLst>
      <p:bldP spid="2" grpId="0" animBg="1"/>
      <p:bldP spid="27" grpId="0"/>
    </p:bldLst>
  </p:timing>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DFC0889-E888-5340-A25B-87C0E8CBA850}"/>
              </a:ext>
            </a:extLst>
          </p:cNvPr>
          <p:cNvSpPr>
            <a:spLocks noGrp="1"/>
          </p:cNvSpPr>
          <p:nvPr>
            <p:ph type="title"/>
          </p:nvPr>
        </p:nvSpPr>
        <p:spPr/>
        <p:txBody>
          <a:bodyPr/>
          <a:lstStyle/>
          <a:p>
            <a:r>
              <a:rPr lang="zh-TW" altLang="en-US" sz="5400"/>
              <a:t>雲計算可輕鬆擴展</a:t>
            </a:r>
            <a:endParaRPr lang="en-US" sz="5400"/>
          </a:p>
        </p:txBody>
      </p:sp>
      <p:sp>
        <p:nvSpPr>
          <p:cNvPr id="7" name="Text Placeholder 6">
            <a:extLst>
              <a:ext uri="{FF2B5EF4-FFF2-40B4-BE49-F238E27FC236}">
                <a16:creationId xmlns:a16="http://schemas.microsoft.com/office/drawing/2014/main" id="{4B28A107-8FB4-824E-9932-30F441DDD2DA}"/>
              </a:ext>
            </a:extLst>
          </p:cNvPr>
          <p:cNvSpPr>
            <a:spLocks noGrp="1"/>
          </p:cNvSpPr>
          <p:nvPr>
            <p:ph type="body" idx="1"/>
          </p:nvPr>
        </p:nvSpPr>
        <p:spPr>
          <a:xfrm>
            <a:off x="1061135" y="4784273"/>
            <a:ext cx="2232904" cy="1685413"/>
          </a:xfrm>
        </p:spPr>
        <p:txBody>
          <a:bodyPr/>
          <a:lstStyle/>
          <a:p>
            <a:pPr algn="ctr">
              <a:lnSpc>
                <a:spcPct val="110000"/>
              </a:lnSpc>
            </a:pPr>
            <a:r>
              <a:rPr lang="zh-TW" altLang="en-US" sz="2200"/>
              <a:t>當流量較低時，</a:t>
            </a:r>
            <a:r>
              <a:rPr lang="en-US" altLang="zh-TW" sz="2200"/>
              <a:t>1</a:t>
            </a:r>
            <a:r>
              <a:rPr lang="zh-TW" altLang="en-US" sz="2200"/>
              <a:t>台服務器就足夠了</a:t>
            </a:r>
            <a:endParaRPr lang="en-US" sz="2200"/>
          </a:p>
        </p:txBody>
      </p:sp>
      <p:pic>
        <p:nvPicPr>
          <p:cNvPr id="3074" name="Picture 2" descr="Great Questions on Scalability – {Dotnet}.Share(knowledge)">
            <a:extLst>
              <a:ext uri="{FF2B5EF4-FFF2-40B4-BE49-F238E27FC236}">
                <a16:creationId xmlns:a16="http://schemas.microsoft.com/office/drawing/2014/main" id="{C0157534-84FA-254A-8755-236F5D2049FB}"/>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1461963" y="1570264"/>
            <a:ext cx="10108911" cy="3717471"/>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6">
            <a:extLst>
              <a:ext uri="{FF2B5EF4-FFF2-40B4-BE49-F238E27FC236}">
                <a16:creationId xmlns:a16="http://schemas.microsoft.com/office/drawing/2014/main" id="{BB1810E2-8A08-B14B-A29C-0A238E11B442}"/>
              </a:ext>
            </a:extLst>
          </p:cNvPr>
          <p:cNvSpPr txBox="1">
            <a:spLocks/>
          </p:cNvSpPr>
          <p:nvPr/>
        </p:nvSpPr>
        <p:spPr>
          <a:xfrm>
            <a:off x="4121773" y="5431039"/>
            <a:ext cx="2526818" cy="1042219"/>
          </a:xfrm>
          <a:prstGeom prst="rect">
            <a:avLst/>
          </a:prstGeom>
        </p:spPr>
        <p:txBody>
          <a:bodyPr vert="horz" lIns="91440" tIns="45720" rIns="91440" bIns="45720" rtlCol="0" anchor="b">
            <a:noAutofit/>
          </a:bodyPr>
          <a:lstStyle>
            <a:lvl1pPr marL="0" indent="0" algn="l" defTabSz="914400" rtl="0" eaLnBrk="1" latinLnBrk="0" hangingPunct="1">
              <a:lnSpc>
                <a:spcPct val="84000"/>
              </a:lnSpc>
              <a:spcBef>
                <a:spcPts val="0"/>
              </a:spcBef>
              <a:spcAft>
                <a:spcPts val="0"/>
              </a:spcAft>
              <a:buFont typeface="Franklin Gothic Book" panose="020B0503020102020204" pitchFamily="34" charset="0"/>
              <a:buNone/>
              <a:defRPr sz="3000" b="0" i="0" kern="1200" baseline="0">
                <a:solidFill>
                  <a:schemeClr val="tx2"/>
                </a:solidFill>
                <a:latin typeface="Helvetica" pitchFamily="2" charset="0"/>
                <a:ea typeface="Noto Sans SC Medium" panose="020B0600000000000000" pitchFamily="34" charset="-128"/>
                <a:cs typeface="Helvetica" pitchFamily="2" charset="0"/>
              </a:defRPr>
            </a:lvl1pPr>
            <a:lvl2pPr marL="457200" indent="0" algn="l" defTabSz="914400" rtl="0" eaLnBrk="1" latinLnBrk="0" hangingPunct="1">
              <a:lnSpc>
                <a:spcPct val="94000"/>
              </a:lnSpc>
              <a:spcBef>
                <a:spcPts val="500"/>
              </a:spcBef>
              <a:spcAft>
                <a:spcPts val="200"/>
              </a:spcAft>
              <a:buFont typeface="Franklin Gothic Book" panose="020B0503020102020204" pitchFamily="34" charset="0"/>
              <a:buNone/>
              <a:defRPr sz="2000" b="1" i="0" kern="1200" baseline="0">
                <a:solidFill>
                  <a:srgbClr val="42413D"/>
                </a:solidFill>
                <a:latin typeface="Helvetica" pitchFamily="2" charset="0"/>
                <a:ea typeface="Noto Sans SC Medium" panose="020B0600000000000000" pitchFamily="34" charset="-128"/>
                <a:cs typeface="Helvetica" pitchFamily="2" charset="0"/>
              </a:defRPr>
            </a:lvl2pPr>
            <a:lvl3pPr marL="914400" indent="0" algn="l" defTabSz="914400" rtl="0" eaLnBrk="1" latinLnBrk="0" hangingPunct="1">
              <a:lnSpc>
                <a:spcPct val="94000"/>
              </a:lnSpc>
              <a:spcBef>
                <a:spcPts val="500"/>
              </a:spcBef>
              <a:spcAft>
                <a:spcPts val="200"/>
              </a:spcAft>
              <a:buFont typeface="Franklin Gothic Book" panose="020B0503020102020204" pitchFamily="34" charset="0"/>
              <a:buNone/>
              <a:defRPr sz="1800" b="1" i="0" kern="1200" baseline="0">
                <a:solidFill>
                  <a:srgbClr val="42413D"/>
                </a:solidFill>
                <a:latin typeface="Helvetica" pitchFamily="2" charset="0"/>
                <a:ea typeface="Noto Sans SC Medium" panose="020B0600000000000000" pitchFamily="34" charset="-128"/>
                <a:cs typeface="Helvetica" pitchFamily="2" charset="0"/>
              </a:defRPr>
            </a:lvl3pPr>
            <a:lvl4pPr marL="1371600" indent="0" algn="l" defTabSz="914400" rtl="0" eaLnBrk="1" latinLnBrk="0" hangingPunct="1">
              <a:lnSpc>
                <a:spcPct val="94000"/>
              </a:lnSpc>
              <a:spcBef>
                <a:spcPts val="500"/>
              </a:spcBef>
              <a:spcAft>
                <a:spcPts val="200"/>
              </a:spcAft>
              <a:buFont typeface="Franklin Gothic Book" panose="020B0503020102020204" pitchFamily="34" charset="0"/>
              <a:buNone/>
              <a:defRPr sz="1600" b="1" i="0" kern="1200" baseline="0">
                <a:solidFill>
                  <a:srgbClr val="42413D"/>
                </a:solidFill>
                <a:latin typeface="Helvetica" pitchFamily="2" charset="0"/>
                <a:ea typeface="Noto Sans SC Medium" panose="020B0600000000000000" pitchFamily="34" charset="-128"/>
                <a:cs typeface="Helvetica" pitchFamily="2" charset="0"/>
              </a:defRPr>
            </a:lvl4pPr>
            <a:lvl5pPr marL="1828800" indent="0" algn="l" defTabSz="914400" rtl="0" eaLnBrk="1" latinLnBrk="0" hangingPunct="1">
              <a:lnSpc>
                <a:spcPct val="94000"/>
              </a:lnSpc>
              <a:spcBef>
                <a:spcPts val="500"/>
              </a:spcBef>
              <a:spcAft>
                <a:spcPts val="200"/>
              </a:spcAft>
              <a:buFont typeface="Franklin Gothic Book" panose="020B0503020102020204" pitchFamily="34" charset="0"/>
              <a:buNone/>
              <a:defRPr sz="1600" b="1" i="0" kern="1200" baseline="0">
                <a:solidFill>
                  <a:srgbClr val="42413D"/>
                </a:solidFill>
                <a:latin typeface="Helvetica" pitchFamily="2" charset="0"/>
                <a:ea typeface="Noto Sans SC Medium" panose="020B0600000000000000" pitchFamily="34" charset="-128"/>
                <a:cs typeface="Helvetica" pitchFamily="2" charset="0"/>
              </a:defRPr>
            </a:lvl5pPr>
            <a:lvl6pPr marL="2286000" indent="0" algn="l" defTabSz="914400" rtl="0" eaLnBrk="1" latinLnBrk="0" hangingPunct="1">
              <a:lnSpc>
                <a:spcPct val="94000"/>
              </a:lnSpc>
              <a:spcBef>
                <a:spcPts val="500"/>
              </a:spcBef>
              <a:spcAft>
                <a:spcPts val="200"/>
              </a:spcAft>
              <a:buFont typeface="Franklin Gothic Book" panose="020B0503020102020204" pitchFamily="34" charset="0"/>
              <a:buNone/>
              <a:defRPr sz="1600" b="1" i="1" kern="1200" baseline="0">
                <a:solidFill>
                  <a:schemeClr val="tx2"/>
                </a:solidFill>
                <a:latin typeface="+mn-lt"/>
                <a:ea typeface="+mn-ea"/>
                <a:cs typeface="+mn-cs"/>
              </a:defRPr>
            </a:lvl6pPr>
            <a:lvl7pPr marL="2743200" indent="0" algn="l" defTabSz="914400" rtl="0" eaLnBrk="1" latinLnBrk="0" hangingPunct="1">
              <a:lnSpc>
                <a:spcPct val="94000"/>
              </a:lnSpc>
              <a:spcBef>
                <a:spcPts val="500"/>
              </a:spcBef>
              <a:spcAft>
                <a:spcPts val="200"/>
              </a:spcAft>
              <a:buFont typeface="Franklin Gothic Book" panose="020B0503020102020204" pitchFamily="34" charset="0"/>
              <a:buNone/>
              <a:defRPr sz="1600" b="1" kern="1200" baseline="0">
                <a:solidFill>
                  <a:schemeClr val="tx2"/>
                </a:solidFill>
                <a:latin typeface="+mn-lt"/>
                <a:ea typeface="+mn-ea"/>
                <a:cs typeface="+mn-cs"/>
              </a:defRPr>
            </a:lvl7pPr>
            <a:lvl8pPr marL="3200400" indent="0" algn="l" defTabSz="914400" rtl="0" eaLnBrk="1" latinLnBrk="0" hangingPunct="1">
              <a:lnSpc>
                <a:spcPct val="94000"/>
              </a:lnSpc>
              <a:spcBef>
                <a:spcPts val="500"/>
              </a:spcBef>
              <a:spcAft>
                <a:spcPts val="200"/>
              </a:spcAft>
              <a:buFont typeface="Franklin Gothic Book" panose="020B0503020102020204" pitchFamily="34" charset="0"/>
              <a:buNone/>
              <a:defRPr sz="1600" b="1" i="1" kern="1200" baseline="0">
                <a:solidFill>
                  <a:schemeClr val="tx2"/>
                </a:solidFill>
                <a:latin typeface="+mn-lt"/>
                <a:ea typeface="+mn-ea"/>
                <a:cs typeface="+mn-cs"/>
              </a:defRPr>
            </a:lvl8pPr>
            <a:lvl9pPr marL="3657600" indent="0" algn="l" defTabSz="914400" rtl="0" eaLnBrk="1" latinLnBrk="0" hangingPunct="1">
              <a:lnSpc>
                <a:spcPct val="94000"/>
              </a:lnSpc>
              <a:spcBef>
                <a:spcPts val="500"/>
              </a:spcBef>
              <a:spcAft>
                <a:spcPts val="200"/>
              </a:spcAft>
              <a:buFont typeface="Franklin Gothic Book" panose="020B0503020102020204" pitchFamily="34" charset="0"/>
              <a:buNone/>
              <a:defRPr sz="1600" b="1" kern="1200" baseline="0">
                <a:solidFill>
                  <a:schemeClr val="tx2"/>
                </a:solidFill>
                <a:latin typeface="+mn-lt"/>
                <a:ea typeface="+mn-ea"/>
                <a:cs typeface="+mn-cs"/>
              </a:defRPr>
            </a:lvl9pPr>
          </a:lstStyle>
          <a:p>
            <a:pPr algn="ctr">
              <a:lnSpc>
                <a:spcPct val="110000"/>
              </a:lnSpc>
            </a:pPr>
            <a:r>
              <a:rPr lang="zh-TW" altLang="en-US" sz="2200"/>
              <a:t>當流量開始增加時，額外的服務器加入以分擔工作負載</a:t>
            </a:r>
            <a:endParaRPr lang="en-US" sz="2200"/>
          </a:p>
        </p:txBody>
      </p:sp>
      <p:sp>
        <p:nvSpPr>
          <p:cNvPr id="15" name="Text Placeholder 6">
            <a:extLst>
              <a:ext uri="{FF2B5EF4-FFF2-40B4-BE49-F238E27FC236}">
                <a16:creationId xmlns:a16="http://schemas.microsoft.com/office/drawing/2014/main" id="{9BE843E7-3ACE-6342-9D8E-1D831B8487BC}"/>
              </a:ext>
            </a:extLst>
          </p:cNvPr>
          <p:cNvSpPr txBox="1">
            <a:spLocks/>
          </p:cNvSpPr>
          <p:nvPr/>
        </p:nvSpPr>
        <p:spPr>
          <a:xfrm>
            <a:off x="8070228" y="5307833"/>
            <a:ext cx="3500646" cy="1161853"/>
          </a:xfrm>
          <a:prstGeom prst="rect">
            <a:avLst/>
          </a:prstGeom>
        </p:spPr>
        <p:txBody>
          <a:bodyPr vert="horz" lIns="91440" tIns="45720" rIns="91440" bIns="45720" rtlCol="0" anchor="b">
            <a:noAutofit/>
          </a:bodyPr>
          <a:lstStyle>
            <a:lvl1pPr marL="0" indent="0" algn="l" defTabSz="914400" rtl="0" eaLnBrk="1" latinLnBrk="0" hangingPunct="1">
              <a:lnSpc>
                <a:spcPct val="84000"/>
              </a:lnSpc>
              <a:spcBef>
                <a:spcPts val="0"/>
              </a:spcBef>
              <a:spcAft>
                <a:spcPts val="0"/>
              </a:spcAft>
              <a:buFont typeface="Franklin Gothic Book" panose="020B0503020102020204" pitchFamily="34" charset="0"/>
              <a:buNone/>
              <a:defRPr sz="3000" b="0" i="0" kern="1200" baseline="0">
                <a:solidFill>
                  <a:schemeClr val="tx2"/>
                </a:solidFill>
                <a:latin typeface="Helvetica" pitchFamily="2" charset="0"/>
                <a:ea typeface="Noto Sans SC Medium" panose="020B0600000000000000" pitchFamily="34" charset="-128"/>
                <a:cs typeface="Helvetica" pitchFamily="2" charset="0"/>
              </a:defRPr>
            </a:lvl1pPr>
            <a:lvl2pPr marL="457200" indent="0" algn="l" defTabSz="914400" rtl="0" eaLnBrk="1" latinLnBrk="0" hangingPunct="1">
              <a:lnSpc>
                <a:spcPct val="94000"/>
              </a:lnSpc>
              <a:spcBef>
                <a:spcPts val="500"/>
              </a:spcBef>
              <a:spcAft>
                <a:spcPts val="200"/>
              </a:spcAft>
              <a:buFont typeface="Franklin Gothic Book" panose="020B0503020102020204" pitchFamily="34" charset="0"/>
              <a:buNone/>
              <a:defRPr sz="2000" b="1" i="0" kern="1200" baseline="0">
                <a:solidFill>
                  <a:srgbClr val="42413D"/>
                </a:solidFill>
                <a:latin typeface="Helvetica" pitchFamily="2" charset="0"/>
                <a:ea typeface="Noto Sans SC Medium" panose="020B0600000000000000" pitchFamily="34" charset="-128"/>
                <a:cs typeface="Helvetica" pitchFamily="2" charset="0"/>
              </a:defRPr>
            </a:lvl2pPr>
            <a:lvl3pPr marL="914400" indent="0" algn="l" defTabSz="914400" rtl="0" eaLnBrk="1" latinLnBrk="0" hangingPunct="1">
              <a:lnSpc>
                <a:spcPct val="94000"/>
              </a:lnSpc>
              <a:spcBef>
                <a:spcPts val="500"/>
              </a:spcBef>
              <a:spcAft>
                <a:spcPts val="200"/>
              </a:spcAft>
              <a:buFont typeface="Franklin Gothic Book" panose="020B0503020102020204" pitchFamily="34" charset="0"/>
              <a:buNone/>
              <a:defRPr sz="1800" b="1" i="0" kern="1200" baseline="0">
                <a:solidFill>
                  <a:srgbClr val="42413D"/>
                </a:solidFill>
                <a:latin typeface="Helvetica" pitchFamily="2" charset="0"/>
                <a:ea typeface="Noto Sans SC Medium" panose="020B0600000000000000" pitchFamily="34" charset="-128"/>
                <a:cs typeface="Helvetica" pitchFamily="2" charset="0"/>
              </a:defRPr>
            </a:lvl3pPr>
            <a:lvl4pPr marL="1371600" indent="0" algn="l" defTabSz="914400" rtl="0" eaLnBrk="1" latinLnBrk="0" hangingPunct="1">
              <a:lnSpc>
                <a:spcPct val="94000"/>
              </a:lnSpc>
              <a:spcBef>
                <a:spcPts val="500"/>
              </a:spcBef>
              <a:spcAft>
                <a:spcPts val="200"/>
              </a:spcAft>
              <a:buFont typeface="Franklin Gothic Book" panose="020B0503020102020204" pitchFamily="34" charset="0"/>
              <a:buNone/>
              <a:defRPr sz="1600" b="1" i="0" kern="1200" baseline="0">
                <a:solidFill>
                  <a:srgbClr val="42413D"/>
                </a:solidFill>
                <a:latin typeface="Helvetica" pitchFamily="2" charset="0"/>
                <a:ea typeface="Noto Sans SC Medium" panose="020B0600000000000000" pitchFamily="34" charset="-128"/>
                <a:cs typeface="Helvetica" pitchFamily="2" charset="0"/>
              </a:defRPr>
            </a:lvl4pPr>
            <a:lvl5pPr marL="1828800" indent="0" algn="l" defTabSz="914400" rtl="0" eaLnBrk="1" latinLnBrk="0" hangingPunct="1">
              <a:lnSpc>
                <a:spcPct val="94000"/>
              </a:lnSpc>
              <a:spcBef>
                <a:spcPts val="500"/>
              </a:spcBef>
              <a:spcAft>
                <a:spcPts val="200"/>
              </a:spcAft>
              <a:buFont typeface="Franklin Gothic Book" panose="020B0503020102020204" pitchFamily="34" charset="0"/>
              <a:buNone/>
              <a:defRPr sz="1600" b="1" i="0" kern="1200" baseline="0">
                <a:solidFill>
                  <a:srgbClr val="42413D"/>
                </a:solidFill>
                <a:latin typeface="Helvetica" pitchFamily="2" charset="0"/>
                <a:ea typeface="Noto Sans SC Medium" panose="020B0600000000000000" pitchFamily="34" charset="-128"/>
                <a:cs typeface="Helvetica" pitchFamily="2" charset="0"/>
              </a:defRPr>
            </a:lvl5pPr>
            <a:lvl6pPr marL="2286000" indent="0" algn="l" defTabSz="914400" rtl="0" eaLnBrk="1" latinLnBrk="0" hangingPunct="1">
              <a:lnSpc>
                <a:spcPct val="94000"/>
              </a:lnSpc>
              <a:spcBef>
                <a:spcPts val="500"/>
              </a:spcBef>
              <a:spcAft>
                <a:spcPts val="200"/>
              </a:spcAft>
              <a:buFont typeface="Franklin Gothic Book" panose="020B0503020102020204" pitchFamily="34" charset="0"/>
              <a:buNone/>
              <a:defRPr sz="1600" b="1" i="1" kern="1200" baseline="0">
                <a:solidFill>
                  <a:schemeClr val="tx2"/>
                </a:solidFill>
                <a:latin typeface="+mn-lt"/>
                <a:ea typeface="+mn-ea"/>
                <a:cs typeface="+mn-cs"/>
              </a:defRPr>
            </a:lvl6pPr>
            <a:lvl7pPr marL="2743200" indent="0" algn="l" defTabSz="914400" rtl="0" eaLnBrk="1" latinLnBrk="0" hangingPunct="1">
              <a:lnSpc>
                <a:spcPct val="94000"/>
              </a:lnSpc>
              <a:spcBef>
                <a:spcPts val="500"/>
              </a:spcBef>
              <a:spcAft>
                <a:spcPts val="200"/>
              </a:spcAft>
              <a:buFont typeface="Franklin Gothic Book" panose="020B0503020102020204" pitchFamily="34" charset="0"/>
              <a:buNone/>
              <a:defRPr sz="1600" b="1" kern="1200" baseline="0">
                <a:solidFill>
                  <a:schemeClr val="tx2"/>
                </a:solidFill>
                <a:latin typeface="+mn-lt"/>
                <a:ea typeface="+mn-ea"/>
                <a:cs typeface="+mn-cs"/>
              </a:defRPr>
            </a:lvl7pPr>
            <a:lvl8pPr marL="3200400" indent="0" algn="l" defTabSz="914400" rtl="0" eaLnBrk="1" latinLnBrk="0" hangingPunct="1">
              <a:lnSpc>
                <a:spcPct val="94000"/>
              </a:lnSpc>
              <a:spcBef>
                <a:spcPts val="500"/>
              </a:spcBef>
              <a:spcAft>
                <a:spcPts val="200"/>
              </a:spcAft>
              <a:buFont typeface="Franklin Gothic Book" panose="020B0503020102020204" pitchFamily="34" charset="0"/>
              <a:buNone/>
              <a:defRPr sz="1600" b="1" i="1" kern="1200" baseline="0">
                <a:solidFill>
                  <a:schemeClr val="tx2"/>
                </a:solidFill>
                <a:latin typeface="+mn-lt"/>
                <a:ea typeface="+mn-ea"/>
                <a:cs typeface="+mn-cs"/>
              </a:defRPr>
            </a:lvl8pPr>
            <a:lvl9pPr marL="3657600" indent="0" algn="l" defTabSz="914400" rtl="0" eaLnBrk="1" latinLnBrk="0" hangingPunct="1">
              <a:lnSpc>
                <a:spcPct val="94000"/>
              </a:lnSpc>
              <a:spcBef>
                <a:spcPts val="500"/>
              </a:spcBef>
              <a:spcAft>
                <a:spcPts val="200"/>
              </a:spcAft>
              <a:buFont typeface="Franklin Gothic Book" panose="020B0503020102020204" pitchFamily="34" charset="0"/>
              <a:buNone/>
              <a:defRPr sz="1600" b="1" kern="1200" baseline="0">
                <a:solidFill>
                  <a:schemeClr val="tx2"/>
                </a:solidFill>
                <a:latin typeface="+mn-lt"/>
                <a:ea typeface="+mn-ea"/>
                <a:cs typeface="+mn-cs"/>
              </a:defRPr>
            </a:lvl9pPr>
          </a:lstStyle>
          <a:p>
            <a:pPr algn="ctr">
              <a:lnSpc>
                <a:spcPct val="110000"/>
              </a:lnSpc>
            </a:pPr>
            <a:r>
              <a:rPr lang="zh-TW" altLang="en-US" sz="2200"/>
              <a:t>在季節性高峰流量期間，更多的服務器臨時加入以處理短時間極端流量</a:t>
            </a:r>
            <a:endParaRPr lang="en-US" sz="2200"/>
          </a:p>
        </p:txBody>
      </p:sp>
    </p:spTree>
    <p:extLst>
      <p:ext uri="{BB962C8B-B14F-4D97-AF65-F5344CB8AC3E}">
        <p14:creationId xmlns:p14="http://schemas.microsoft.com/office/powerpoint/2010/main" val="119797219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BD1A9-60E5-8C4A-962A-D48DC29A9A15}"/>
              </a:ext>
            </a:extLst>
          </p:cNvPr>
          <p:cNvSpPr>
            <a:spLocks noGrp="1"/>
          </p:cNvSpPr>
          <p:nvPr>
            <p:ph type="title"/>
          </p:nvPr>
        </p:nvSpPr>
        <p:spPr/>
        <p:txBody>
          <a:bodyPr/>
          <a:lstStyle/>
          <a:p>
            <a:r>
              <a:rPr lang="zh-TW" altLang="en-US"/>
              <a:t>硬件和軟件升級</a:t>
            </a:r>
            <a:br>
              <a:rPr lang="en-HK" altLang="zh-TW"/>
            </a:br>
            <a:r>
              <a:rPr lang="zh-TW" altLang="en-US"/>
              <a:t>一直是一個巨大的痛苦</a:t>
            </a:r>
            <a:endParaRPr lang="en-US"/>
          </a:p>
        </p:txBody>
      </p:sp>
      <p:sp>
        <p:nvSpPr>
          <p:cNvPr id="3" name="Content Placeholder 2">
            <a:extLst>
              <a:ext uri="{FF2B5EF4-FFF2-40B4-BE49-F238E27FC236}">
                <a16:creationId xmlns:a16="http://schemas.microsoft.com/office/drawing/2014/main" id="{E7E3060E-AD05-D94B-9D3D-E65B69C797E9}"/>
              </a:ext>
            </a:extLst>
          </p:cNvPr>
          <p:cNvSpPr>
            <a:spLocks noGrp="1"/>
          </p:cNvSpPr>
          <p:nvPr>
            <p:ph idx="1"/>
          </p:nvPr>
        </p:nvSpPr>
        <p:spPr>
          <a:xfrm>
            <a:off x="1295400" y="2869164"/>
            <a:ext cx="9601200" cy="3581400"/>
          </a:xfrm>
        </p:spPr>
        <p:txBody>
          <a:bodyPr/>
          <a:lstStyle/>
          <a:p>
            <a:r>
              <a:rPr lang="zh-TW" altLang="en-US"/>
              <a:t>升級時無可避免的服務中斷</a:t>
            </a:r>
          </a:p>
          <a:p>
            <a:r>
              <a:rPr lang="zh-TW" altLang="en-US"/>
              <a:t>硬件版本兼容問題</a:t>
            </a:r>
          </a:p>
          <a:p>
            <a:r>
              <a:rPr lang="zh-TW" altLang="en-US"/>
              <a:t>軟件版本兼容問題</a:t>
            </a:r>
          </a:p>
          <a:p>
            <a:r>
              <a:rPr lang="zh-TW" altLang="en-US"/>
              <a:t>安全問題</a:t>
            </a:r>
          </a:p>
          <a:p>
            <a:r>
              <a:rPr lang="zh-TW" altLang="en-US"/>
              <a:t>硬件生命週期短</a:t>
            </a:r>
            <a:endParaRPr lang="en-US"/>
          </a:p>
        </p:txBody>
      </p:sp>
      <p:sp>
        <p:nvSpPr>
          <p:cNvPr id="4" name="Slide Number Placeholder 3">
            <a:extLst>
              <a:ext uri="{FF2B5EF4-FFF2-40B4-BE49-F238E27FC236}">
                <a16:creationId xmlns:a16="http://schemas.microsoft.com/office/drawing/2014/main" id="{DAD9D30F-43A1-9542-8A1A-D527F944F2EE}"/>
              </a:ext>
            </a:extLst>
          </p:cNvPr>
          <p:cNvSpPr>
            <a:spLocks noGrp="1"/>
          </p:cNvSpPr>
          <p:nvPr>
            <p:ph type="sldNum" sz="quarter" idx="12"/>
          </p:nvPr>
        </p:nvSpPr>
        <p:spPr/>
        <p:txBody>
          <a:bodyPr/>
          <a:lstStyle/>
          <a:p>
            <a:fld id="{14B07A3D-2F58-EF4D-A265-F014B879E6ED}" type="slidenum">
              <a:rPr lang="en-US" smtClean="0"/>
              <a:pPr/>
              <a:t>49</a:t>
            </a:fld>
            <a:endParaRPr lang="en-US"/>
          </a:p>
        </p:txBody>
      </p:sp>
    </p:spTree>
    <p:extLst>
      <p:ext uri="{BB962C8B-B14F-4D97-AF65-F5344CB8AC3E}">
        <p14:creationId xmlns:p14="http://schemas.microsoft.com/office/powerpoint/2010/main" val="28668911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54CA6-0C70-6544-AB05-79BE63F11C23}"/>
              </a:ext>
            </a:extLst>
          </p:cNvPr>
          <p:cNvSpPr>
            <a:spLocks noGrp="1"/>
          </p:cNvSpPr>
          <p:nvPr>
            <p:ph type="title"/>
          </p:nvPr>
        </p:nvSpPr>
        <p:spPr/>
        <p:txBody>
          <a:bodyPr>
            <a:normAutofit/>
          </a:bodyPr>
          <a:lstStyle/>
          <a:p>
            <a:r>
              <a:rPr lang="zh-TW" altLang="en-US" dirty="0"/>
              <a:t>雲計算的優勢</a:t>
            </a:r>
            <a:endParaRPr lang="en-US" dirty="0"/>
          </a:p>
        </p:txBody>
      </p:sp>
      <p:sp>
        <p:nvSpPr>
          <p:cNvPr id="6" name="Content Placeholder 5">
            <a:extLst>
              <a:ext uri="{FF2B5EF4-FFF2-40B4-BE49-F238E27FC236}">
                <a16:creationId xmlns:a16="http://schemas.microsoft.com/office/drawing/2014/main" id="{F3255148-E547-CE4C-81CC-59159F34845F}"/>
              </a:ext>
            </a:extLst>
          </p:cNvPr>
          <p:cNvSpPr>
            <a:spLocks noGrp="1"/>
          </p:cNvSpPr>
          <p:nvPr>
            <p:ph idx="1"/>
          </p:nvPr>
        </p:nvSpPr>
        <p:spPr/>
        <p:txBody>
          <a:bodyPr>
            <a:noAutofit/>
          </a:bodyPr>
          <a:lstStyle/>
          <a:p>
            <a:pPr>
              <a:lnSpc>
                <a:spcPct val="110000"/>
              </a:lnSpc>
            </a:pPr>
            <a:r>
              <a:rPr lang="zh-TW" altLang="en-US" dirty="0"/>
              <a:t>您不必擁有電腦資源設備</a:t>
            </a:r>
          </a:p>
          <a:p>
            <a:pPr>
              <a:lnSpc>
                <a:spcPct val="110000"/>
              </a:lnSpc>
            </a:pPr>
            <a:r>
              <a:rPr lang="zh-TW" altLang="en-US" dirty="0"/>
              <a:t>租用形式</a:t>
            </a:r>
          </a:p>
          <a:p>
            <a:pPr>
              <a:lnSpc>
                <a:spcPct val="110000"/>
              </a:lnSpc>
            </a:pPr>
            <a:r>
              <a:rPr lang="zh-TW" altLang="en-US" dirty="0"/>
              <a:t>即用即付</a:t>
            </a:r>
          </a:p>
          <a:p>
            <a:pPr>
              <a:lnSpc>
                <a:spcPct val="110000"/>
              </a:lnSpc>
            </a:pPr>
            <a:r>
              <a:rPr lang="zh-TW" altLang="en-US" dirty="0"/>
              <a:t>你可以隨時停掉雲服務器</a:t>
            </a:r>
          </a:p>
          <a:p>
            <a:pPr>
              <a:lnSpc>
                <a:spcPct val="110000"/>
              </a:lnSpc>
            </a:pPr>
            <a:r>
              <a:rPr lang="zh-TW" altLang="en-US" dirty="0"/>
              <a:t>您甚至可以只租用一天的服務器</a:t>
            </a:r>
          </a:p>
          <a:p>
            <a:pPr>
              <a:lnSpc>
                <a:spcPct val="110000"/>
              </a:lnSpc>
            </a:pPr>
            <a:r>
              <a:rPr lang="zh-TW" altLang="en-US" dirty="0"/>
              <a:t>您可以輕鬆地擴大和縮小雲服務器規模以滿足您的業務需求的變化</a:t>
            </a:r>
            <a:endParaRPr lang="en-US" dirty="0"/>
          </a:p>
        </p:txBody>
      </p:sp>
      <p:sp>
        <p:nvSpPr>
          <p:cNvPr id="5" name="Slide Number Placeholder 4">
            <a:extLst>
              <a:ext uri="{FF2B5EF4-FFF2-40B4-BE49-F238E27FC236}">
                <a16:creationId xmlns:a16="http://schemas.microsoft.com/office/drawing/2014/main" id="{6253FBA7-60F7-5D44-8E24-A99005378467}"/>
              </a:ext>
            </a:extLst>
          </p:cNvPr>
          <p:cNvSpPr>
            <a:spLocks noGrp="1"/>
          </p:cNvSpPr>
          <p:nvPr>
            <p:ph type="sldNum" sz="quarter" idx="12"/>
          </p:nvPr>
        </p:nvSpPr>
        <p:spPr/>
        <p:txBody>
          <a:bodyPr/>
          <a:lstStyle/>
          <a:p>
            <a:fld id="{14B07A3D-2F58-EF4D-A265-F014B879E6ED}" type="slidenum">
              <a:rPr lang="en-US" smtClean="0"/>
              <a:pPr/>
              <a:t>50</a:t>
            </a:fld>
            <a:endParaRPr lang="en-US"/>
          </a:p>
        </p:txBody>
      </p:sp>
    </p:spTree>
    <p:extLst>
      <p:ext uri="{BB962C8B-B14F-4D97-AF65-F5344CB8AC3E}">
        <p14:creationId xmlns:p14="http://schemas.microsoft.com/office/powerpoint/2010/main" val="20662165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B75C3-51FB-16D6-618C-1470840A81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8A5DEE-A6D3-25B4-D773-CCC300FAE39C}"/>
              </a:ext>
            </a:extLst>
          </p:cNvPr>
          <p:cNvSpPr>
            <a:spLocks noGrp="1"/>
          </p:cNvSpPr>
          <p:nvPr>
            <p:ph type="title"/>
          </p:nvPr>
        </p:nvSpPr>
        <p:spPr>
          <a:xfrm>
            <a:off x="1371600" y="928938"/>
            <a:ext cx="9601200" cy="1485900"/>
          </a:xfrm>
        </p:spPr>
        <p:txBody>
          <a:bodyPr>
            <a:normAutofit/>
          </a:bodyPr>
          <a:lstStyle/>
          <a:p>
            <a:r>
              <a:rPr lang="zh-TW" altLang="en-US" b="1" dirty="0">
                <a:latin typeface="DengXian" panose="02010600030101010101" pitchFamily="2" charset="-122"/>
                <a:ea typeface="DengXian" panose="02010600030101010101" pitchFamily="2" charset="-122"/>
              </a:rPr>
              <a:t>雲計算的優勢</a:t>
            </a:r>
            <a:endParaRPr lang="en-US" b="1" dirty="0">
              <a:latin typeface="DengXian" panose="02010600030101010101" pitchFamily="2" charset="-122"/>
              <a:ea typeface="DengXian" panose="02010600030101010101" pitchFamily="2" charset="-122"/>
            </a:endParaRPr>
          </a:p>
        </p:txBody>
      </p:sp>
      <p:sp>
        <p:nvSpPr>
          <p:cNvPr id="6" name="Content Placeholder 5">
            <a:extLst>
              <a:ext uri="{FF2B5EF4-FFF2-40B4-BE49-F238E27FC236}">
                <a16:creationId xmlns:a16="http://schemas.microsoft.com/office/drawing/2014/main" id="{7E71EE4B-A321-D8B2-F7ED-7777127590D7}"/>
              </a:ext>
            </a:extLst>
          </p:cNvPr>
          <p:cNvSpPr>
            <a:spLocks noGrp="1"/>
          </p:cNvSpPr>
          <p:nvPr>
            <p:ph idx="1"/>
          </p:nvPr>
        </p:nvSpPr>
        <p:spPr>
          <a:xfrm>
            <a:off x="1371600" y="2476114"/>
            <a:ext cx="8887097" cy="3104606"/>
          </a:xfrm>
        </p:spPr>
        <p:txBody>
          <a:bodyPr>
            <a:noAutofit/>
          </a:bodyPr>
          <a:lstStyle/>
          <a:p>
            <a:pPr>
              <a:lnSpc>
                <a:spcPct val="110000"/>
              </a:lnSpc>
            </a:pPr>
            <a:r>
              <a:rPr lang="zh-TW" altLang="en-US" dirty="0">
                <a:latin typeface="DengXian" panose="02010600030101010101" pitchFamily="2" charset="-122"/>
                <a:ea typeface="DengXian" panose="02010600030101010101" pitchFamily="2" charset="-122"/>
              </a:rPr>
              <a:t>不必擁有電腦資源設備</a:t>
            </a:r>
            <a:endParaRPr lang="en-US" altLang="zh-TW" dirty="0">
              <a:latin typeface="DengXian" panose="02010600030101010101" pitchFamily="2" charset="-122"/>
              <a:ea typeface="DengXian" panose="02010600030101010101" pitchFamily="2" charset="-122"/>
            </a:endParaRPr>
          </a:p>
          <a:p>
            <a:pPr>
              <a:lnSpc>
                <a:spcPct val="110000"/>
              </a:lnSpc>
            </a:pPr>
            <a:r>
              <a:rPr lang="zh-TW" altLang="en-US" dirty="0">
                <a:latin typeface="DengXian" panose="02010600030101010101" pitchFamily="2" charset="-122"/>
                <a:ea typeface="DengXian" panose="02010600030101010101" pitchFamily="2" charset="-122"/>
              </a:rPr>
              <a:t>可隨時停掉服務器</a:t>
            </a:r>
          </a:p>
          <a:p>
            <a:pPr>
              <a:lnSpc>
                <a:spcPct val="110000"/>
              </a:lnSpc>
            </a:pPr>
            <a:r>
              <a:rPr lang="zh-TW" altLang="en-US" dirty="0">
                <a:latin typeface="DengXian" panose="02010600030101010101" pitchFamily="2" charset="-122"/>
                <a:ea typeface="DengXian" panose="02010600030101010101" pitchFamily="2" charset="-122"/>
              </a:rPr>
              <a:t>短租彈性</a:t>
            </a:r>
            <a:r>
              <a:rPr lang="en-US" altLang="zh-TW" dirty="0">
                <a:latin typeface="DengXian" panose="02010600030101010101" pitchFamily="2" charset="-122"/>
                <a:ea typeface="DengXian" panose="02010600030101010101" pitchFamily="2" charset="-122"/>
              </a:rPr>
              <a:t>— </a:t>
            </a:r>
            <a:r>
              <a:rPr lang="zh-TW" altLang="en-US" dirty="0">
                <a:latin typeface="DengXian" panose="02010600030101010101" pitchFamily="2" charset="-122"/>
                <a:ea typeface="DengXian" panose="02010600030101010101" pitchFamily="2" charset="-122"/>
              </a:rPr>
              <a:t>最短租一天</a:t>
            </a:r>
          </a:p>
          <a:p>
            <a:pPr>
              <a:lnSpc>
                <a:spcPct val="110000"/>
              </a:lnSpc>
            </a:pPr>
            <a:r>
              <a:rPr lang="zh-TW" altLang="en-US" dirty="0">
                <a:latin typeface="DengXian" panose="02010600030101010101" pitchFamily="2" charset="-122"/>
                <a:ea typeface="DengXian" panose="02010600030101010101" pitchFamily="2" charset="-122"/>
              </a:rPr>
              <a:t>彈性伸縮</a:t>
            </a:r>
            <a:r>
              <a:rPr lang="en-US" altLang="zh-TW" dirty="0">
                <a:latin typeface="DengXian" panose="02010600030101010101" pitchFamily="2" charset="-122"/>
                <a:ea typeface="DengXian" panose="02010600030101010101" pitchFamily="2" charset="-122"/>
              </a:rPr>
              <a:t>— </a:t>
            </a:r>
            <a:r>
              <a:rPr lang="zh-TW" altLang="en-US" dirty="0">
                <a:latin typeface="DengXian" panose="02010600030101010101" pitchFamily="2" charset="-122"/>
                <a:ea typeface="DengXian" panose="02010600030101010101" pitchFamily="2" charset="-122"/>
              </a:rPr>
              <a:t>依業務變化擴大或縮小</a:t>
            </a:r>
            <a:endParaRPr lang="en-US" altLang="zh-TW" dirty="0">
              <a:latin typeface="DengXian" panose="02010600030101010101" pitchFamily="2" charset="-122"/>
              <a:ea typeface="DengXian" panose="02010600030101010101" pitchFamily="2" charset="-122"/>
            </a:endParaRPr>
          </a:p>
          <a:p>
            <a:pPr>
              <a:lnSpc>
                <a:spcPct val="110000"/>
              </a:lnSpc>
            </a:pPr>
            <a:r>
              <a:rPr lang="zh-TW" altLang="en-US" dirty="0">
                <a:latin typeface="DengXian" panose="02010600030101010101" pitchFamily="2" charset="-122"/>
                <a:ea typeface="DengXian" panose="02010600030101010101" pitchFamily="2" charset="-122"/>
              </a:rPr>
              <a:t>按用量付費（</a:t>
            </a:r>
            <a:r>
              <a:rPr lang="en-US" altLang="zh-TW" dirty="0">
                <a:latin typeface="DengXian" panose="02010600030101010101" pitchFamily="2" charset="-122"/>
                <a:ea typeface="DengXian" panose="02010600030101010101" pitchFamily="2" charset="-122"/>
              </a:rPr>
              <a:t>Pay-as-you-go</a:t>
            </a:r>
            <a:r>
              <a:rPr lang="zh-TW" altLang="en-US" dirty="0">
                <a:latin typeface="DengXian" panose="02010600030101010101" pitchFamily="2" charset="-122"/>
                <a:ea typeface="DengXian" panose="02010600030101010101" pitchFamily="2" charset="-122"/>
              </a:rPr>
              <a:t>）</a:t>
            </a:r>
            <a:r>
              <a:rPr lang="en-US" altLang="zh-TW" dirty="0">
                <a:latin typeface="DengXian" panose="02010600030101010101" pitchFamily="2" charset="-122"/>
                <a:ea typeface="DengXian" panose="02010600030101010101" pitchFamily="2" charset="-122"/>
              </a:rPr>
              <a:t>— </a:t>
            </a:r>
            <a:r>
              <a:rPr lang="zh-TW" altLang="en-US" dirty="0">
                <a:latin typeface="DengXian" panose="02010600030101010101" pitchFamily="2" charset="-122"/>
                <a:ea typeface="DengXian" panose="02010600030101010101" pitchFamily="2" charset="-122"/>
              </a:rPr>
              <a:t>租用、即用即付</a:t>
            </a:r>
          </a:p>
          <a:p>
            <a:pPr marL="0" indent="0">
              <a:lnSpc>
                <a:spcPct val="110000"/>
              </a:lnSpc>
              <a:buNone/>
            </a:pPr>
            <a:endParaRPr lang="zh-TW" altLang="en-US" dirty="0">
              <a:latin typeface="DengXian" panose="02010600030101010101" pitchFamily="2" charset="-122"/>
              <a:ea typeface="DengXian" panose="02010600030101010101" pitchFamily="2" charset="-122"/>
            </a:endParaRPr>
          </a:p>
        </p:txBody>
      </p:sp>
      <p:sp>
        <p:nvSpPr>
          <p:cNvPr id="5" name="Slide Number Placeholder 4">
            <a:extLst>
              <a:ext uri="{FF2B5EF4-FFF2-40B4-BE49-F238E27FC236}">
                <a16:creationId xmlns:a16="http://schemas.microsoft.com/office/drawing/2014/main" id="{44546BF3-7FD4-034C-7E18-0DB6E074E0BA}"/>
              </a:ext>
            </a:extLst>
          </p:cNvPr>
          <p:cNvSpPr>
            <a:spLocks noGrp="1"/>
          </p:cNvSpPr>
          <p:nvPr>
            <p:ph type="sldNum" sz="quarter" idx="12"/>
          </p:nvPr>
        </p:nvSpPr>
        <p:spPr/>
        <p:txBody>
          <a:bodyPr/>
          <a:lstStyle/>
          <a:p>
            <a:fld id="{14B07A3D-2F58-EF4D-A265-F014B879E6ED}" type="slidenum">
              <a:rPr lang="en-US" smtClean="0">
                <a:latin typeface="DengXian" panose="02010600030101010101" pitchFamily="2" charset="-122"/>
                <a:ea typeface="DengXian" panose="02010600030101010101" pitchFamily="2" charset="-122"/>
              </a:rPr>
              <a:pPr/>
              <a:t>51</a:t>
            </a:fld>
            <a:endParaRPr lang="en-US">
              <a:latin typeface="DengXian" panose="02010600030101010101" pitchFamily="2" charset="-122"/>
              <a:ea typeface="DengXian" panose="02010600030101010101" pitchFamily="2" charset="-122"/>
            </a:endParaRPr>
          </a:p>
        </p:txBody>
      </p:sp>
      <p:pic>
        <p:nvPicPr>
          <p:cNvPr id="3" name="圖片 2" descr="Create a simple, clean conceptual illustration for a course slide. Flat vector illustration, minimalist, 16:9 landscape. BACKGROUND: pure white FFFFFF, completely plain — no texture, no pattern, no frame, no shadow, no coloured background panels. TEXT: only one short phrase, in Traditional Chinese 繁體中文, formal written style. No Simplified Chinese, no English, no Japanese. The phrase is:「雲計算的優勢」 Layout: the phrase placed at the centreleft, in bold navy type. To its right, one large cloud outline icon; from the cloud, three thin lines extend outward to three small simple line icons arranged in an arc: a coin cost a power button flexibility two arrows pointing outward and inward scalability No labels on these three icons — icons only. Style: flat design, thin 2px line icons, generous white space, no gradients, no 3D, no clutter, balanced composition. Text colour deep navy 1F3A5F. Single accent colour teal 2A9D8F for the cloud, lines and icons. Sansserif Traditional Chinese typeface Noto Sans TC style, clear and correct character strokes. Textbookquality, highly legible when projected in a classroom.">
            <a:extLst>
              <a:ext uri="{FF2B5EF4-FFF2-40B4-BE49-F238E27FC236}">
                <a16:creationId xmlns:a16="http://schemas.microsoft.com/office/drawing/2014/main" id="{E88678A3-EC57-B03F-2C69-E4ABB4937009}"/>
              </a:ext>
            </a:extLst>
          </p:cNvPr>
          <p:cNvPicPr>
            <a:picLocks noChangeAspect="1"/>
          </p:cNvPicPr>
          <p:nvPr/>
        </p:nvPicPr>
        <p:blipFill>
          <a:blip r:embed="rId2"/>
          <a:srcRect l="53649" t="12333" r="2982" b="15284"/>
          <a:stretch>
            <a:fillRect/>
          </a:stretch>
        </p:blipFill>
        <p:spPr>
          <a:xfrm>
            <a:off x="7793036" y="2081893"/>
            <a:ext cx="3027364" cy="2843665"/>
          </a:xfrm>
          <a:prstGeom prst="rect">
            <a:avLst/>
          </a:prstGeom>
        </p:spPr>
      </p:pic>
    </p:spTree>
    <p:extLst>
      <p:ext uri="{BB962C8B-B14F-4D97-AF65-F5344CB8AC3E}">
        <p14:creationId xmlns:p14="http://schemas.microsoft.com/office/powerpoint/2010/main" val="222851141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F175C42-9452-A843-A606-7879EABDAEC4}"/>
              </a:ext>
            </a:extLst>
          </p:cNvPr>
          <p:cNvSpPr>
            <a:spLocks noGrp="1"/>
          </p:cNvSpPr>
          <p:nvPr>
            <p:ph type="title"/>
          </p:nvPr>
        </p:nvSpPr>
        <p:spPr/>
        <p:txBody>
          <a:bodyPr/>
          <a:lstStyle/>
          <a:p>
            <a:r>
              <a:rPr lang="en-US" err="1"/>
              <a:t>體驗</a:t>
            </a:r>
            <a:r>
              <a:rPr lang="zh-CN" altLang="en-US"/>
              <a:t>：</a:t>
            </a:r>
            <a:r>
              <a:rPr lang="zh-TW" altLang="en-US"/>
              <a:t>網站時光機</a:t>
            </a:r>
            <a:endParaRPr lang="en-US"/>
          </a:p>
        </p:txBody>
      </p:sp>
      <p:sp>
        <p:nvSpPr>
          <p:cNvPr id="6" name="Text Placeholder 5">
            <a:extLst>
              <a:ext uri="{FF2B5EF4-FFF2-40B4-BE49-F238E27FC236}">
                <a16:creationId xmlns:a16="http://schemas.microsoft.com/office/drawing/2014/main" id="{15A0D754-22F5-CD4F-B5D5-9A26F2685530}"/>
              </a:ext>
            </a:extLst>
          </p:cNvPr>
          <p:cNvSpPr>
            <a:spLocks noGrp="1"/>
          </p:cNvSpPr>
          <p:nvPr>
            <p:ph type="body" idx="1"/>
          </p:nvPr>
        </p:nvSpPr>
        <p:spPr/>
        <p:txBody>
          <a:bodyPr vert="horz" lIns="91440" tIns="45720" rIns="91440" bIns="45720" rtlCol="0" anchor="t">
            <a:normAutofit/>
          </a:bodyPr>
          <a:lstStyle/>
          <a:p>
            <a:r>
              <a:rPr lang="en-US">
                <a:solidFill>
                  <a:srgbClr val="7030A0"/>
                </a:solidFill>
                <a:latin typeface="Helvetica"/>
                <a:ea typeface="Noto Sans TC Medium"/>
                <a:cs typeface="Helvetica"/>
                <a:hlinkClick r:id="rId2">
                  <a:extLst>
                    <a:ext uri="{A12FA001-AC4F-418D-AE19-62706E023703}">
                      <ahyp:hlinkClr xmlns:ahyp="http://schemas.microsoft.com/office/drawing/2018/hyperlinkcolor" val="tx"/>
                    </a:ext>
                  </a:extLst>
                </a:hlinkClick>
              </a:rPr>
              <a:t>https://archive.org/web/</a:t>
            </a:r>
            <a:endParaRPr lang="en-US">
              <a:solidFill>
                <a:srgbClr val="7030A0"/>
              </a:solidFill>
            </a:endParaRPr>
          </a:p>
        </p:txBody>
      </p:sp>
      <p:sp>
        <p:nvSpPr>
          <p:cNvPr id="4" name="Slide Number Placeholder 3">
            <a:extLst>
              <a:ext uri="{FF2B5EF4-FFF2-40B4-BE49-F238E27FC236}">
                <a16:creationId xmlns:a16="http://schemas.microsoft.com/office/drawing/2014/main" id="{A784E244-BE69-2C40-B387-C3AD05BE1532}"/>
              </a:ext>
            </a:extLst>
          </p:cNvPr>
          <p:cNvSpPr>
            <a:spLocks noGrp="1"/>
          </p:cNvSpPr>
          <p:nvPr>
            <p:ph type="sldNum" sz="quarter" idx="12"/>
          </p:nvPr>
        </p:nvSpPr>
        <p:spPr/>
        <p:txBody>
          <a:bodyPr/>
          <a:lstStyle/>
          <a:p>
            <a:fld id="{14B07A3D-2F58-EF4D-A265-F014B879E6ED}" type="slidenum">
              <a:rPr lang="en-US" smtClean="0"/>
              <a:pPr/>
              <a:t>52</a:t>
            </a:fld>
            <a:endParaRPr lang="en-US"/>
          </a:p>
        </p:txBody>
      </p:sp>
      <p:sp>
        <p:nvSpPr>
          <p:cNvPr id="3" name="TextBox 2">
            <a:extLst>
              <a:ext uri="{FF2B5EF4-FFF2-40B4-BE49-F238E27FC236}">
                <a16:creationId xmlns:a16="http://schemas.microsoft.com/office/drawing/2014/main" id="{D7F1B91B-020E-D9BA-C038-4BCAB4484751}"/>
              </a:ext>
            </a:extLst>
          </p:cNvPr>
          <p:cNvSpPr txBox="1"/>
          <p:nvPr/>
        </p:nvSpPr>
        <p:spPr>
          <a:xfrm>
            <a:off x="5477032" y="4433055"/>
            <a:ext cx="6097248" cy="369332"/>
          </a:xfrm>
          <a:prstGeom prst="rect">
            <a:avLst/>
          </a:prstGeom>
          <a:noFill/>
        </p:spPr>
        <p:txBody>
          <a:bodyPr wrap="square">
            <a:spAutoFit/>
          </a:bodyPr>
          <a:lstStyle/>
          <a:p>
            <a:r>
              <a:rPr lang="en-HK" err="1">
                <a:solidFill>
                  <a:schemeClr val="bg1"/>
                </a:solidFill>
                <a:latin typeface="Noto Sans TC" panose="020B0200000000000000" pitchFamily="34" charset="-120"/>
                <a:ea typeface="Noto Sans TC" panose="020B0200000000000000" pitchFamily="34" charset="-120"/>
              </a:rPr>
              <a:t>體驗這課題提過的網站過去的模樣</a:t>
            </a:r>
            <a:r>
              <a:rPr lang="en-HK">
                <a:solidFill>
                  <a:schemeClr val="bg1"/>
                </a:solidFill>
                <a:latin typeface="Noto Sans TC" panose="020B0200000000000000" pitchFamily="34" charset="-120"/>
                <a:ea typeface="Noto Sans TC" panose="020B0200000000000000" pitchFamily="34" charset="-120"/>
              </a:rPr>
              <a:t> (Lab 1)</a:t>
            </a:r>
          </a:p>
        </p:txBody>
      </p:sp>
    </p:spTree>
    <p:extLst>
      <p:ext uri="{BB962C8B-B14F-4D97-AF65-F5344CB8AC3E}">
        <p14:creationId xmlns:p14="http://schemas.microsoft.com/office/powerpoint/2010/main" val="62541073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F175C42-9452-A843-A606-7879EABDAEC4}"/>
              </a:ext>
            </a:extLst>
          </p:cNvPr>
          <p:cNvSpPr>
            <a:spLocks noGrp="1"/>
          </p:cNvSpPr>
          <p:nvPr>
            <p:ph type="title"/>
          </p:nvPr>
        </p:nvSpPr>
        <p:spPr/>
        <p:txBody>
          <a:bodyPr/>
          <a:lstStyle/>
          <a:p>
            <a:r>
              <a:rPr lang="zh-TW" altLang="en-US"/>
              <a:t>討論</a:t>
            </a:r>
          </a:p>
        </p:txBody>
      </p:sp>
      <p:sp>
        <p:nvSpPr>
          <p:cNvPr id="6" name="Text Placeholder 5">
            <a:extLst>
              <a:ext uri="{FF2B5EF4-FFF2-40B4-BE49-F238E27FC236}">
                <a16:creationId xmlns:a16="http://schemas.microsoft.com/office/drawing/2014/main" id="{15A0D754-22F5-CD4F-B5D5-9A26F2685530}"/>
              </a:ext>
            </a:extLst>
          </p:cNvPr>
          <p:cNvSpPr>
            <a:spLocks noGrp="1"/>
          </p:cNvSpPr>
          <p:nvPr>
            <p:ph type="body" idx="1"/>
          </p:nvPr>
        </p:nvSpPr>
        <p:spPr/>
        <p:txBody>
          <a:bodyPr/>
          <a:lstStyle/>
          <a:p>
            <a:r>
              <a:rPr lang="zh-TW" altLang="en-US"/>
              <a:t>你最喜歡的互聯網應用是什麼？</a:t>
            </a:r>
            <a:endParaRPr lang="en-US"/>
          </a:p>
        </p:txBody>
      </p:sp>
      <p:sp>
        <p:nvSpPr>
          <p:cNvPr id="4" name="Slide Number Placeholder 3">
            <a:extLst>
              <a:ext uri="{FF2B5EF4-FFF2-40B4-BE49-F238E27FC236}">
                <a16:creationId xmlns:a16="http://schemas.microsoft.com/office/drawing/2014/main" id="{A784E244-BE69-2C40-B387-C3AD05BE1532}"/>
              </a:ext>
            </a:extLst>
          </p:cNvPr>
          <p:cNvSpPr>
            <a:spLocks noGrp="1"/>
          </p:cNvSpPr>
          <p:nvPr>
            <p:ph type="sldNum" sz="quarter" idx="12"/>
          </p:nvPr>
        </p:nvSpPr>
        <p:spPr/>
        <p:txBody>
          <a:bodyPr/>
          <a:lstStyle/>
          <a:p>
            <a:fld id="{14B07A3D-2F58-EF4D-A265-F014B879E6ED}" type="slidenum">
              <a:rPr lang="en-US" smtClean="0"/>
              <a:pPr/>
              <a:t>53</a:t>
            </a:fld>
            <a:endParaRPr lang="en-US"/>
          </a:p>
        </p:txBody>
      </p:sp>
    </p:spTree>
    <p:extLst>
      <p:ext uri="{BB962C8B-B14F-4D97-AF65-F5344CB8AC3E}">
        <p14:creationId xmlns:p14="http://schemas.microsoft.com/office/powerpoint/2010/main" val="271343452"/>
      </p:ext>
    </p:extLst>
  </p:cSld>
  <p:clrMapOvr>
    <a:masterClrMapping/>
  </p:clrMapOvr>
</p:sld>
</file>

<file path=ppt/theme/theme1.xml><?xml version="1.0" encoding="utf-8"?>
<a:theme xmlns:a="http://schemas.openxmlformats.org/drawingml/2006/main" name="unie-theme">
  <a:themeElements>
    <a:clrScheme name="Custom 10">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FFC000"/>
      </a:accent6>
      <a:hlink>
        <a:srgbClr val="6B9F25"/>
      </a:hlink>
      <a:folHlink>
        <a:srgbClr val="9F6715"/>
      </a:folHlink>
    </a:clrScheme>
    <a:fontScheme name="Crop">
      <a:majorFont>
        <a:latin typeface="Franklin Gothic Book" panose="020B0503020102020204"/>
        <a:ea typeface=""/>
        <a:cs typeface=""/>
      </a:majorFont>
      <a:minorFont>
        <a:latin typeface="Franklin Gothic Book" panose="020B0503020102020204"/>
        <a:ea typeface=""/>
        <a:cs typeface=""/>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nie-theme" id="{0E579A49-380A-C441-8F5B-3CA47DE75BB8}" vid="{6F176D06-F6DB-F144-8DE3-4EFBF033381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819271fe-923d-4831-9080-64f318f9dc5c">
      <Terms xmlns="http://schemas.microsoft.com/office/infopath/2007/PartnerControls"/>
    </lcf76f155ced4ddcb4097134ff3c332f>
    <TaxCatchAll xmlns="08081cc9-e686-4932-b85f-96e6a9ddba25" xsi:nil="true"/>
    <date xmlns="819271fe-923d-4831-9080-64f318f9dc5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文件" ma:contentTypeID="0x010100866A3A4D4866C84286E0B4F87783545D" ma:contentTypeVersion="20" ma:contentTypeDescription="建立新的文件。" ma:contentTypeScope="" ma:versionID="0d7f9f0bdc58a538131c4e5c437fe881">
  <xsd:schema xmlns:xsd="http://www.w3.org/2001/XMLSchema" xmlns:xs="http://www.w3.org/2001/XMLSchema" xmlns:p="http://schemas.microsoft.com/office/2006/metadata/properties" xmlns:ns2="819271fe-923d-4831-9080-64f318f9dc5c" xmlns:ns3="08081cc9-e686-4932-b85f-96e6a9ddba25" targetNamespace="http://schemas.microsoft.com/office/2006/metadata/properties" ma:root="true" ma:fieldsID="cf99837ed9d8073db4284942fbb0f60f" ns2:_="" ns3:_="">
    <xsd:import namespace="819271fe-923d-4831-9080-64f318f9dc5c"/>
    <xsd:import namespace="08081cc9-e686-4932-b85f-96e6a9ddba25"/>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MediaServiceDateTaken"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dat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9271fe-923d-4831-9080-64f318f9dc5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影像標籤" ma:readOnly="false" ma:fieldId="{5cf76f15-5ced-4ddc-b409-7134ff3c332f}" ma:taxonomyMulti="true" ma:sspId="92750555-699b-4f32-86e5-701b36a38982"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date" ma:index="26" nillable="true" ma:displayName="date" ma:format="DateOnly" ma:internalName="date">
      <xsd:simpleType>
        <xsd:restriction base="dms:DateTime"/>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8081cc9-e686-4932-b85f-96e6a9ddba25" elementFormDefault="qualified">
    <xsd:import namespace="http://schemas.microsoft.com/office/2006/documentManagement/types"/>
    <xsd:import namespace="http://schemas.microsoft.com/office/infopath/2007/PartnerControls"/>
    <xsd:element name="SharedWithUsers" ma:index="14" nillable="true" ma:displayName="共用對象:"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共用詳細資料" ma:internalName="SharedWithDetails" ma:readOnly="true">
      <xsd:simpleType>
        <xsd:restriction base="dms:Note">
          <xsd:maxLength value="255"/>
        </xsd:restriction>
      </xsd:simpleType>
    </xsd:element>
    <xsd:element name="TaxCatchAll" ma:index="23" nillable="true" ma:displayName="Taxonomy Catch All Column" ma:hidden="true" ma:list="{7e8625b1-ec83-450b-86e1-c32155b4272b}" ma:internalName="TaxCatchAll" ma:showField="CatchAllData" ma:web="08081cc9-e686-4932-b85f-96e6a9ddba2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內容類型"/>
        <xsd:element ref="dc:title" minOccurs="0" maxOccurs="1" ma:index="4" ma:displayName="標題"/>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4ED3CCA-E200-460D-B3DF-2A239470E45A}">
  <ds:schemaRefs>
    <ds:schemaRef ds:uri="http://schemas.microsoft.com/sharepoint/v3/contenttype/forms"/>
  </ds:schemaRefs>
</ds:datastoreItem>
</file>

<file path=customXml/itemProps2.xml><?xml version="1.0" encoding="utf-8"?>
<ds:datastoreItem xmlns:ds="http://schemas.openxmlformats.org/officeDocument/2006/customXml" ds:itemID="{0080796F-5D88-4F80-B387-82E790E22E83}">
  <ds:schemaRefs>
    <ds:schemaRef ds:uri="http://purl.org/dc/elements/1.1/"/>
    <ds:schemaRef ds:uri="http://purl.org/dc/dcmitype/"/>
    <ds:schemaRef ds:uri="http://schemas.microsoft.com/office/2006/metadata/properties"/>
    <ds:schemaRef ds:uri="08081cc9-e686-4932-b85f-96e6a9ddba25"/>
    <ds:schemaRef ds:uri="http://schemas.microsoft.com/office/infopath/2007/PartnerControls"/>
    <ds:schemaRef ds:uri="http://purl.org/dc/terms/"/>
    <ds:schemaRef ds:uri="http://schemas.microsoft.com/office/2006/documentManagement/types"/>
    <ds:schemaRef ds:uri="http://schemas.openxmlformats.org/package/2006/metadata/core-properties"/>
    <ds:schemaRef ds:uri="819271fe-923d-4831-9080-64f318f9dc5c"/>
    <ds:schemaRef ds:uri="http://www.w3.org/XML/1998/namespace"/>
  </ds:schemaRefs>
</ds:datastoreItem>
</file>

<file path=customXml/itemProps3.xml><?xml version="1.0" encoding="utf-8"?>
<ds:datastoreItem xmlns:ds="http://schemas.openxmlformats.org/officeDocument/2006/customXml" ds:itemID="{C9741356-A849-47F0-9879-E92F995C41E6}">
  <ds:schemaRefs>
    <ds:schemaRef ds:uri="08081cc9-e686-4932-b85f-96e6a9ddba25"/>
    <ds:schemaRef ds:uri="819271fe-923d-4831-9080-64f318f9dc5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299</TotalTime>
  <Words>4542</Words>
  <Application>Microsoft Office PowerPoint</Application>
  <PresentationFormat>寬螢幕</PresentationFormat>
  <Paragraphs>463</Paragraphs>
  <Slides>53</Slides>
  <Notes>23</Notes>
  <HiddenSlides>23</HiddenSlides>
  <MMClips>3</MMClips>
  <ScaleCrop>false</ScaleCrop>
  <HeadingPairs>
    <vt:vector size="6" baseType="variant">
      <vt:variant>
        <vt:lpstr>使用字型</vt:lpstr>
      </vt:variant>
      <vt:variant>
        <vt:i4>13</vt:i4>
      </vt:variant>
      <vt:variant>
        <vt:lpstr>佈景主題</vt:lpstr>
      </vt:variant>
      <vt:variant>
        <vt:i4>2</vt:i4>
      </vt:variant>
      <vt:variant>
        <vt:lpstr>投影片標題</vt:lpstr>
      </vt:variant>
      <vt:variant>
        <vt:i4>53</vt:i4>
      </vt:variant>
    </vt:vector>
  </HeadingPairs>
  <TitlesOfParts>
    <vt:vector size="68" baseType="lpstr">
      <vt:lpstr>-apple-system</vt:lpstr>
      <vt:lpstr>DengXian</vt:lpstr>
      <vt:lpstr>Heiti SC Medium</vt:lpstr>
      <vt:lpstr>Noto Sans TC</vt:lpstr>
      <vt:lpstr>Noto Sans TC Light</vt:lpstr>
      <vt:lpstr>Stardos Stencil Regular</vt:lpstr>
      <vt:lpstr>新細明體</vt:lpstr>
      <vt:lpstr>Arial</vt:lpstr>
      <vt:lpstr>Calibri</vt:lpstr>
      <vt:lpstr>Franklin Gothic Book</vt:lpstr>
      <vt:lpstr>Helvetica</vt:lpstr>
      <vt:lpstr>Symbol</vt:lpstr>
      <vt:lpstr>Times New Roman</vt:lpstr>
      <vt:lpstr>unie-theme</vt:lpstr>
      <vt:lpstr>Office Theme</vt:lpstr>
      <vt:lpstr>雲計算入門</vt:lpstr>
      <vt:lpstr>雲計算入門</vt:lpstr>
      <vt:lpstr>本課程內容</vt:lpstr>
      <vt:lpstr>本課程內容</vt:lpstr>
      <vt:lpstr>課業及晉級</vt:lpstr>
      <vt:lpstr>AI 工具的應用與風險</vt:lpstr>
      <vt:lpstr>三項風險</vt:lpstr>
      <vt:lpstr>AI 協助規則：四步流程</vt:lpstr>
      <vt:lpstr>今日課題</vt:lpstr>
      <vt:lpstr>今日課題</vt:lpstr>
      <vt:lpstr>什麼是互聯網?</vt:lpstr>
      <vt:lpstr>什麼是互聯網?</vt:lpstr>
      <vt:lpstr>什麼是互聯網?</vt:lpstr>
      <vt:lpstr>什麼是互聯網?</vt:lpstr>
      <vt:lpstr>局     域    網 Local   Area   Network (LAN）</vt:lpstr>
      <vt:lpstr>廣     域    網 Wide   Area   Network (WAN）</vt:lpstr>
      <vt:lpstr>互聯網 (Internet)</vt:lpstr>
      <vt:lpstr>互聯網 (Internet)</vt:lpstr>
      <vt:lpstr>互聯網無邊無際</vt:lpstr>
      <vt:lpstr>互聯網 (Internet)</vt:lpstr>
      <vt:lpstr>雲 在圖示中常作為代表互聯網的符號</vt:lpstr>
      <vt:lpstr>互聯網的一些熱門應用</vt:lpstr>
      <vt:lpstr>常見遊戲體驗</vt:lpstr>
      <vt:lpstr>互聯網 ≠ 萬維網 The Internet ≠ WWW</vt:lpstr>
      <vt:lpstr>萬維網 World Wide Web</vt:lpstr>
      <vt:lpstr>萬維網 World Wide Web</vt:lpstr>
      <vt:lpstr>萬維網 World Wide Web</vt:lpstr>
      <vt:lpstr>萬維網 World Wide Web</vt:lpstr>
      <vt:lpstr>網頁應用例子</vt:lpstr>
      <vt:lpstr>網頁應用概念</vt:lpstr>
      <vt:lpstr>網址 URL</vt:lpstr>
      <vt:lpstr>課堂任務</vt:lpstr>
      <vt:lpstr>互聯網商務的興起 - 1</vt:lpstr>
      <vt:lpstr>互聯網商務的興起 - 2</vt:lpstr>
      <vt:lpstr>互聯網基礎設施快速增長</vt:lpstr>
      <vt:lpstr>雲計算的起源</vt:lpstr>
      <vt:lpstr>什麼是雲計算</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雲計算可輕鬆擴展</vt:lpstr>
      <vt:lpstr>硬件和軟件升級 一直是一個巨大的痛苦</vt:lpstr>
      <vt:lpstr>雲計算的優勢</vt:lpstr>
      <vt:lpstr>雲計算的優勢</vt:lpstr>
      <vt:lpstr>體驗：網站時光機</vt:lpstr>
      <vt:lpstr>討論</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 Computing Intro</dc:title>
  <dc:subject/>
  <dc:creator>Sunny Ng</dc:creator>
  <cp:keywords/>
  <dc:description/>
  <cp:lastModifiedBy>PC C</cp:lastModifiedBy>
  <cp:revision>1</cp:revision>
  <dcterms:created xsi:type="dcterms:W3CDTF">2020-11-18T09:36:32Z</dcterms:created>
  <dcterms:modified xsi:type="dcterms:W3CDTF">2026-09-22T08:12:12Z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0x010100866A3A4D4866C84286E0B4F87783545D</vt:lpwstr>
  </property>
  <property fmtid="{D5CDD505-2E9C-101B-9397-08002B2CF9AE}" pid="3" name="MediaServiceImageTags">
    <vt:lpwstr/>
  </property>
</Properties>
</file>